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0d0a172404d5d" /><Relationship Type="http://schemas.openxmlformats.org/officeDocument/2006/relationships/extended-properties" Target="/docProps/app.xml" Id="R660386b9821b425c" /><Relationship Type="http://schemas.openxmlformats.org/officeDocument/2006/relationships/officeDocument" Target="/ppt/presentation.xml" Id="Rbc09b62fd6a2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b0ec52f330497d"/>
  </p:sldMasterIdLst>
  <p:notesMasterIdLst>
    <p:notesMasterId xmlns:r="http://schemas.openxmlformats.org/officeDocument/2006/relationships" r:id="Rb2d7dc698ec2463e"/>
  </p:notesMasterIdLst>
  <p:sldIdLst>
    <p:sldId xmlns:r="http://schemas.openxmlformats.org/officeDocument/2006/relationships" id="256" r:id="Rca57f89f0c9f4349"/>
    <p:sldId xmlns:r="http://schemas.openxmlformats.org/officeDocument/2006/relationships" id="257" r:id="Rc3e06dd1e1324dc8"/>
    <p:sldId xmlns:r="http://schemas.openxmlformats.org/officeDocument/2006/relationships" id="258" r:id="R4a34e0e2120b4511"/>
    <p:sldId xmlns:r="http://schemas.openxmlformats.org/officeDocument/2006/relationships" id="259" r:id="R41401d022f314c58"/>
    <p:sldId xmlns:r="http://schemas.openxmlformats.org/officeDocument/2006/relationships" id="260" r:id="R0ae48fdac6134202"/>
    <p:sldId xmlns:r="http://schemas.openxmlformats.org/officeDocument/2006/relationships" id="261" r:id="Rf07d0327e5a14621"/>
    <p:sldId xmlns:r="http://schemas.openxmlformats.org/officeDocument/2006/relationships" id="262" r:id="R2d2cb397507f49ec"/>
    <p:sldId xmlns:r="http://schemas.openxmlformats.org/officeDocument/2006/relationships" id="263" r:id="Rd749b41d850d41eb"/>
    <p:sldId xmlns:r="http://schemas.openxmlformats.org/officeDocument/2006/relationships" id="264" r:id="Rfa9d471f03964b3d"/>
    <p:sldId xmlns:r="http://schemas.openxmlformats.org/officeDocument/2006/relationships" id="265" r:id="R60dba439a7d141a6"/>
    <p:sldId xmlns:r="http://schemas.openxmlformats.org/officeDocument/2006/relationships" id="266" r:id="R2d01699bf87c4b66"/>
    <p:sldId xmlns:r="http://schemas.openxmlformats.org/officeDocument/2006/relationships" id="267" r:id="Redfee44919f444e0"/>
    <p:sldId xmlns:r="http://schemas.openxmlformats.org/officeDocument/2006/relationships" id="268" r:id="R537db32ef0b04bb1"/>
    <p:sldId xmlns:r="http://schemas.openxmlformats.org/officeDocument/2006/relationships" id="269" r:id="R968eacb9e955407b"/>
    <p:sldId xmlns:r="http://schemas.openxmlformats.org/officeDocument/2006/relationships" id="270" r:id="R58a259e2fc6045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d56841f6904097" /><Relationship Type="http://schemas.openxmlformats.org/officeDocument/2006/relationships/slideMaster" Target="/ppt/slideMasters/slideMaster1.xml" Id="R9eb0ec52f330497d" /><Relationship Type="http://schemas.openxmlformats.org/officeDocument/2006/relationships/notesMaster" Target="/ppt/notesMasters/notesMaster1.xml" Id="Rb2d7dc698ec2463e" /><Relationship Type="http://schemas.openxmlformats.org/officeDocument/2006/relationships/presProps" Target="/ppt/presProps.xml" Id="R2214bf30bd514bef" /><Relationship Type="http://schemas.openxmlformats.org/officeDocument/2006/relationships/tableStyles" Target="/ppt/tableStyles.xml" Id="R6a6acd7def734a50" /><Relationship Type="http://schemas.openxmlformats.org/officeDocument/2006/relationships/slide" Target="/ppt/slides/slide1.xml" Id="Rca57f89f0c9f4349" /><Relationship Type="http://schemas.openxmlformats.org/officeDocument/2006/relationships/slide" Target="/ppt/slides/slide2.xml" Id="Rc3e06dd1e1324dc8" /><Relationship Type="http://schemas.openxmlformats.org/officeDocument/2006/relationships/slide" Target="/ppt/slides/slide3.xml" Id="R4a34e0e2120b4511" /><Relationship Type="http://schemas.openxmlformats.org/officeDocument/2006/relationships/slide" Target="/ppt/slides/slide4.xml" Id="R41401d022f314c58" /><Relationship Type="http://schemas.openxmlformats.org/officeDocument/2006/relationships/slide" Target="/ppt/slides/slide5.xml" Id="R0ae48fdac6134202" /><Relationship Type="http://schemas.openxmlformats.org/officeDocument/2006/relationships/slide" Target="/ppt/slides/slide6.xml" Id="Rf07d0327e5a14621" /><Relationship Type="http://schemas.openxmlformats.org/officeDocument/2006/relationships/slide" Target="/ppt/slides/slide7.xml" Id="R2d2cb397507f49ec" /><Relationship Type="http://schemas.openxmlformats.org/officeDocument/2006/relationships/slide" Target="/ppt/slides/slide8.xml" Id="Rd749b41d850d41eb" /><Relationship Type="http://schemas.openxmlformats.org/officeDocument/2006/relationships/slide" Target="/ppt/slides/slide9.xml" Id="Rfa9d471f03964b3d" /><Relationship Type="http://schemas.openxmlformats.org/officeDocument/2006/relationships/slide" Target="/ppt/slides/slide10.xml" Id="R60dba439a7d141a6" /><Relationship Type="http://schemas.openxmlformats.org/officeDocument/2006/relationships/slide" Target="/ppt/slides/slide11.xml" Id="R2d01699bf87c4b66" /><Relationship Type="http://schemas.openxmlformats.org/officeDocument/2006/relationships/slide" Target="/ppt/slides/slide12.xml" Id="Redfee44919f444e0" /><Relationship Type="http://schemas.openxmlformats.org/officeDocument/2006/relationships/slide" Target="/ppt/slides/slide13.xml" Id="R537db32ef0b04bb1" /><Relationship Type="http://schemas.openxmlformats.org/officeDocument/2006/relationships/slide" Target="/ppt/slides/slide14.xml" Id="R968eacb9e955407b" /><Relationship Type="http://schemas.openxmlformats.org/officeDocument/2006/relationships/slide" Target="/ppt/slides/slide15.xml" Id="R58a259e2fc6045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6eece915ca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2e2d1fc164f6e" /><Relationship Type="http://schemas.openxmlformats.org/officeDocument/2006/relationships/notesMaster" Target="/ppt/notesMasters/notesMaster1.xml" Id="Re17f54f7b6004c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1381521eb498f" /><Relationship Type="http://schemas.openxmlformats.org/officeDocument/2006/relationships/notesMaster" Target="/ppt/notesMasters/notesMaster1.xml" Id="Rbdb1fc5a86234a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1a667099441b7" /><Relationship Type="http://schemas.openxmlformats.org/officeDocument/2006/relationships/notesMaster" Target="/ppt/notesMasters/notesMaster1.xml" Id="Rc16d286fff5748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8b3e1b3f56470f" /><Relationship Type="http://schemas.openxmlformats.org/officeDocument/2006/relationships/notesMaster" Target="/ppt/notesMasters/notesMaster1.xml" Id="R530f7f36aa314b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f298cfec3649fb" /><Relationship Type="http://schemas.openxmlformats.org/officeDocument/2006/relationships/notesMaster" Target="/ppt/notesMasters/notesMaster1.xml" Id="Rc6924cefd0e046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5b7dfb91ea4a52" /><Relationship Type="http://schemas.openxmlformats.org/officeDocument/2006/relationships/notesMaster" Target="/ppt/notesMasters/notesMaster1.xml" Id="R7702f1174b2244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253ca2485b4564" /><Relationship Type="http://schemas.openxmlformats.org/officeDocument/2006/relationships/notesMaster" Target="/ppt/notesMasters/notesMaster1.xml" Id="R8373f628525745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c7511e9a724af9" /><Relationship Type="http://schemas.openxmlformats.org/officeDocument/2006/relationships/notesMaster" Target="/ppt/notesMasters/notesMaster1.xml" Id="R511bf101c75149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1aa8e66f444ca3" /><Relationship Type="http://schemas.openxmlformats.org/officeDocument/2006/relationships/notesMaster" Target="/ppt/notesMasters/notesMaster1.xml" Id="Rda69091fe63c4a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1e4088044c48ff" /><Relationship Type="http://schemas.openxmlformats.org/officeDocument/2006/relationships/notesMaster" Target="/ppt/notesMasters/notesMaster1.xml" Id="Rbfcc5ecff20142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dbaa744f264dc7" /><Relationship Type="http://schemas.openxmlformats.org/officeDocument/2006/relationships/notesMaster" Target="/ppt/notesMasters/notesMaster1.xml" Id="Re6a99f05457641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1a56b7b8634744" /><Relationship Type="http://schemas.openxmlformats.org/officeDocument/2006/relationships/notesMaster" Target="/ppt/notesMasters/notesMaster1.xml" Id="R039476dc8e2641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82eab5d6a74d1d" /><Relationship Type="http://schemas.openxmlformats.org/officeDocument/2006/relationships/notesMaster" Target="/ppt/notesMasters/notesMaster1.xml" Id="R91704bb7a3c345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8fb84e1aae4289" /><Relationship Type="http://schemas.openxmlformats.org/officeDocument/2006/relationships/notesMaster" Target="/ppt/notesMasters/notesMaster1.xml" Id="Rbd8a516abcc14f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3848436a6a4746" /><Relationship Type="http://schemas.openxmlformats.org/officeDocument/2006/relationships/notesMaster" Target="/ppt/notesMasters/notesMaster1.xml" Id="Rbd5ddbf2c3584e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git branch gpt_level4_5, commit 5e55bb0dcc4d9c1be07c6d39d9e8d74d45bca9f8</a:t>
            </a:r>
          </a:p>
          <a:p xmlns:a="http://schemas.openxmlformats.org/drawingml/2006/main">
            <a:r>
              <a:t>- simulation/level2_joint_transfer/README.md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simulation/level2_joint_transfer/reference/fig6d_parameters.md</a:t>
            </a:r>
          </a:p>
          <a:p xmlns:a="http://schemas.openxmlformats.org/drawingml/2006/main">
            <a:r>
              <a:t>- simulation/level2_joint_transfer/src/level2c_pickup_survival/survival_engine.py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simulation/level2_joint_transfer/src/level2c_pickup_survival/survival_engine.py</a:t>
            </a:r>
          </a:p>
          <a:p xmlns:a="http://schemas.openxmlformats.org/drawingml/2006/main">
            <a:r>
              <a:t>- simulation/level2_joint_transfer/src/level2c_pickup_survival/survival_engine_2d.py</a:t>
            </a:r>
          </a:p>
          <a:p xmlns:a="http://schemas.openxmlformats.org/drawingml/2006/main">
            <a:r>
              <a:t>- simulation/level2_joint_transfer/src/level3_3d_transport_lensing/gaussian_3d.py</a:t>
            </a:r>
          </a:p>
          <a:p xmlns:a="http://schemas.openxmlformats.org/drawingml/2006/main">
            <a:r>
              <a:t>- simulation/level2_joint_transfer/README.md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Repository search found no AWG, bandwidth, low-pass, or transfer-function implementation in src/configs.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simulation/level2_joint_transfer/reference/fig6d_survival_digitized.csv</a:t>
            </a:r>
          </a:p>
          <a:p xmlns:a="http://schemas.openxmlformats.org/drawingml/2006/main">
            <a:r>
              <a:t>- simulation/level2_joint_transfer/reference/fig6d_digitize_check.png</a:t>
            </a:r>
          </a:p>
          <a:p xmlns:a="http://schemas.openxmlformats.org/drawingml/2006/main">
            <a:r>
              <a:t>- simulation/level2_joint_transfer/reference/fig6d_parameters.md</a:t>
            </a:r>
          </a:p>
          <a:p xmlns:a="http://schemas.openxmlformats.org/drawingml/2006/main">
            <a:r>
              <a:t>- simulation/level2_joint_transfer/outputs/level2c_pickup_survival/scan_stage1/fig6c_ml_trajectory_digitized.json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simulation/level2_joint_transfer/configs/level2c_pickup_survival.yaml</a:t>
            </a:r>
          </a:p>
          <a:p xmlns:a="http://schemas.openxmlformats.org/drawingml/2006/main">
            <a:r>
              <a:t>- simulation/level2_joint_transfer/configs/scan_stage1/scan_T40.yaml</a:t>
            </a:r>
          </a:p>
          <a:p xmlns:a="http://schemas.openxmlformats.org/drawingml/2006/main">
            <a:r>
              <a:t>- simulation/level2_joint_transfer/configs/scan_stage1/scan_R3e7.yaml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T40 and R3e-7 are sensitivity assumptions, not measured or accepted calibration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200 µs paper curve is available only for n=5..31. The line charts use raw simulated and digitized arrays from the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simulation/level2_joint_transfer/outputs/level2c_pickup_survival/scan_stage1/paper_ml_eval.json</a:t>
            </a:r>
          </a:p>
          <a:p xmlns:a="http://schemas.openxmlformats.org/drawingml/2006/main">
            <a:r>
              <a:t>- simulation/level2_joint_transfer/reference/fig6d_survival_digitized.csv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MC T40 values are raw 256-shot scan-pool endpoints: manual 0.52734375, Fig. 6c replay 0.7578125. Paper endpoints are 0.4135 and 0.6633.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simulation/level2_joint_transfer/outputs/level2c_pickup_survival/scan_stage1/fig6c_ml_trajectory_digitized.json</a:t>
            </a:r>
          </a:p>
          <a:p xmlns:a="http://schemas.openxmlformats.org/drawingml/2006/main">
            <a:r>
              <a:t>- simulation/level2_joint_transfer/src/level2_joint_transfer/waveforms.py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Manual curves were calculated from PickupSequentialWaveform's documented 48% quadratic depth ramp and constant-jerk position equations at the same time nodes. No simulation result was altered.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simulation/level2_joint_transfer/outputs/level2c_pickup_survival/scan_stage1/summary_stage1.md, section 6.1</a:t>
            </a:r>
          </a:p>
          <a:p xmlns:a="http://schemas.openxmlformats.org/drawingml/2006/main">
            <a:r>
              <a:t>- simulation/level2_joint_transfer/outputs/level2c_pickup_survival/scan_stage1/ablation_cross_2x2.py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repository commits the reproducible script and the reported values in summary_stage1.md, but no separate raw JSON/CSV for this cross-ablation. These numbers are therefore kept distinct from raw-output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simulation/level2_joint_transfer/outputs/level2c_pickup_survival/scan_stage1/*/survival_scan_results.csv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>- simulation/level2_joint_transfer/configs/scan_stage1/*.yaml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All MC endpoint values on this slide come from the n=60 row of the raw stage-1 scan CSVs. The paper row comes from fig6d_survival_digitized.csv.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  <a:p xmlns:a="http://schemas.openxmlformats.org/drawingml/2006/main">
            <a:r>
              <a:t>- simulation/level2_joint_transfer/outputs/level2c_pickup_survival/scan_stage1/paper_ml_eval.json</a:t>
            </a:r>
          </a:p>
          <a:p xmlns:a="http://schemas.openxmlformats.org/drawingml/2006/main">
            <a:r>
              <a:t>- simulation/level2_joint_transfer/reference/fig6d_survival_digitized.csv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The ML endpoint row uses the raw T40 scan-pool value 0.7578125. The later 512-shot summary contains inconsistent 0.8047 and 0.822 values without a committed full curve, so neither is used as the main quantitative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All deviations are stored directly in the JSON. This slide does not use the ML curve because the current Fig. 6c replay full curve was not committed.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simulation/level2_joint_transfer/src/level2c_pickup_survival/survival_engine.py</a:t>
            </a:r>
          </a:p>
          <a:p xmlns:a="http://schemas.openxmlformats.org/drawingml/2006/main">
            <a:r>
              <a:t>- simulation/level2_joint_transfer/src/level2c_pickup_survival/survival_engine_2d.py</a:t>
            </a:r>
          </a:p>
          <a:p xmlns:a="http://schemas.openxmlformats.org/drawingml/2006/main">
            <a:r>
              <a:t>- simulation/level2_joint_transfer/src/level3_3d_transport_lensing/</a:t>
            </a:r>
          </a:p>
          <a:p xmlns:a="http://schemas.openxmlformats.org/drawingml/2006/main">
            <a:r>
              <a:t>- simulation/level2_joint_transfer/src/level5_finite_pulse_irb/</a:t>
            </a:r>
          </a:p>
          <a:p xmlns:a="http://schemas.openxmlformats.org/drawingml/2006/main">
            <a:r>
              <a:t>- simulation/level2_joint_transfer/configs/level2c_pickup_survival.yaml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simulation/level2_joint_transfer/README.md</a:t>
            </a:r>
          </a:p>
          <a:p xmlns:a="http://schemas.openxmlformats.org/drawingml/2006/main">
            <a:r>
              <a:t>- simulation/level2_joint_transfer/outputs/level2c_pickup_survival/demo/summary.md</a:t>
            </a:r>
          </a:p>
          <a:p xmlns:a="http://schemas.openxmlformats.org/drawingml/2006/main">
            <a:r>
              <a:t>- simulation/level2_joint_transfer/outputs/level4_end_to_end_roundtrip/demo/summary.md</a:t>
            </a:r>
          </a:p>
          <a:p xmlns:a="http://schemas.openxmlformats.org/drawingml/2006/main">
            <a:r>
              <a:t>- simulation/level2_joint_transfer/outputs/level5_finite_pulse_irb/demo/summary.md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note: Maturity labels are a synthesis of the evidence shown in slides 6-13, not a formal external readiness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simulation/level2_joint_transfer/outputs/level2c_pickup_survival/scan_stage1/summary_stage1.md</a:t>
            </a:r>
          </a:p>
          <a:p xmlns:a="http://schemas.openxmlformats.org/drawingml/2006/main">
            <a:r>
              <a:t>- simulation/level2_joint_transfer/outputs/level2c_pickup_survival/scan_stage1/paper_ml_eval.json</a:t>
            </a:r>
          </a:p>
          <a:p xmlns:a="http://schemas.openxmlformats.org/drawingml/2006/main">
            <a:r>
              <a:t>- simulation/level2_joint_transfer/outputs/level2c_pickup_survival/scan_stage1/T40/comparison_to_paper.json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698dbc81e43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ea6566dc3d4920" /><Relationship Type="http://schemas.openxmlformats.org/officeDocument/2006/relationships/slideLayout" Target="/ppt/slideLayouts/slideLayout1.xml" Id="R09dda5238dc147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da5238dc147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67ce4c96f45bd" /><Relationship Type="http://schemas.openxmlformats.org/officeDocument/2006/relationships/notesSlide" Target="/ppt/notesSlides/notesSlide1.xml" Id="Rbf3af72ec82c43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cb24036244516" /><Relationship Type="http://schemas.openxmlformats.org/officeDocument/2006/relationships/notesSlide" Target="/ppt/notesSlides/notesSlide2.xml" Id="Rffa098d6cb3e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f4f7737314fa9" /><Relationship Type="http://schemas.openxmlformats.org/officeDocument/2006/relationships/notesSlide" Target="/ppt/notesSlides/notesSlide3.xml" Id="Rd94433875e4d4f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118a51a354ea6" /><Relationship Type="http://schemas.openxmlformats.org/officeDocument/2006/relationships/image" Target="/ppt/media/image.png" Id="R8bd79146aff34d88" /><Relationship Type="http://schemas.openxmlformats.org/officeDocument/2006/relationships/notesSlide" Target="/ppt/notesSlides/notesSlide4.xml" Id="Rcd875313e2f249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3ff044834136" /><Relationship Type="http://schemas.openxmlformats.org/officeDocument/2006/relationships/notesSlide" Target="/ppt/notesSlides/notesSlide5.xml" Id="Ra7f148a50526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8fdd84fc24b14" /><Relationship Type="http://schemas.openxmlformats.org/officeDocument/2006/relationships/chart" Target="/ppt/slides/charts/chart1.xml" Id="R6a7f6b5656954ca9" /><Relationship Type="http://schemas.openxmlformats.org/officeDocument/2006/relationships/chart" Target="/ppt/slides/charts/chart2.xml" Id="R30fcab03738046b8" /><Relationship Type="http://schemas.openxmlformats.org/officeDocument/2006/relationships/notesSlide" Target="/ppt/notesSlides/notesSlide6.xml" Id="R8feb9f32f1414a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0342d08d54fcd" /><Relationship Type="http://schemas.openxmlformats.org/officeDocument/2006/relationships/chart" Target="/ppt/slides/charts/chart3.xml" Id="Rae36aede09f345fd" /><Relationship Type="http://schemas.openxmlformats.org/officeDocument/2006/relationships/notesSlide" Target="/ppt/notesSlides/notesSlide7.xml" Id="Raef74478333d4e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604ce075648aa" /><Relationship Type="http://schemas.openxmlformats.org/officeDocument/2006/relationships/chart" Target="/ppt/slides/charts/chart4.xml" Id="R63f427d130cc4b03" /><Relationship Type="http://schemas.openxmlformats.org/officeDocument/2006/relationships/chart" Target="/ppt/slides/charts/chart5.xml" Id="R8b27baccd45a477d" /><Relationship Type="http://schemas.openxmlformats.org/officeDocument/2006/relationships/notesSlide" Target="/ppt/notesSlides/notesSlide8.xml" Id="R2a64d0971a434a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047e79f8f4bbc" /><Relationship Type="http://schemas.openxmlformats.org/officeDocument/2006/relationships/chart" Target="/ppt/slides/charts/chart6.xml" Id="R58d330af1a4e4351" /><Relationship Type="http://schemas.openxmlformats.org/officeDocument/2006/relationships/notesSlide" Target="/ppt/notesSlides/notesSlide9.xml" Id="Rb5c5baa97d7b49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d4b4519694e69" /><Relationship Type="http://schemas.openxmlformats.org/officeDocument/2006/relationships/notesSlide" Target="/ppt/notesSlides/notesSlide10.xml" Id="Rcca17697639d4a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ac16e5db141e7" /><Relationship Type="http://schemas.openxmlformats.org/officeDocument/2006/relationships/notesSlide" Target="/ppt/notesSlides/notesSlide11.xml" Id="R458cfef36c6249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43ac492cc45a1" /><Relationship Type="http://schemas.openxmlformats.org/officeDocument/2006/relationships/chart" Target="/ppt/slides/charts/chart7.xml" Id="R28c9bc5f139447da" /><Relationship Type="http://schemas.openxmlformats.org/officeDocument/2006/relationships/chart" Target="/ppt/slides/charts/chart8.xml" Id="Rb2fb9763932c4487" /><Relationship Type="http://schemas.openxmlformats.org/officeDocument/2006/relationships/notesSlide" Target="/ppt/notesSlides/notesSlide12.xml" Id="R99165b0fedd846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a9a2255c34516" /><Relationship Type="http://schemas.openxmlformats.org/officeDocument/2006/relationships/notesSlide" Target="/ppt/notesSlides/notesSlide13.xml" Id="R9d5dd1200f594b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dcd2136e2481e" /><Relationship Type="http://schemas.openxmlformats.org/officeDocument/2006/relationships/notesSlide" Target="/ppt/notesSlides/notesSlide14.xml" Id="Rbe2db901faf140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49d0b2cb346f7" /><Relationship Type="http://schemas.openxmlformats.org/officeDocument/2006/relationships/notesSlide" Target="/ppt/notesSlides/notesSlide15.xml" Id="R51d56b2cd3f34d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Paper 200 µs</c:v>
          </c:tx>
          <c:spPr>
            <a:ln xmlns:a="http://schemas.openxmlformats.org/drawingml/2006/main" w="28575">
              <a:solidFill>
                <a:srgbClr val="475467"/>
              </a:solidFill>
            </a:ln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Data'!$B$2:$B$28</c:f>
              <c:numCache>
                <c:formatCode>0%</c:formatCode>
                <c:ptCount val="27"/>
                <c:pt idx="0">
                  <c:v>0.925</c:v>
                </c:pt>
                <c:pt idx="1">
                  <c:v>0.8928</c:v>
                </c:pt>
                <c:pt idx="2">
                  <c:v>0.8564</c:v>
                </c:pt>
                <c:pt idx="3">
                  <c:v>0.8482</c:v>
                </c:pt>
                <c:pt idx="4">
                  <c:v>0.8481</c:v>
                </c:pt>
                <c:pt idx="5">
                  <c:v>0.7687</c:v>
                </c:pt>
                <c:pt idx="6">
                  <c:v>0.7272</c:v>
                </c:pt>
                <c:pt idx="7">
                  <c:v>0.7165</c:v>
                </c:pt>
                <c:pt idx="8">
                  <c:v>0.7099</c:v>
                </c:pt>
                <c:pt idx="9">
                  <c:v>0.6457</c:v>
                </c:pt>
                <c:pt idx="10">
                  <c:v>0.6209</c:v>
                </c:pt>
                <c:pt idx="11">
                  <c:v>0.6178</c:v>
                </c:pt>
                <c:pt idx="12">
                  <c:v>0.6236</c:v>
                </c:pt>
                <c:pt idx="13">
                  <c:v>0.5418</c:v>
                </c:pt>
                <c:pt idx="14">
                  <c:v>0.5241</c:v>
                </c:pt>
                <c:pt idx="15">
                  <c:v>0.5241</c:v>
                </c:pt>
                <c:pt idx="16">
                  <c:v>0.5257</c:v>
                </c:pt>
                <c:pt idx="17">
                  <c:v>0.4582</c:v>
                </c:pt>
                <c:pt idx="18">
                  <c:v>0.4397</c:v>
                </c:pt>
                <c:pt idx="19">
                  <c:v>0.4227</c:v>
                </c:pt>
                <c:pt idx="20">
                  <c:v>0.4061</c:v>
                </c:pt>
                <c:pt idx="21">
                  <c:v>0.3906</c:v>
                </c:pt>
                <c:pt idx="22">
                  <c:v>0.3758</c:v>
                </c:pt>
                <c:pt idx="23">
                  <c:v>0.3612</c:v>
                </c:pt>
                <c:pt idx="24">
                  <c:v>0.3419</c:v>
                </c:pt>
                <c:pt idx="25">
                  <c:v>0.3409</c:v>
                </c:pt>
                <c:pt idx="26">
                  <c:v>0.3344</c:v>
                </c:pt>
              </c:numCache>
            </c:numRef>
          </c:val>
        </c:ser>
        <c:ser>
          <c:idx val="1"/>
          <c:order val="1"/>
          <c:tx>
            <c:v>MC T40 200 µs</c:v>
          </c:tx>
          <c:spPr>
            <a:ln xmlns:a="http://schemas.openxmlformats.org/drawingml/2006/main" w="28575">
              <a:solidFill>
                <a:srgbClr val="D92D20"/>
              </a:solidFill>
            </a:ln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Data'!$D$2:$D$28</c:f>
              <c:numCache>
                <c:formatCode>0%</c:formatCode>
                <c:ptCount val="27"/>
                <c:pt idx="0">
                  <c:v>0.79296875</c:v>
                </c:pt>
                <c:pt idx="1">
                  <c:v>0.7578125</c:v>
                </c:pt>
                <c:pt idx="2">
                  <c:v>0.720703125</c:v>
                </c:pt>
                <c:pt idx="3">
                  <c:v>0.693359375</c:v>
                </c:pt>
                <c:pt idx="4">
                  <c:v>0.6484375</c:v>
                </c:pt>
                <c:pt idx="5">
                  <c:v>0.62109375</c:v>
                </c:pt>
                <c:pt idx="6">
                  <c:v>0.576171875</c:v>
                </c:pt>
                <c:pt idx="7">
                  <c:v>0.548828125</c:v>
                </c:pt>
                <c:pt idx="8">
                  <c:v>0.521484375</c:v>
                </c:pt>
                <c:pt idx="9">
                  <c:v>0.494140625</c:v>
                </c:pt>
                <c:pt idx="10">
                  <c:v>0.474609375</c:v>
                </c:pt>
                <c:pt idx="11">
                  <c:v>0.451171875</c:v>
                </c:pt>
                <c:pt idx="12">
                  <c:v>0.416015625</c:v>
                </c:pt>
                <c:pt idx="13">
                  <c:v>0.404296875</c:v>
                </c:pt>
                <c:pt idx="14">
                  <c:v>0.37890625</c:v>
                </c:pt>
                <c:pt idx="15">
                  <c:v>0.361328125</c:v>
                </c:pt>
                <c:pt idx="16">
                  <c:v>0.349609375</c:v>
                </c:pt>
                <c:pt idx="17">
                  <c:v>0.341796875</c:v>
                </c:pt>
                <c:pt idx="18">
                  <c:v>0.33203125</c:v>
                </c:pt>
                <c:pt idx="19">
                  <c:v>0.326171875</c:v>
                </c:pt>
                <c:pt idx="20">
                  <c:v>0.3046875</c:v>
                </c:pt>
                <c:pt idx="21">
                  <c:v>0.2734375</c:v>
                </c:pt>
                <c:pt idx="22">
                  <c:v>0.271484375</c:v>
                </c:pt>
                <c:pt idx="23">
                  <c:v>0.265625</c:v>
                </c:pt>
                <c:pt idx="24">
                  <c:v>0.255859375</c:v>
                </c:pt>
                <c:pt idx="25">
                  <c:v>0.24609375</c:v>
                </c:pt>
                <c:pt idx="26">
                  <c:v>0.240234375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One-way transfers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Survival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Paper 400 µs</c:v>
          </c:tx>
          <c:spPr>
            <a:ln xmlns:a="http://schemas.openxmlformats.org/drawingml/2006/main" w="19050">
              <a:solidFill>
                <a:srgbClr val="98A2B3"/>
              </a:solidFill>
            </a:ln>
          </c:spPr>
          <c:marker>
            <c:symbol val="none"/>
          </c:marker>
          <c:cat>
            <c:numRef>
              <c:f>'Chart Data'!$A$2:$A$57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Data'!$B$2:$B$57</c:f>
              <c:numCache>
                <c:formatCode>0%</c:formatCode>
                <c:ptCount val="56"/>
                <c:pt idx="0">
                  <c:v>0.968</c:v>
                </c:pt>
                <c:pt idx="1">
                  <c:v>0.9651</c:v>
                </c:pt>
                <c:pt idx="2">
                  <c:v>0.9534</c:v>
                </c:pt>
                <c:pt idx="3">
                  <c:v>0.9319</c:v>
                </c:pt>
                <c:pt idx="4">
                  <c:v>0.9529</c:v>
                </c:pt>
                <c:pt idx="5">
                  <c:v>0.9451</c:v>
                </c:pt>
                <c:pt idx="6">
                  <c:v>0.9213</c:v>
                </c:pt>
                <c:pt idx="7">
                  <c:v>0.8997</c:v>
                </c:pt>
                <c:pt idx="8">
                  <c:v>0.9181</c:v>
                </c:pt>
                <c:pt idx="9">
                  <c:v>0.9043</c:v>
                </c:pt>
                <c:pt idx="10">
                  <c:v>0.8809</c:v>
                </c:pt>
                <c:pt idx="11">
                  <c:v>0.871</c:v>
                </c:pt>
                <c:pt idx="12">
                  <c:v>0.8728</c:v>
                </c:pt>
                <c:pt idx="13">
                  <c:v>0.8528</c:v>
                </c:pt>
                <c:pt idx="14">
                  <c:v>0.8293</c:v>
                </c:pt>
                <c:pt idx="15">
                  <c:v>0.8236</c:v>
                </c:pt>
                <c:pt idx="16">
                  <c:v>0.8198</c:v>
                </c:pt>
                <c:pt idx="17">
                  <c:v>0.7983</c:v>
                </c:pt>
                <c:pt idx="18">
                  <c:v>0.7852</c:v>
                </c:pt>
                <c:pt idx="19">
                  <c:v>0.7713</c:v>
                </c:pt>
                <c:pt idx="20">
                  <c:v>0.7573</c:v>
                </c:pt>
                <c:pt idx="21">
                  <c:v>0.7442</c:v>
                </c:pt>
                <c:pt idx="22">
                  <c:v>0.7305</c:v>
                </c:pt>
                <c:pt idx="23">
                  <c:v>0.7164</c:v>
                </c:pt>
                <c:pt idx="24">
                  <c:v>0.6939</c:v>
                </c:pt>
                <c:pt idx="25">
                  <c:v>0.6889</c:v>
                </c:pt>
                <c:pt idx="26">
                  <c:v>0.6863</c:v>
                </c:pt>
                <c:pt idx="27">
                  <c:v>0.6657</c:v>
                </c:pt>
                <c:pt idx="28">
                  <c:v>0.6532</c:v>
                </c:pt>
                <c:pt idx="29">
                  <c:v>0.6416</c:v>
                </c:pt>
                <c:pt idx="30">
                  <c:v>0.63</c:v>
                </c:pt>
                <c:pt idx="31">
                  <c:v>0.6192</c:v>
                </c:pt>
                <c:pt idx="32">
                  <c:v>0.6076</c:v>
                </c:pt>
                <c:pt idx="33">
                  <c:v>0.5969</c:v>
                </c:pt>
                <c:pt idx="34">
                  <c:v>0.5823</c:v>
                </c:pt>
                <c:pt idx="35">
                  <c:v>0.5825</c:v>
                </c:pt>
                <c:pt idx="36">
                  <c:v>0.5772</c:v>
                </c:pt>
                <c:pt idx="37">
                  <c:v>0.5557</c:v>
                </c:pt>
                <c:pt idx="38">
                  <c:v>0.5468</c:v>
                </c:pt>
                <c:pt idx="39">
                  <c:v>0.5367</c:v>
                </c:pt>
                <c:pt idx="40">
                  <c:v>0.5282</c:v>
                </c:pt>
                <c:pt idx="41">
                  <c:v>0.5184</c:v>
                </c:pt>
                <c:pt idx="42">
                  <c:v>0.5097</c:v>
                </c:pt>
                <c:pt idx="43">
                  <c:v>0.5013</c:v>
                </c:pt>
                <c:pt idx="44">
                  <c:v>0.492</c:v>
                </c:pt>
                <c:pt idx="45">
                  <c:v>0.492</c:v>
                </c:pt>
                <c:pt idx="46">
                  <c:v>0.4875</c:v>
                </c:pt>
                <c:pt idx="47">
                  <c:v>0.4689</c:v>
                </c:pt>
                <c:pt idx="48">
                  <c:v>0.4608</c:v>
                </c:pt>
                <c:pt idx="49">
                  <c:v>0.454</c:v>
                </c:pt>
                <c:pt idx="50">
                  <c:v>0.4467</c:v>
                </c:pt>
                <c:pt idx="51">
                  <c:v>0.4393</c:v>
                </c:pt>
                <c:pt idx="52">
                  <c:v>0.4321</c:v>
                </c:pt>
                <c:pt idx="53">
                  <c:v>0.4253</c:v>
                </c:pt>
                <c:pt idx="54">
                  <c:v>0.4135</c:v>
                </c:pt>
                <c:pt idx="55">
                  <c:v>0.4135</c:v>
                </c:pt>
              </c:numCache>
            </c:numRef>
          </c:val>
        </c:ser>
        <c:ser>
          <c:idx val="1"/>
          <c:order val="1"/>
          <c:tx>
            <c:v>MC T40 400 µs</c:v>
          </c:tx>
          <c:spPr>
            <a:ln xmlns:a="http://schemas.openxmlformats.org/drawingml/2006/main" w="28575">
              <a:solidFill>
                <a:srgbClr val="1570EF"/>
              </a:solidFill>
            </a:ln>
          </c:spPr>
          <c:marker>
            <c:symbol val="none"/>
          </c:marker>
          <c:cat>
            <c:numRef>
              <c:f>'Chart Data'!$C$2:$C$57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Data'!$D$2:$D$57</c:f>
              <c:numCache>
                <c:formatCode>0%</c:formatCode>
                <c:ptCount val="56"/>
                <c:pt idx="0">
                  <c:v>0.9453125</c:v>
                </c:pt>
                <c:pt idx="1">
                  <c:v>0.943359375</c:v>
                </c:pt>
                <c:pt idx="2">
                  <c:v>0.923828125</c:v>
                </c:pt>
                <c:pt idx="3">
                  <c:v>0.923828125</c:v>
                </c:pt>
                <c:pt idx="4">
                  <c:v>0.91015625</c:v>
                </c:pt>
                <c:pt idx="5">
                  <c:v>0.904296875</c:v>
                </c:pt>
                <c:pt idx="6">
                  <c:v>0.8828125</c:v>
                </c:pt>
                <c:pt idx="7">
                  <c:v>0.8828125</c:v>
                </c:pt>
                <c:pt idx="8">
                  <c:v>0.85546875</c:v>
                </c:pt>
                <c:pt idx="9">
                  <c:v>0.85546875</c:v>
                </c:pt>
                <c:pt idx="10">
                  <c:v>0.83203125</c:v>
                </c:pt>
                <c:pt idx="11">
                  <c:v>0.830078125</c:v>
                </c:pt>
                <c:pt idx="12">
                  <c:v>0.8046875</c:v>
                </c:pt>
                <c:pt idx="13">
                  <c:v>0.802734375</c:v>
                </c:pt>
                <c:pt idx="14">
                  <c:v>0.787109375</c:v>
                </c:pt>
                <c:pt idx="15">
                  <c:v>0.787109375</c:v>
                </c:pt>
                <c:pt idx="16">
                  <c:v>0.77734375</c:v>
                </c:pt>
                <c:pt idx="17">
                  <c:v>0.77734375</c:v>
                </c:pt>
                <c:pt idx="18">
                  <c:v>0.76171875</c:v>
                </c:pt>
                <c:pt idx="19">
                  <c:v>0.759765625</c:v>
                </c:pt>
                <c:pt idx="20">
                  <c:v>0.751953125</c:v>
                </c:pt>
                <c:pt idx="21">
                  <c:v>0.751953125</c:v>
                </c:pt>
                <c:pt idx="22">
                  <c:v>0.728515625</c:v>
                </c:pt>
                <c:pt idx="23">
                  <c:v>0.728515625</c:v>
                </c:pt>
                <c:pt idx="24">
                  <c:v>0.72265625</c:v>
                </c:pt>
                <c:pt idx="25">
                  <c:v>0.720703125</c:v>
                </c:pt>
                <c:pt idx="26">
                  <c:v>0.712890625</c:v>
                </c:pt>
                <c:pt idx="27">
                  <c:v>0.712890625</c:v>
                </c:pt>
                <c:pt idx="28">
                  <c:v>0.701171875</c:v>
                </c:pt>
                <c:pt idx="29">
                  <c:v>0.701171875</c:v>
                </c:pt>
                <c:pt idx="30">
                  <c:v>0.6796875</c:v>
                </c:pt>
                <c:pt idx="31">
                  <c:v>0.67578125</c:v>
                </c:pt>
                <c:pt idx="32">
                  <c:v>0.666015625</c:v>
                </c:pt>
                <c:pt idx="33">
                  <c:v>0.6640625</c:v>
                </c:pt>
                <c:pt idx="34">
                  <c:v>0.646484375</c:v>
                </c:pt>
                <c:pt idx="35">
                  <c:v>0.64453125</c:v>
                </c:pt>
                <c:pt idx="36">
                  <c:v>0.62890625</c:v>
                </c:pt>
                <c:pt idx="37">
                  <c:v>0.62890625</c:v>
                </c:pt>
                <c:pt idx="38">
                  <c:v>0.61328125</c:v>
                </c:pt>
                <c:pt idx="39">
                  <c:v>0.61328125</c:v>
                </c:pt>
                <c:pt idx="40">
                  <c:v>0.607421875</c:v>
                </c:pt>
                <c:pt idx="41">
                  <c:v>0.607421875</c:v>
                </c:pt>
                <c:pt idx="42">
                  <c:v>0.603515625</c:v>
                </c:pt>
                <c:pt idx="43">
                  <c:v>0.599609375</c:v>
                </c:pt>
                <c:pt idx="44">
                  <c:v>0.591796875</c:v>
                </c:pt>
                <c:pt idx="45">
                  <c:v>0.58984375</c:v>
                </c:pt>
                <c:pt idx="46">
                  <c:v>0.572265625</c:v>
                </c:pt>
                <c:pt idx="47">
                  <c:v>0.568359375</c:v>
                </c:pt>
                <c:pt idx="48">
                  <c:v>0.5546875</c:v>
                </c:pt>
                <c:pt idx="49">
                  <c:v>0.5546875</c:v>
                </c:pt>
                <c:pt idx="50">
                  <c:v>0.548828125</c:v>
                </c:pt>
                <c:pt idx="51">
                  <c:v>0.546875</c:v>
                </c:pt>
                <c:pt idx="52">
                  <c:v>0.5390625</c:v>
                </c:pt>
                <c:pt idx="53">
                  <c:v>0.5390625</c:v>
                </c:pt>
                <c:pt idx="54">
                  <c:v>0.525390625</c:v>
                </c:pt>
                <c:pt idx="55">
                  <c:v>0.525390625</c:v>
                </c:pt>
              </c:numCache>
            </c:numRef>
          </c:val>
        </c:ser>
        <c:ser>
          <c:idx val="2"/>
          <c:order val="2"/>
          <c:tx>
            <c:v>Paper 600 µs</c:v>
          </c:tx>
          <c:spPr>
            <a:ln xmlns:a="http://schemas.openxmlformats.org/drawingml/2006/main" w="19050">
              <a:solidFill>
                <a:srgbClr val="344054"/>
              </a:solidFill>
            </a:ln>
          </c:spPr>
          <c:marker>
            <c:symbol val="none"/>
          </c:marker>
          <c:cat>
            <c:numRef>
              <c:f>'Chart Data'!$E$2:$E$57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Data'!$F$2:$F$57</c:f>
              <c:numCache>
                <c:formatCode>0%</c:formatCode>
                <c:ptCount val="56"/>
                <c:pt idx="0">
                  <c:v>0.9706</c:v>
                </c:pt>
                <c:pt idx="1">
                  <c:v>0.9719</c:v>
                </c:pt>
                <c:pt idx="2">
                  <c:v>0.9699</c:v>
                </c:pt>
                <c:pt idx="3">
                  <c:v>0.9682</c:v>
                </c:pt>
                <c:pt idx="4">
                  <c:v>0.9664</c:v>
                </c:pt>
                <c:pt idx="5">
                  <c:v>0.9637</c:v>
                </c:pt>
                <c:pt idx="6">
                  <c:v>0.9474</c:v>
                </c:pt>
                <c:pt idx="7">
                  <c:v>0.9259</c:v>
                </c:pt>
                <c:pt idx="8">
                  <c:v>0.9471</c:v>
                </c:pt>
                <c:pt idx="9">
                  <c:v>0.9511</c:v>
                </c:pt>
                <c:pt idx="10">
                  <c:v>0.9339</c:v>
                </c:pt>
                <c:pt idx="11">
                  <c:v>0.9139</c:v>
                </c:pt>
                <c:pt idx="12">
                  <c:v>0.9331</c:v>
                </c:pt>
                <c:pt idx="13">
                  <c:v>0.9296</c:v>
                </c:pt>
                <c:pt idx="14">
                  <c:v>0.9093</c:v>
                </c:pt>
                <c:pt idx="15">
                  <c:v>0.8886</c:v>
                </c:pt>
                <c:pt idx="16">
                  <c:v>0.9078</c:v>
                </c:pt>
                <c:pt idx="17">
                  <c:v>0.8958</c:v>
                </c:pt>
                <c:pt idx="18">
                  <c:v>0.8861</c:v>
                </c:pt>
                <c:pt idx="19">
                  <c:v>0.8776</c:v>
                </c:pt>
                <c:pt idx="20">
                  <c:v>0.8677</c:v>
                </c:pt>
                <c:pt idx="21">
                  <c:v>0.8581</c:v>
                </c:pt>
                <c:pt idx="22">
                  <c:v>0.8489</c:v>
                </c:pt>
                <c:pt idx="23">
                  <c:v>0.8388</c:v>
                </c:pt>
                <c:pt idx="24">
                  <c:v>0.8188</c:v>
                </c:pt>
                <c:pt idx="25">
                  <c:v>0.8152</c:v>
                </c:pt>
                <c:pt idx="26">
                  <c:v>0.8152</c:v>
                </c:pt>
                <c:pt idx="27">
                  <c:v>0.8014</c:v>
                </c:pt>
                <c:pt idx="28">
                  <c:v>0.7916</c:v>
                </c:pt>
                <c:pt idx="29">
                  <c:v>0.7817</c:v>
                </c:pt>
                <c:pt idx="30">
                  <c:v>0.7723</c:v>
                </c:pt>
                <c:pt idx="31">
                  <c:v>0.7629</c:v>
                </c:pt>
                <c:pt idx="32">
                  <c:v>0.7528</c:v>
                </c:pt>
                <c:pt idx="33">
                  <c:v>0.7437</c:v>
                </c:pt>
                <c:pt idx="34">
                  <c:v>0.727</c:v>
                </c:pt>
                <c:pt idx="35">
                  <c:v>0.7259</c:v>
                </c:pt>
                <c:pt idx="36">
                  <c:v>0.7249</c:v>
                </c:pt>
                <c:pt idx="37">
                  <c:v>0.7082</c:v>
                </c:pt>
                <c:pt idx="38">
                  <c:v>0.6991</c:v>
                </c:pt>
                <c:pt idx="39">
                  <c:v>0.6909</c:v>
                </c:pt>
                <c:pt idx="40">
                  <c:v>0.6826</c:v>
                </c:pt>
                <c:pt idx="41">
                  <c:v>0.6744</c:v>
                </c:pt>
                <c:pt idx="42">
                  <c:v>0.6662</c:v>
                </c:pt>
                <c:pt idx="43">
                  <c:v>0.6582</c:v>
                </c:pt>
                <c:pt idx="44">
                  <c:v>0.6498</c:v>
                </c:pt>
                <c:pt idx="45">
                  <c:v>0.6498</c:v>
                </c:pt>
                <c:pt idx="46">
                  <c:v>0.6459</c:v>
                </c:pt>
                <c:pt idx="47">
                  <c:v>0.6275</c:v>
                </c:pt>
                <c:pt idx="48">
                  <c:v>0.6203</c:v>
                </c:pt>
                <c:pt idx="49">
                  <c:v>0.6135</c:v>
                </c:pt>
                <c:pt idx="50">
                  <c:v>0.6062</c:v>
                </c:pt>
                <c:pt idx="51">
                  <c:v>0.5996</c:v>
                </c:pt>
                <c:pt idx="52">
                  <c:v>0.5929</c:v>
                </c:pt>
                <c:pt idx="53">
                  <c:v>0.5857</c:v>
                </c:pt>
                <c:pt idx="54">
                  <c:v>0.5732</c:v>
                </c:pt>
                <c:pt idx="55">
                  <c:v>0.5726</c:v>
                </c:pt>
              </c:numCache>
            </c:numRef>
          </c:val>
        </c:ser>
        <c:ser>
          <c:idx val="3"/>
          <c:order val="3"/>
          <c:tx>
            <c:v>MC T40 600 µs</c:v>
          </c:tx>
          <c:spPr>
            <a:ln xmlns:a="http://schemas.openxmlformats.org/drawingml/2006/main" w="28575">
              <a:solidFill>
                <a:srgbClr val="0E9384"/>
              </a:solidFill>
            </a:ln>
          </c:spPr>
          <c:marker>
            <c:symbol val="none"/>
          </c:marker>
          <c:cat>
            <c:numRef>
              <c:f>'Chart Data'!$G$2:$G$57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Data'!$H$2:$H$57</c:f>
              <c:numCache>
                <c:formatCode>0%</c:formatCode>
                <c:ptCount val="56"/>
                <c:pt idx="0">
                  <c:v>0.94921875</c:v>
                </c:pt>
                <c:pt idx="1">
                  <c:v>0.94921875</c:v>
                </c:pt>
                <c:pt idx="2">
                  <c:v>0.93359375</c:v>
                </c:pt>
                <c:pt idx="3">
                  <c:v>0.93359375</c:v>
                </c:pt>
                <c:pt idx="4">
                  <c:v>0.92578125</c:v>
                </c:pt>
                <c:pt idx="5">
                  <c:v>0.92578125</c:v>
                </c:pt>
                <c:pt idx="6">
                  <c:v>0.91796875</c:v>
                </c:pt>
                <c:pt idx="7">
                  <c:v>0.91796875</c:v>
                </c:pt>
                <c:pt idx="8">
                  <c:v>0.90625</c:v>
                </c:pt>
                <c:pt idx="9">
                  <c:v>0.90625</c:v>
                </c:pt>
                <c:pt idx="10">
                  <c:v>0.896484375</c:v>
                </c:pt>
                <c:pt idx="11">
                  <c:v>0.896484375</c:v>
                </c:pt>
                <c:pt idx="12">
                  <c:v>0.890625</c:v>
                </c:pt>
                <c:pt idx="13">
                  <c:v>0.890625</c:v>
                </c:pt>
                <c:pt idx="14">
                  <c:v>0.88671875</c:v>
                </c:pt>
                <c:pt idx="15">
                  <c:v>0.884765625</c:v>
                </c:pt>
                <c:pt idx="16">
                  <c:v>0.876953125</c:v>
                </c:pt>
                <c:pt idx="17">
                  <c:v>0.876953125</c:v>
                </c:pt>
                <c:pt idx="18">
                  <c:v>0.87109375</c:v>
                </c:pt>
                <c:pt idx="19">
                  <c:v>0.87109375</c:v>
                </c:pt>
                <c:pt idx="20">
                  <c:v>0.857421875</c:v>
                </c:pt>
                <c:pt idx="21">
                  <c:v>0.857421875</c:v>
                </c:pt>
                <c:pt idx="22">
                  <c:v>0.841796875</c:v>
                </c:pt>
                <c:pt idx="23">
                  <c:v>0.841796875</c:v>
                </c:pt>
                <c:pt idx="24">
                  <c:v>0.837890625</c:v>
                </c:pt>
                <c:pt idx="25">
                  <c:v>0.837890625</c:v>
                </c:pt>
                <c:pt idx="26">
                  <c:v>0.826171875</c:v>
                </c:pt>
                <c:pt idx="27">
                  <c:v>0.82421875</c:v>
                </c:pt>
                <c:pt idx="28">
                  <c:v>0.814453125</c:v>
                </c:pt>
                <c:pt idx="29">
                  <c:v>0.814453125</c:v>
                </c:pt>
                <c:pt idx="30">
                  <c:v>0.806640625</c:v>
                </c:pt>
                <c:pt idx="31">
                  <c:v>0.806640625</c:v>
                </c:pt>
                <c:pt idx="32">
                  <c:v>0.80078125</c:v>
                </c:pt>
                <c:pt idx="33">
                  <c:v>0.80078125</c:v>
                </c:pt>
                <c:pt idx="34">
                  <c:v>0.794921875</c:v>
                </c:pt>
                <c:pt idx="35">
                  <c:v>0.794921875</c:v>
                </c:pt>
                <c:pt idx="36">
                  <c:v>0.783203125</c:v>
                </c:pt>
                <c:pt idx="37">
                  <c:v>0.783203125</c:v>
                </c:pt>
                <c:pt idx="38">
                  <c:v>0.7734375</c:v>
                </c:pt>
                <c:pt idx="39">
                  <c:v>0.7734375</c:v>
                </c:pt>
                <c:pt idx="40">
                  <c:v>0.76171875</c:v>
                </c:pt>
                <c:pt idx="41">
                  <c:v>0.759765625</c:v>
                </c:pt>
                <c:pt idx="42">
                  <c:v>0.744140625</c:v>
                </c:pt>
                <c:pt idx="43">
                  <c:v>0.744140625</c:v>
                </c:pt>
                <c:pt idx="44">
                  <c:v>0.73828125</c:v>
                </c:pt>
                <c:pt idx="45">
                  <c:v>0.73828125</c:v>
                </c:pt>
                <c:pt idx="46">
                  <c:v>0.734375</c:v>
                </c:pt>
                <c:pt idx="47">
                  <c:v>0.732421875</c:v>
                </c:pt>
                <c:pt idx="48">
                  <c:v>0.73046875</c:v>
                </c:pt>
                <c:pt idx="49">
                  <c:v>0.73046875</c:v>
                </c:pt>
                <c:pt idx="50">
                  <c:v>0.720703125</c:v>
                </c:pt>
                <c:pt idx="51">
                  <c:v>0.720703125</c:v>
                </c:pt>
                <c:pt idx="52">
                  <c:v>0.703125</c:v>
                </c:pt>
                <c:pt idx="53">
                  <c:v>0.701171875</c:v>
                </c:pt>
                <c:pt idx="54">
                  <c:v>0.68359375</c:v>
                </c:pt>
                <c:pt idx="55">
                  <c:v>0.68359375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One-way transfers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Survival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Manual 400 µs</c:v>
          </c:tx>
          <c:spPr>
            <a:solidFill xmlns:a="http://schemas.openxmlformats.org/drawingml/2006/main">
              <a:srgbClr val="98A2B3"/>
            </a:solidFill>
          </c:spPr>
          <c:cat>
            <c:strRef>
              <c:f>'Chart Data'!$A$2:$A$3</c:f>
              <c:strCache>
                <c:ptCount val="2"/>
                <c:pt idx="0">
                  <c:v>Paper</c:v>
                </c:pt>
                <c:pt idx="1">
                  <c:v>MC T40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0.4135</c:v>
                </c:pt>
                <c:pt idx="1">
                  <c:v>0.52734375</c:v>
                </c:pt>
              </c:numCache>
            </c:numRef>
          </c:val>
        </c:ser>
        <c:ser>
          <c:idx val="1"/>
          <c:order val="1"/>
          <c:tx>
            <c:v>Fig. 6c ML 400 µs</c:v>
          </c:tx>
          <c:spPr>
            <a:solidFill xmlns:a="http://schemas.openxmlformats.org/drawingml/2006/main">
              <a:srgbClr val="0E9384"/>
            </a:solidFill>
          </c:spPr>
          <c:cat>
            <c:strRef>
              <c:f>'Chart Data'!$C$2:$C$3</c:f>
              <c:strCache>
                <c:ptCount val="2"/>
                <c:pt idx="0">
                  <c:v>Paper</c:v>
                </c:pt>
                <c:pt idx="1">
                  <c:v>MC T40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0.6633</c:v>
                </c:pt>
                <c:pt idx="1">
                  <c:v>0.7578125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34405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S(60)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position</c:v>
          </c:tx>
          <c:spPr>
            <a:ln xmlns:a="http://schemas.openxmlformats.org/drawingml/2006/main" w="28575">
              <a:solidFill>
                <a:srgbClr val="475467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Data'!$B$2:$B$16</c:f>
              <c:numCache>
                <c:formatCode>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0.000728265817023</c:v>
                </c:pt>
                <c:pt idx="8">
                  <c:v>0.0695738025988</c:v>
                </c:pt>
                <c:pt idx="9">
                  <c:v>0.386747897679</c:v>
                </c:pt>
                <c:pt idx="10">
                  <c:v>0.964185192895</c:v>
                </c:pt>
                <c:pt idx="11">
                  <c:v>1.61328129666</c:v>
                </c:pt>
                <c:pt idx="12">
                  <c:v>2.13498396302</c:v>
                </c:pt>
                <c:pt idx="13">
                  <c:v>2.36682462568</c:v>
                </c:pt>
                <c:pt idx="14">
                  <c:v>2.4</c:v>
                </c:pt>
              </c:numCache>
            </c:numRef>
          </c:val>
        </c:ser>
        <c:ser>
          <c:idx val="1"/>
          <c:order val="1"/>
          <c:tx>
            <c:v>Fig. 6c ML position</c:v>
          </c:tx>
          <c:spPr>
            <a:ln xmlns:a="http://schemas.openxmlformats.org/drawingml/2006/main" w="28575">
              <a:solidFill>
                <a:srgbClr val="0E938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E9384"/>
              </a:solidFill>
            </c:spPr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Data'!$D$2:$D$16</c:f>
              <c:numCache>
                <c:formatCode>0.0</c:formatCode>
                <c:ptCount val="15"/>
                <c:pt idx="0">
                  <c:v>0.00413555622832</c:v>
                </c:pt>
                <c:pt idx="1">
                  <c:v>0.0419971063815</c:v>
                </c:pt>
                <c:pt idx="2">
                  <c:v>0.111132648305</c:v>
                </c:pt>
                <c:pt idx="3">
                  <c:v>0.112744730658</c:v>
                </c:pt>
                <c:pt idx="4">
                  <c:v>0.112164973556</c:v>
                </c:pt>
                <c:pt idx="5">
                  <c:v>0.188751715328</c:v>
                </c:pt>
                <c:pt idx="6">
                  <c:v>0.3203341165</c:v>
                </c:pt>
                <c:pt idx="7">
                  <c:v>0.495750877979</c:v>
                </c:pt>
                <c:pt idx="8">
                  <c:v>0.697274505876</c:v>
                </c:pt>
                <c:pt idx="9">
                  <c:v>0.947967362687</c:v>
                </c:pt>
                <c:pt idx="10">
                  <c:v>1.24095377898</c:v>
                </c:pt>
                <c:pt idx="11">
                  <c:v>1.54418662097</c:v>
                </c:pt>
                <c:pt idx="12">
                  <c:v>1.85643053763</c:v>
                </c:pt>
                <c:pt idx="13">
                  <c:v>2.2099389317</c:v>
                </c:pt>
                <c:pt idx="14">
                  <c:v>2.40425070917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(µs)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Position (µm)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depth</c:v>
          </c:tx>
          <c:spPr>
            <a:ln xmlns:a="http://schemas.openxmlformats.org/drawingml/2006/main" w="28575">
              <a:solidFill>
                <a:srgbClr val="475467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Data'!$B$2:$B$16</c:f>
              <c:numCache>
                <c:formatCode>0.00</c:formatCode>
                <c:ptCount val="15"/>
                <c:pt idx="0">
                  <c:v>0</c:v>
                </c:pt>
                <c:pt idx="1">
                  <c:v>0.00620039682538</c:v>
                </c:pt>
                <c:pt idx="2">
                  <c:v>0.0248015873016</c:v>
                </c:pt>
                <c:pt idx="3">
                  <c:v>0.0558035714286</c:v>
                </c:pt>
                <c:pt idx="4">
                  <c:v>0.0992063492068</c:v>
                </c:pt>
                <c:pt idx="5">
                  <c:v>0.155009920635</c:v>
                </c:pt>
                <c:pt idx="6">
                  <c:v>0.223214285715</c:v>
                </c:pt>
                <c:pt idx="7">
                  <c:v>0.28</c:v>
                </c:pt>
                <c:pt idx="8">
                  <c:v>0.28</c:v>
                </c:pt>
                <c:pt idx="9">
                  <c:v>0.28</c:v>
                </c:pt>
                <c:pt idx="10">
                  <c:v>0.28</c:v>
                </c:pt>
                <c:pt idx="11">
                  <c:v>0.28</c:v>
                </c:pt>
                <c:pt idx="12">
                  <c:v>0.28</c:v>
                </c:pt>
                <c:pt idx="13">
                  <c:v>0.28</c:v>
                </c:pt>
                <c:pt idx="14">
                  <c:v>0.28</c:v>
                </c:pt>
              </c:numCache>
            </c:numRef>
          </c:val>
        </c:ser>
        <c:ser>
          <c:idx val="1"/>
          <c:order val="1"/>
          <c:tx>
            <c:v>Fig. 6c ML depth</c:v>
          </c:tx>
          <c:spPr>
            <a:ln xmlns:a="http://schemas.openxmlformats.org/drawingml/2006/main" w="28575">
              <a:solidFill>
                <a:srgbClr val="0BA5EC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BA5EC"/>
              </a:solidFill>
            </c:spPr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0</c:v>
                </c:pt>
                <c:pt idx="1">
                  <c:v>29</c:v>
                </c:pt>
                <c:pt idx="2">
                  <c:v>57</c:v>
                </c:pt>
                <c:pt idx="3">
                  <c:v>86</c:v>
                </c:pt>
                <c:pt idx="4">
                  <c:v>114</c:v>
                </c:pt>
                <c:pt idx="5">
                  <c:v>143</c:v>
                </c:pt>
                <c:pt idx="6">
                  <c:v>171</c:v>
                </c:pt>
                <c:pt idx="7">
                  <c:v>200</c:v>
                </c:pt>
                <c:pt idx="8">
                  <c:v>229</c:v>
                </c:pt>
                <c:pt idx="9">
                  <c:v>257</c:v>
                </c:pt>
                <c:pt idx="10">
                  <c:v>286</c:v>
                </c:pt>
                <c:pt idx="11">
                  <c:v>314</c:v>
                </c:pt>
                <c:pt idx="12">
                  <c:v>343</c:v>
                </c:pt>
                <c:pt idx="13">
                  <c:v>371</c:v>
                </c:pt>
                <c:pt idx="14">
                  <c:v>400</c:v>
                </c:pt>
              </c:numCache>
            </c:numRef>
          </c:cat>
          <c:val>
            <c:numRef>
              <c:f>'Chart Data'!$D$2:$D$16</c:f>
              <c:numCache>
                <c:formatCode>0.00</c:formatCode>
                <c:ptCount val="15"/>
                <c:pt idx="0">
                  <c:v>0.000499713044256</c:v>
                </c:pt>
                <c:pt idx="1">
                  <c:v>0.00414644376358</c:v>
                </c:pt>
                <c:pt idx="2">
                  <c:v>0.0106480724655</c:v>
                </c:pt>
                <c:pt idx="3">
                  <c:v>0.0190312328974</c:v>
                </c:pt>
                <c:pt idx="4">
                  <c:v>0.0379906963848</c:v>
                </c:pt>
                <c:pt idx="5">
                  <c:v>0.076288963437</c:v>
                </c:pt>
                <c:pt idx="6">
                  <c:v>0.134921041123</c:v>
                </c:pt>
                <c:pt idx="7">
                  <c:v>0.212284107178</c:v>
                </c:pt>
                <c:pt idx="8">
                  <c:v>0.268490549952</c:v>
                </c:pt>
                <c:pt idx="9">
                  <c:v>0.280469653025</c:v>
                </c:pt>
                <c:pt idx="10">
                  <c:v>0.280598817921</c:v>
                </c:pt>
                <c:pt idx="11">
                  <c:v>0.28052501195</c:v>
                </c:pt>
                <c:pt idx="12">
                  <c:v>0.280516692702</c:v>
                </c:pt>
                <c:pt idx="13">
                  <c:v>0.280516692702</c:v>
                </c:pt>
                <c:pt idx="14">
                  <c:v>0.280516692702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(µs)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Depth (mK)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S(60)</c:v>
          </c:tx>
          <c:spPr>
            <a:solidFill xmlns:a="http://schemas.openxmlformats.org/drawingml/2006/main">
              <a:srgbClr val="1570E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8A2B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6708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BA5E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E9384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Dman / Pman</c:v>
                </c:pt>
                <c:pt idx="1">
                  <c:v>DML / Pman</c:v>
                </c:pt>
                <c:pt idx="2">
                  <c:v>Dman / PML</c:v>
                </c:pt>
                <c:pt idx="3">
                  <c:v>DML / PML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0.5254</c:v>
                </c:pt>
                <c:pt idx="1">
                  <c:v>0.5293</c:v>
                </c:pt>
                <c:pt idx="2">
                  <c:v>0.8086</c:v>
                </c:pt>
                <c:pt idx="3">
                  <c:v>0.8047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34405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S(60)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200 error</c:v>
          </c:tx>
          <c:spPr>
            <a:ln xmlns:a="http://schemas.openxmlformats.org/drawingml/2006/main" w="28575">
              <a:solidFill>
                <a:srgbClr val="D92D20"/>
              </a:solidFill>
            </a:ln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Data'!$B$2:$B$28</c:f>
              <c:numCache>
                <c:formatCode>0%</c:formatCode>
                <c:ptCount val="27"/>
                <c:pt idx="0">
                  <c:v>-0.13203125</c:v>
                </c:pt>
                <c:pt idx="1">
                  <c:v>-0.1349875</c:v>
                </c:pt>
                <c:pt idx="2">
                  <c:v>-0.135696875</c:v>
                </c:pt>
                <c:pt idx="3">
                  <c:v>-0.154840625</c:v>
                </c:pt>
                <c:pt idx="4">
                  <c:v>-0.1996625</c:v>
                </c:pt>
                <c:pt idx="5">
                  <c:v>-0.14760625</c:v>
                </c:pt>
                <c:pt idx="6">
                  <c:v>-0.151028125</c:v>
                </c:pt>
                <c:pt idx="7">
                  <c:v>-0.167671875</c:v>
                </c:pt>
                <c:pt idx="8">
                  <c:v>-0.188415625</c:v>
                </c:pt>
                <c:pt idx="9">
                  <c:v>-0.151559375</c:v>
                </c:pt>
                <c:pt idx="10">
                  <c:v>-0.146290625</c:v>
                </c:pt>
                <c:pt idx="11">
                  <c:v>-0.166628125</c:v>
                </c:pt>
                <c:pt idx="12">
                  <c:v>-0.207584375</c:v>
                </c:pt>
                <c:pt idx="13">
                  <c:v>-0.137503125</c:v>
                </c:pt>
                <c:pt idx="14">
                  <c:v>-0.14519375</c:v>
                </c:pt>
                <c:pt idx="15">
                  <c:v>-0.162771875</c:v>
                </c:pt>
                <c:pt idx="16">
                  <c:v>-0.176090625</c:v>
                </c:pt>
                <c:pt idx="17">
                  <c:v>-0.116403125</c:v>
                </c:pt>
                <c:pt idx="18">
                  <c:v>-0.10766875</c:v>
                </c:pt>
                <c:pt idx="19">
                  <c:v>-0.096528125</c:v>
                </c:pt>
                <c:pt idx="20">
                  <c:v>-0.1014125</c:v>
                </c:pt>
                <c:pt idx="21">
                  <c:v>-0.1171625</c:v>
                </c:pt>
                <c:pt idx="22">
                  <c:v>-0.104315625</c:v>
                </c:pt>
                <c:pt idx="23">
                  <c:v>-0.095575</c:v>
                </c:pt>
                <c:pt idx="24">
                  <c:v>-0.086040625</c:v>
                </c:pt>
                <c:pt idx="25">
                  <c:v>-0.09480625</c:v>
                </c:pt>
                <c:pt idx="26">
                  <c:v>-0.094165625</c:v>
                </c:pt>
              </c:numCache>
            </c:numRef>
          </c:val>
        </c:ser>
        <c:ser>
          <c:idx val="1"/>
          <c:order val="1"/>
          <c:tx>
            <c:v>Zero</c:v>
          </c:tx>
          <c:spPr>
            <a:ln xmlns:a="http://schemas.openxmlformats.org/drawingml/2006/main" w="9525">
              <a:solidFill>
                <a:srgbClr val="D0D5DD"/>
              </a:solidFill>
            </a:ln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Data'!$D$2:$D$28</c:f>
              <c:numCache>
                <c:formatCode>0%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5"/>
          <c:min val="-0.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MC − Paper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Manual 400 error</c:v>
          </c:tx>
          <c:spPr>
            <a:ln xmlns:a="http://schemas.openxmlformats.org/drawingml/2006/main" w="28575">
              <a:solidFill>
                <a:srgbClr val="1570EF"/>
              </a:solidFill>
            </a:ln>
          </c:spPr>
          <c:marker>
            <c:symbol val="none"/>
          </c:marker>
          <c:cat>
            <c:numRef>
              <c:f>'Chart Data'!$A$2:$A$57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Data'!$B$2:$B$57</c:f>
              <c:numCache>
                <c:formatCode>0%</c:formatCode>
                <c:ptCount val="56"/>
                <c:pt idx="0">
                  <c:v>-0.0226875</c:v>
                </c:pt>
                <c:pt idx="1">
                  <c:v>-0.021740625</c:v>
                </c:pt>
                <c:pt idx="2">
                  <c:v>-0.029571875</c:v>
                </c:pt>
                <c:pt idx="3">
                  <c:v>-0.008071875</c:v>
                </c:pt>
                <c:pt idx="4">
                  <c:v>-0.04274375</c:v>
                </c:pt>
                <c:pt idx="5">
                  <c:v>-0.040803125</c:v>
                </c:pt>
                <c:pt idx="6">
                  <c:v>-0.0384875</c:v>
                </c:pt>
                <c:pt idx="7">
                  <c:v>-0.0168875</c:v>
                </c:pt>
                <c:pt idx="8">
                  <c:v>-0.06263125</c:v>
                </c:pt>
                <c:pt idx="9">
                  <c:v>-0.04883125</c:v>
                </c:pt>
                <c:pt idx="10">
                  <c:v>-0.04886875</c:v>
                </c:pt>
                <c:pt idx="11">
                  <c:v>-0.040921875</c:v>
                </c:pt>
                <c:pt idx="12">
                  <c:v>-0.0681125</c:v>
                </c:pt>
                <c:pt idx="13">
                  <c:v>-0.050065625</c:v>
                </c:pt>
                <c:pt idx="14">
                  <c:v>-0.042190625</c:v>
                </c:pt>
                <c:pt idx="15">
                  <c:v>-0.036490625</c:v>
                </c:pt>
                <c:pt idx="16">
                  <c:v>-0.04245625</c:v>
                </c:pt>
                <c:pt idx="17">
                  <c:v>-0.02095625</c:v>
                </c:pt>
                <c:pt idx="18">
                  <c:v>-0.02348125</c:v>
                </c:pt>
                <c:pt idx="19">
                  <c:v>-0.011534375</c:v>
                </c:pt>
                <c:pt idx="20">
                  <c:v>-0.005346875</c:v>
                </c:pt>
                <c:pt idx="21">
                  <c:v>0.007753125</c:v>
                </c:pt>
                <c:pt idx="22">
                  <c:v>-0.001984375</c:v>
                </c:pt>
                <c:pt idx="23">
                  <c:v>0.012115625</c:v>
                </c:pt>
                <c:pt idx="24">
                  <c:v>0.02875625</c:v>
                </c:pt>
                <c:pt idx="25">
                  <c:v>0.031803125</c:v>
                </c:pt>
                <c:pt idx="26">
                  <c:v>0.026590625</c:v>
                </c:pt>
                <c:pt idx="27">
                  <c:v>0.047190625</c:v>
                </c:pt>
                <c:pt idx="28">
                  <c:v>0.047971875</c:v>
                </c:pt>
                <c:pt idx="29">
                  <c:v>0.059571875</c:v>
                </c:pt>
                <c:pt idx="30">
                  <c:v>0.0496875</c:v>
                </c:pt>
                <c:pt idx="31">
                  <c:v>0.05658125</c:v>
                </c:pt>
                <c:pt idx="32">
                  <c:v>0.058415625</c:v>
                </c:pt>
                <c:pt idx="33">
                  <c:v>0.0671625</c:v>
                </c:pt>
                <c:pt idx="34">
                  <c:v>0.064184375</c:v>
                </c:pt>
                <c:pt idx="35">
                  <c:v>0.06203125</c:v>
                </c:pt>
                <c:pt idx="36">
                  <c:v>0.05170625</c:v>
                </c:pt>
                <c:pt idx="37">
                  <c:v>0.07320625</c:v>
                </c:pt>
                <c:pt idx="38">
                  <c:v>0.06648125</c:v>
                </c:pt>
                <c:pt idx="39">
                  <c:v>0.07658125</c:v>
                </c:pt>
                <c:pt idx="40">
                  <c:v>0.079221875</c:v>
                </c:pt>
                <c:pt idx="41">
                  <c:v>0.089021875</c:v>
                </c:pt>
                <c:pt idx="42">
                  <c:v>0.093815625</c:v>
                </c:pt>
                <c:pt idx="43">
                  <c:v>0.098309375</c:v>
                </c:pt>
                <c:pt idx="44">
                  <c:v>0.099796875</c:v>
                </c:pt>
                <c:pt idx="45">
                  <c:v>0.09784375</c:v>
                </c:pt>
                <c:pt idx="46">
                  <c:v>0.084765625</c:v>
                </c:pt>
                <c:pt idx="47">
                  <c:v>0.099459375</c:v>
                </c:pt>
                <c:pt idx="48">
                  <c:v>0.0938875</c:v>
                </c:pt>
                <c:pt idx="49">
                  <c:v>0.1006875</c:v>
                </c:pt>
                <c:pt idx="50">
                  <c:v>0.102128125</c:v>
                </c:pt>
                <c:pt idx="51">
                  <c:v>0.107575</c:v>
                </c:pt>
                <c:pt idx="52">
                  <c:v>0.1069625</c:v>
                </c:pt>
                <c:pt idx="53">
                  <c:v>0.1137625</c:v>
                </c:pt>
                <c:pt idx="54">
                  <c:v>0.111890625</c:v>
                </c:pt>
                <c:pt idx="55">
                  <c:v>0.111890625</c:v>
                </c:pt>
              </c:numCache>
            </c:numRef>
          </c:val>
        </c:ser>
        <c:ser>
          <c:idx val="1"/>
          <c:order val="1"/>
          <c:tx>
            <c:v>Manual 600 error</c:v>
          </c:tx>
          <c:spPr>
            <a:ln xmlns:a="http://schemas.openxmlformats.org/drawingml/2006/main" w="28575">
              <a:solidFill>
                <a:srgbClr val="0E9384"/>
              </a:solidFill>
            </a:ln>
          </c:spPr>
          <c:marker>
            <c:symbol val="none"/>
          </c:marker>
          <c:cat>
            <c:numRef>
              <c:f>'Chart Data'!$C$2:$C$57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Data'!$D$2:$D$57</c:f>
              <c:numCache>
                <c:formatCode>0%</c:formatCode>
                <c:ptCount val="56"/>
                <c:pt idx="0">
                  <c:v>-0.02138125</c:v>
                </c:pt>
                <c:pt idx="1">
                  <c:v>-0.02268125</c:v>
                </c:pt>
                <c:pt idx="2">
                  <c:v>-0.03630625</c:v>
                </c:pt>
                <c:pt idx="3">
                  <c:v>-0.03460625</c:v>
                </c:pt>
                <c:pt idx="4">
                  <c:v>-0.04061875</c:v>
                </c:pt>
                <c:pt idx="5">
                  <c:v>-0.03791875</c:v>
                </c:pt>
                <c:pt idx="6">
                  <c:v>-0.02943125</c:v>
                </c:pt>
                <c:pt idx="7">
                  <c:v>-0.00793125</c:v>
                </c:pt>
                <c:pt idx="8">
                  <c:v>-0.04085</c:v>
                </c:pt>
                <c:pt idx="9">
                  <c:v>-0.04485</c:v>
                </c:pt>
                <c:pt idx="10">
                  <c:v>-0.037415625</c:v>
                </c:pt>
                <c:pt idx="11">
                  <c:v>-0.017415625</c:v>
                </c:pt>
                <c:pt idx="12">
                  <c:v>-0.042475</c:v>
                </c:pt>
                <c:pt idx="13">
                  <c:v>-0.038975</c:v>
                </c:pt>
                <c:pt idx="14">
                  <c:v>-0.02258125</c:v>
                </c:pt>
                <c:pt idx="15">
                  <c:v>-0.003834375</c:v>
                </c:pt>
                <c:pt idx="16">
                  <c:v>-0.030846875</c:v>
                </c:pt>
                <c:pt idx="17">
                  <c:v>-0.018846875</c:v>
                </c:pt>
                <c:pt idx="18">
                  <c:v>-0.01500625</c:v>
                </c:pt>
                <c:pt idx="19">
                  <c:v>-0.00650625</c:v>
                </c:pt>
                <c:pt idx="20">
                  <c:v>-0.010278125</c:v>
                </c:pt>
                <c:pt idx="21">
                  <c:v>-0.000678125</c:v>
                </c:pt>
                <c:pt idx="22">
                  <c:v>-0.007103125</c:v>
                </c:pt>
                <c:pt idx="23">
                  <c:v>0.002996875</c:v>
                </c:pt>
                <c:pt idx="24">
                  <c:v>0.019090625</c:v>
                </c:pt>
                <c:pt idx="25">
                  <c:v>0.022690625</c:v>
                </c:pt>
                <c:pt idx="26">
                  <c:v>0.010971875</c:v>
                </c:pt>
                <c:pt idx="27">
                  <c:v>0.02281875</c:v>
                </c:pt>
                <c:pt idx="28">
                  <c:v>0.022853125</c:v>
                </c:pt>
                <c:pt idx="29">
                  <c:v>0.032753125</c:v>
                </c:pt>
                <c:pt idx="30">
                  <c:v>0.034340625</c:v>
                </c:pt>
                <c:pt idx="31">
                  <c:v>0.043740625</c:v>
                </c:pt>
                <c:pt idx="32">
                  <c:v>0.04798125</c:v>
                </c:pt>
                <c:pt idx="33">
                  <c:v>0.05708125</c:v>
                </c:pt>
                <c:pt idx="34">
                  <c:v>0.067921875</c:v>
                </c:pt>
                <c:pt idx="35">
                  <c:v>0.069021875</c:v>
                </c:pt>
                <c:pt idx="36">
                  <c:v>0.058303125</c:v>
                </c:pt>
                <c:pt idx="37">
                  <c:v>0.075003125</c:v>
                </c:pt>
                <c:pt idx="38">
                  <c:v>0.0743375</c:v>
                </c:pt>
                <c:pt idx="39">
                  <c:v>0.0825375</c:v>
                </c:pt>
                <c:pt idx="40">
                  <c:v>0.07911875</c:v>
                </c:pt>
                <c:pt idx="41">
                  <c:v>0.085365625</c:v>
                </c:pt>
                <c:pt idx="42">
                  <c:v>0.077940625</c:v>
                </c:pt>
                <c:pt idx="43">
                  <c:v>0.085940625</c:v>
                </c:pt>
                <c:pt idx="44">
                  <c:v>0.08848125</c:v>
                </c:pt>
                <c:pt idx="45">
                  <c:v>0.08848125</c:v>
                </c:pt>
                <c:pt idx="46">
                  <c:v>0.088475</c:v>
                </c:pt>
                <c:pt idx="47">
                  <c:v>0.104921875</c:v>
                </c:pt>
                <c:pt idx="48">
                  <c:v>0.11016875</c:v>
                </c:pt>
                <c:pt idx="49">
                  <c:v>0.11696875</c:v>
                </c:pt>
                <c:pt idx="50">
                  <c:v>0.114503125</c:v>
                </c:pt>
                <c:pt idx="51">
                  <c:v>0.121103125</c:v>
                </c:pt>
                <c:pt idx="52">
                  <c:v>0.110225</c:v>
                </c:pt>
                <c:pt idx="53">
                  <c:v>0.115471875</c:v>
                </c:pt>
                <c:pt idx="54">
                  <c:v>0.11039375</c:v>
                </c:pt>
                <c:pt idx="55">
                  <c:v>0.11099375</c:v>
                </c:pt>
              </c:numCache>
            </c:numRef>
          </c:val>
        </c:ser>
        <c:ser>
          <c:idx val="2"/>
          <c:order val="2"/>
          <c:tx>
            <c:v>Zero</c:v>
          </c:tx>
          <c:spPr>
            <a:ln xmlns:a="http://schemas.openxmlformats.org/drawingml/2006/main" w="9525">
              <a:solidFill>
                <a:srgbClr val="D0D5DD"/>
              </a:solidFill>
            </a:ln>
          </c:spPr>
          <c:marker>
            <c:symbol val="none"/>
          </c:marker>
          <c:cat>
            <c:numRef>
              <c:f>'Chart Data'!$E$2:$E$57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Data'!$F$2:$F$57</c:f>
              <c:numCache>
                <c:formatCode>0%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15"/>
          <c:min val="-0.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MC − Paper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307D7-0646-416F-8567-09D97757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75A12-4C12-456E-993D-322B18D4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860EA-3137-4E7F-9110-BAC12EF7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334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Monte Carlo Simulation for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AOD–SLM Atom Transfer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DBF65-A1F6-4ECD-9252-44ACFD3B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9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9D7F5"/>
                </a:solidFill>
                <a:latin typeface="Microsoft YaHei"/>
                <a:ea typeface="Microsoft YaHei"/>
                <a:cs typeface="Microsoft YaHei"/>
              </a:rPr>
              <a:t>Current Progress and Comparison with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E1810-99BC-46F1-91BA-BBA5BD17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阶段性复盘 · 以当前仓库代码和实际产物为依据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86582-C7E9-46ED-AC6A-319F73C4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MonteCarloForQC / monte-carlo-for-aodslm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9DB17-F6D8-4F30-A72A-707E01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2026-09-08  ·  gpt_level4_5  ·  commit 5e55bb0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9B51E-46DB-4C67-86D5-0119838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245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Fig. 6c / 6d</a:t>
            </a:r>
          </a:p>
        </p:txBody>
      </p:sp>
    </p:spTree>
    <p:extLst>
      <p:ext uri="{BB962C8B-B14F-4D97-AF65-F5344CB8AC3E}">
        <p14:creationId xmlns:p14="http://schemas.microsoft.com/office/powerpoint/2010/main" val="897668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32505-A644-4117-9CB5-72D2496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复现目标是重复单程转移的原子存活率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26183-3488-4405-AD17-7D0C98B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C6420-E7C7-445F-B0CF-C2BC997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论文 Fig. 6d 顶图；不要与 IRB fidelity 混用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3B0F9-3BE4-49A5-BF2A-11289AD0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0482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1B8C8-93B5-43DD-BE33-BF7AF07B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实验序列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4534F-693F-46BF-878E-E0C82793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8145-55FC-477D-9566-70D4C68D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874AA-3960-47F3-BE6D-CE1E8CFA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478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SLM 中制备初态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DDE51-AF40-434E-9E71-63549103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0DAB4-43F2-42BB-B8E7-5F4C3F1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513AB-5617-4A37-A97D-64E38A9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146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AOD pick-up 并分离 2.4 µm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ACE50-ADA9-424F-8099-0BCE36E9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E2536-DADA-4B37-84FC-5BD7009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A8ADC-C256-4061-AA72-57E1DAF3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81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关闭 SLM，等待 100 µs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E0089-FADD-40D5-8FA0-0BF446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16432-B557-44A1-BE02-5864F2E7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8C89A-1545-4F08-98D5-1717A3D3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481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时间反演 drop-off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4D860-A2A1-448D-8E9F-574B18A4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384"/>
          </a:solidFill>
          <a:ln xmlns:a="http://schemas.openxmlformats.org/drawingml/2006/main" w="9525">
            <a:solidFill>
              <a:srgbClr val="0E938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67DCD-985D-48F7-9617-0B3B4E3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F964D-7826-4652-8740-57A27308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148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重复至 60 次 one-way 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53BA9-7E69-4043-9431-98B0C449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57300"/>
            <a:ext cx="55816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68597-E159-4F71-9FD6-8A057A94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四条对标曲线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6286500" y="2000250"/>
          <a:ext xmlns:a="http://schemas.openxmlformats.org/drawingml/2006/main" cx="497205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1193292"/>
                <a:gridCol w="2121408"/>
              </a:tblGrid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 observable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 µs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n≤31 可见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µs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n≤60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µs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 optimized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µs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S(n), n≤60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B3B6C-937A-4FFB-8C44-6D99C960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726C3-8A35-4560-8D8B-4AF21162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4933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Survival 表示转移后仍满足束缚判据的原子比例。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一次往返包含两次 one-way transfer。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论文 99.81(3)% 属于 IRB，未作为 Level 2C 验收指标。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F0EEE-9C1C-41BD-9610-C2FF77D5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995B8-F15A-4C76-80FA-F0A49E61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reference/fig6d_parameters.md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E6F64-905A-4737-A45D-5CB6C3BB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6140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CE483-BF5E-49C7-8226-079D7988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Level 2C 已形成可追溯的重复转移 Monte Carlo 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EDDF0-06FE-45D5-B0CD-72805775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E4346-0728-4D69-A877-2D5DEDCB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更高维与量子模块已在仓库中实现，但不属于本页 Fig. 6d 主比较链路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64CB9-9EC0-4D09-80C4-BDCFD80F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7AF21-07E6-4529-BFAB-261F77E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初始系综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B679A-8F0B-4F0F-8CBC-76740E27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SLM 谐振近似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+束缚拒绝采样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8F556-8CA8-456B-BABB-B8177CA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1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55F69-5759-4DB4-939A-9A9300F9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77198-03D6-47F9-A85D-6C95CE16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时变势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260DC-B9EE-406A-9804-433DCCBF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SLM + AOD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+Gaussian potential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4D5F8-7EF9-4513-BE95-02CBDEC6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E4ED0-829D-4068-8FA1-809E2A6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D1581-FB92-4376-B6A0-D06278F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轨迹传播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80E2A-0798-4FB5-B0B4-22F2B6B9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velocity-Verlet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+dt = 0.05 µs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FDADF-B6EF-4E87-A8D7-3E4C7777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3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BD661-E070-4E72-837D-BD0A287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67BB4-3BAD-4A45-BD8B-47C007C8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B66DC-7CE7-4B70-A8A7-EBAA5F6A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Etrap &lt; 0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+失败后 early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0F7DC-5563-492C-A085-29F82206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25" y="18097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4E9E2-63C1-4351-A231-9E3BCC5D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409700"/>
            <a:ext cx="1943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38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C7306-4AD3-479A-8AC1-E13DA634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5811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037DB-9D1E-4B44-8EDB-FCB4DC4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81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S(n), fit, bootstrap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+CRN paired pools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519A5-D7EB-45DF-BAA6-CE363104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实现状态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109728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1330"/>
                <a:gridCol w="5528930"/>
                <a:gridCol w="3572540"/>
              </a:tblGrid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代码中实际内容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在当前 Fig. 6d 结果中的角色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已实现并使用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1D 双高斯阱、正反向轨迹、温度采样、重复转移、确定性平均加热、位点差异与对准抖动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2C baseline / sensitivity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已实现但非 baseline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2D 横向圆对称模型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不匹配时触发的探索性检查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独立模块已实现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3 三维运输；Level 4 往返与半经典相干；Level 5 有限脉冲 RB/IRB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没有用于 Fig. 6d survival 主曲线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尚未实现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AWG 带宽/滤波、实测站点映射、校准光学像差、完整实验读出链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属于当前 abstraction gap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83FCF-27B1-476C-B919-9C9449B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3EA06-E31E-4ADB-B484-A697D52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src/level2c_pickup_survival · src/level3_3d_transport_lensing · README.md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B435C-CDAC-4645-A0B0-2D5B073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7662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B8121-62C1-4085-969C-FC8AB49B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论文曲线和轨迹均来自仓库内固定数字化数据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B653F-EB0A-417F-81D2-CB951DB8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3CC2A-71F8-4E47-8C9D-CDB72FC7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Fig. 6d 可靠区间 n=5…60；200 µs 曲线仅到 n=31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F93FA-FDF4-47E3-8DBA-FC9963D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00075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79146aff34d88"/>
          <a:srcRect xmlns:a="http://schemas.openxmlformats.org/drawingml/2006/main" l="7670" t="0" r="76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409700"/>
            <a:ext cx="5657850" cy="4324350"/>
          </a:xfrm>
          <a:prstGeom xmlns:a="http://schemas.openxmlformats.org/drawingml/2006/main" prst="roundRect">
            <a:avLst>
              <a:gd name="adj" fmla="val 220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4F0C3-C838-4CBB-B8B4-340717A3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38250"/>
            <a:ext cx="4667250" cy="468630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03E3A-6263-43C6-9A3D-720BF889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论文输入与来源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181850" y="1962150"/>
          <a:ext xmlns:a="http://schemas.openxmlformats.org/drawingml/2006/main" cx="41338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08180"/>
                <a:gridCol w="1203526"/>
                <a:gridCol w="1622144"/>
              </a:tblGrid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Provenance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SLM depth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 mK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depth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 mK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 / Fig. 6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Separation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 caption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Wait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µs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Caption / Methods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waveform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48% ramp + 52% move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 waveform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6c vector digitization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page 7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7C43D-858E-4BA8-9468-5EA55A61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863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数字化不确定度约 ±0.01–0.02。验收带固定为 ±0.02，不能为拟合结果调整。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12370-D914-4605-87F6-2DD8036A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8045-43BA-4604-A2AB-BF6D4E56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reference/fig6d_survival_digitized.csv · reference/fig6d_parameters.md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DEEDA-6A33-45A4-8229-26D8403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215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4BE55-0A42-4E31-B0BF-906FF96B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当前没有通过验收的“最佳拟合配置”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49110-B760-4268-ACD1-614B99EC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7A64D-5881-468E-B311-350C1820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默认 baseline、T40 与 R3e−7 都有明确角色；后两者是未标定敏感性场景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93818"/>
                <a:gridCol w="2660073"/>
                <a:gridCol w="2909455"/>
                <a:gridCol w="2909455"/>
              </a:tblGrid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Default baseline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T40 scenario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R3e−7 scenario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Temperature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µK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µK effective width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µK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 PSD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1×10⁻⁸ Hz⁻¹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1×10⁻⁸ Hz⁻¹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3×10⁻⁷ Hz⁻¹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 alignment 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µm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Per-transfer jitter σ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SLM depth 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depth / waist σ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 / 2%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 / 2%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 / 2%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31006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Repository 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 ensemble broadening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tests deterministic heating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BE9E9-0E3E-4BE9-9EE1-7A299586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5798F-295B-4C76-A933-94D8536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Numerics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B5DA7-40CA-42EE-B87C-D2FD819B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dt = 0.05 µs validation; 0.025 µs convergence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256-shot scan; 512-shot validation; 60 one-way transfers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4A874-0BA2-448D-B76A-43930AD0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67300"/>
            <a:ext cx="546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193C8-9B2E-4085-8D20-860CF9F3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3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当前 best-known trajectory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199B0-9C73-46F7-8E38-1D78B101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6260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Fig. 6c 矢量数字化 ML 波形；它优于仓库内原 LHS 搜索所得冻结候选。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DA5D5-7C71-4141-9E67-59C0423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9A318-FB91-42CE-8D06-5CF587B8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configs/level2c_pickup_survival.yaml · configs/scan_stage1/scan_T40.yaml · scan_R3e7.yaml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46CF7-53C6-4F5C-A433-5B96C9A6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160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32F1E-BD5C-44A5-BC37-001827B1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T40 场景复现了时长排序，但没有闭合曲线形状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646D7-A76C-40DD-A1AD-786E569D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478AD-47BB-4727-AA65-84B5A910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Raw validation outputs, 512 shots; manual trajectories only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4095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7f6b5656954ca9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876800" y="1352550"/>
          <a:ext xmlns:a="http://schemas.openxmlformats.org/drawingml/2006/main" cx="67056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fcab03738046b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DA7EB-FB04-4B2B-BDB1-6FB5BF2C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C8781-C794-4508-9C86-D515F6A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5D3DE-5349-48CB-81C8-441A27F6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29250"/>
            <a:ext cx="954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排序 200 &lt; 400 &lt; 600 与论文一致；200 µs 全程偏低，400/600 µs 从早期偏低转为后期偏高，因此误差不是单一 absolute offset。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EB414-659B-4BA9-A45D-C80035FA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F9533-F43F-4D58-9638-76CCA547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T40/comparison_to_paper.json (validation pool, 512 shots)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B8632-3CEB-41A3-ABC4-EB3F7F6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1987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F0965-8499-41E9-A562-5B165A91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正确的 Fig. 6c 轨迹在模型中恢复了 ML 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B94AC-04DF-46F1-9735-21C92E09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11DA3-D403-42C7-8817-9AC56EFB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Endpoint comparison at n=60; T40 scan pool uses identical initial draws for manual and ML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048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36aede09f345f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CFC6D-D09C-4B01-9A88-22B83741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3200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A4E0A-B5B0-40DB-A310-1E1256FD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Paper ΔS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79CAE-C498-4B15-85E6-A3660ADC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+0.250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16685-44A3-4821-BD57-94B4CB83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41.3% → 66.3%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605C4-8576-47BB-BE66-3FAF32FC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00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B3E9C-0623-4F32-B352-8C0F8C0A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MC T40 ΔS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33B44-AE75-4BA2-A591-03A4CF8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+0.230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FA6D7-78C7-439A-BAC3-8892BDF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52.7% → 75.8%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F8AD9-EFCC-44DC-9C86-BB738CE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相对增益接近，但 MC 的两条绝对 survival 仍偏高。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6D0F0-A026-46BC-916E-4EFD793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7BED0-D501-4C23-8079-3556B1C1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paper_ml_eval.json · reference/fig6d_survival_digitized.csv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E6760-F694-41B4-9F04-F7D0BE31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7613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45DA9-D11D-4C1C-BBE7-DD62F9B1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ML 优势依赖真实位置剖面，而不是“同时式”标签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2E466-DCEB-4D53-813E-CC7E64BA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234E9-A1A6-4D43-827F-669F0621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Fig. 6c vector digitization yields 15 plotted nodes; model uses ordinary cubic interpolation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f427d130cc4b03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48400" y="135255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27baccd45a477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4E585-7CCC-4A10-97B6-25DC21CE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02139-9DA7-4CF4-9F66-4A64D3C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43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Fig. 6c ML 位置先在约 0.11 µm 平台停留，再在接近满深时加速移动并平缓收尾。原 LHS 增量参数化没有覆盖这一结构化轨迹族。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BABA0-6761-4F83-9441-2E4BF4D5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363A0-C1C7-4519-95CF-1D77D130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fig6c_ml_trajectory_digitized.json · waveforms.py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D4049-08CC-4EEB-AAB6-885C8BC4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6534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A92B9-7341-4F2B-9BF4-D951D344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模型内 ML 增益几乎全部来自 position trajectory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E2705-F8D0-49B2-A887-145E532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2A6AB-D889-456A-BF03-96B0F22B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T40 validation cross-ablation, 512 shots; simulation-side attribution only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8650" y="140970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d330af1a4e435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F1AB0-C020-4C90-8300-76EA5D46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34290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3F2D7-DF54-459A-8680-7D4D07DC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位置替换的增益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20E96-E553-4513-8B59-BF926BEF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E9384"/>
                </a:solidFill>
                <a:latin typeface="Microsoft YaHei"/>
                <a:ea typeface="Microsoft YaHei"/>
                <a:cs typeface="Microsoft YaHei"/>
              </a:rPr>
              <a:t>+0.283 / +0.275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ACCBD-7DBC-4C54-9DD4-0A5FA015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深度来源不同的两组对照均成立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9B1F1-08C8-45F9-81C7-8D7C9A12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4290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1EC0C-139A-4A1A-A617-A1AF80B7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深度替换的增益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6E73B-F14D-4149-AAFF-A07126EB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+0.004 / −0.004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CC04E-F306-47DB-8D09-34CA4E3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在该模型和场景下与统计分辨率相当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9DA7E-34E3-4745-8632-6613A36D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95% 以上的丢失发生在 pickup_wait 的 AOD 束缚判定，而非 drop-off。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1C0E0-F47E-4013-B8D9-9050751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CF6FC-70E1-4ED5-AF42-CFB6E833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summary_stage1.md §6.1; reproducible script ablation_cross_2x2.py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3728F-0644-4A50-A268-C71163AF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4240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8397E-D021-4FA4-869C-23334238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扫描已排除静态对准和均匀抖动作为唯一解释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684BC-25BC-4A32-8589-D7D41B6E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E3067-D6AD-4EB3-A8DD-A80F144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Stage-1 one-factor scans, 256-shot common-random-number pool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7874"/>
                <a:gridCol w="1949116"/>
                <a:gridCol w="1949116"/>
                <a:gridCol w="4836695"/>
              </a:tblGrid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400 S(60)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600 S(60)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What the scan supports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 endpoints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Default T=5 µK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Absolute loss far too small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T=40 µK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0.527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0.680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 duration order; temperature is uncalibrated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RIN=3×10⁻⁷ Hz⁻¹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0.359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0.434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 order and loss scale; RIN is unanchored</a:t>
                      </a:r>
                    </a:p>
                  </a:txBody>
                  <a:tcPr marL="91440" marR="91440" marT="45720" marB="45720" anchor="ctr">
                    <a:solidFill>
                      <a:srgbClr val="ECFDF3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Static alignment σ=0.15–0.30 µm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0.934 / 0.922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 / 0.996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Almost no effect in the 1D model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844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Per-transfer jitter σ=0.10 µm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0.094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0.105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Large loss but nearly duration-independent</a:t>
                      </a:r>
                    </a:p>
                  </a:txBody>
                  <a:tcPr marL="91440" marR="91440" marT="45720" marB="45720" anchor="ctr">
                    <a:solidFill>
                      <a:srgbClr val="FEF3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A1BE7-5E30-4143-BC93-B8C64827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75F42-E0F6-4131-AB8D-FB301F5E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机制结论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4D848-1A3E-46D8-872D-C4191A1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906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模型需要与轨迹动力学耦合的能量或损失机制才能保留 200 &lt; 400 &lt; 600 的时长排序。T40 和 R3e−7 提供可行量级，但都不是独立实验标定。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D2BA0-02E9-4DC6-90D2-E0DA985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91258-546A-44C6-ABB4-23E4B40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scan_stage1/*/survival_scan_results.csv · summary_stage1.md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96759-D75D-4321-AB15-2E1BB5C5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7924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019BB-723E-4B7F-887E-2D6D1A91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没有一条当前曲线达到 ±0.02 全曲线验收标准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7EDFE-7786-4BB3-B31A-981F45C3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28462-550A-44EC-845E-0B4672A9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T40 raw validation for manual curves; Fig. 6c ML uses raw 256-shot endpoint replay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2775"/>
                <a:gridCol w="1158619"/>
                <a:gridCol w="1226773"/>
                <a:gridCol w="1226773"/>
                <a:gridCol w="1499389"/>
                <a:gridCol w="2112775"/>
                <a:gridCol w="1635697"/>
              </a:tblGrid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Endpoint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Paper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MC−Paper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 |curve error|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Within ±0.02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S(31)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-9.4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20.8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400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S(60)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41.3%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52.5%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 pp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11.4 pp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Manual 600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S(60)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11.1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 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6c ML 400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S(60)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66.3%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75.8%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 pp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curve not committed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 evaluable</a:t>
                      </a:r>
                    </a:p>
                  </a:txBody>
                  <a:tcPr marL="91440" marR="91440" marT="45720" marB="45720" anchor="ctr">
                    <a:solidFill>
                      <a:srgbClr val="EFF8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B1FC5-D986-46FC-9484-049C57C7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25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CD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1B5AC-77CA-43E6-B1D0-E81A1864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Absolute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F3ECF-BC54-4B19-848B-2F97D1A1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Manual 400/600 和 Fig. 6c ML 的终点偏高约 9–11 pp；Manual 200 在 n=31 偏低 9.4 pp。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11F12-441E-4AF6-AA5F-03F15329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95800"/>
            <a:ext cx="544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7957A-FF81-40BD-96BE-83D5CD6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Evidence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2A19A-9D81-43B9-A960-4E4BD92A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最新 Fig. 6c replay 只提交了 endpoint JSON。旧 `ml_400us` 全曲线对应原冻结候选，不能替代最新轨迹。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CC9F3-E583-48BA-9C0D-BF39C439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D5C96-9632-4871-990D-DEDDDB3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T40/comparison_to_paper.json · paper_ml_eval.json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71DBE-CF95-414C-93EC-936ABC0A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3494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432B-BF00-4E46-B789-56278BDB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400/600 µs 的误差会变号，说明 shape mismatch 仍存在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38A12-8C5F-4956-8C0C-93432092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261AC-3E21-41AD-B6A0-881DB708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Deviation = MC T40 − Paper; zero means agreement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40957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c9bc5f139447da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876800" y="1390650"/>
          <a:ext xmlns:a="http://schemas.openxmlformats.org/drawingml/2006/main" cx="67056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fb9763932c448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5B0F0-DD19-41E6-B113-ECD046F1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E205B-3DE0-4245-B6B5-C4A7C9B8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200 µs：持续负偏差且早期衰减过快。400/600 µs：早期偏低、后期偏高，模型的 late-time decay 太慢。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8F4CF-A2FE-440B-8B22-0500A322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68E23-8C0D-4BCA-A70D-3CCEC1F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T40/comparison_to_paper.json raw pointwise deviations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247F0-C7A7-4D59-A6F7-50DFF909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38353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9ED15-7BF3-4568-8FC5-831022BC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剩余误差来自校准、波形和实验链路三类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4101F-77B7-41FA-9CC0-3B40E3D3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AC504-A51F-4F43-9B4D-10A10B26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 evidence 不能把某一缺失机制确认为实验主因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795"/>
                <a:gridCol w="3063834"/>
                <a:gridCol w="3348842"/>
                <a:gridCol w="2921330"/>
              </a:tblGrid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Dimension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Current Level 2C comparison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 / unresolved input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Impact on claim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Ensemble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1D harmonic-rejection; T=5 µK 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Transfer-time energy distribution not independently known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T=40 µK is an effective sensitivity parameter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Sites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Independent Gaussian depth/waist/alignment draws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 real AOD sites with calibrated spatial structure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 site-resolved absolute prediction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Waveform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6c digitization + not-a-knot cubic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AWG commands, bandwidth and optical response unavailable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Ordering robust; gain magnitude depends on interpolation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Potential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Ideal Gaussian SLM/AOD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Aberration, intensity maps, crosstalk and full 3D overlap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Absolute loss may shift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Noise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Deterministic mean recoil/RIN/pointing + alignment jitter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Stochastic spectra, vacuum/Raman and apparatus 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 scenario is sensitivity, not calibration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Observable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Etrap&lt;0 after wait/drop-off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preparation, control and imaging sequence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Survival is not fidelity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0421B-2A7C-4C46-95F2-A8DF8CA5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9525">
            <a:solidFill>
              <a:srgbClr val="FEDF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9322C-CF9C-4CED-B541-A97BF9E7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已实现的 2D/3D 和 Level 5 模块不能自动填补本页 gap；Fig. 6d 主比较仍使用 Level 2C 的 1D survival path。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58A19-BE4B-4918-A3EE-535864B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BE051-0745-4996-8CCD-B282394D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source code search · level2c config · summary_stage1.md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A7F53-AFC1-40D0-95D8-D7C3875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944556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7AF68C-AE38-49F2-B580-66096B7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项目已达到机制验证阶段，尚未达到绝对定量预测阶段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ECEA1-DD2D-4EFF-B9E5-4F80D46B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67403-FBB4-4122-A5AB-2615C1D9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2950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Assessment based on current repository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97713-FC94-4B75-AEFF-6E0D95EC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Numerical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D5688-4135-4450-893F-4C15413E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1D pipeline, CRN pools, energy accounting, convergence checks and tests are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C42B3-30A0-4023-AADF-E15E5118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EEE39-A30F-45C3-BFA3-A11BC1FF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C74D1-22EE-4468-ABDA-2DE7A3AB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DFE78-979B-475C-A8A2-F6E7AD0B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89DEB-582B-4654-BA18-3F1D0F5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716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B26A"/>
          </a:solidFill>
          <a:ln xmlns:a="http://schemas.openxmlformats.org/drawingml/2006/main" w="9525">
            <a:solidFill>
              <a:srgbClr val="17B26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D00D1-2356-41BA-AD4F-55A4C21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Qualitative physics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59446-2B5A-4597-BAF2-7C4625E3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Duration ordering and ML &gt; manual appear in relevant sensitivity scenarios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1E7FB-71FD-4F06-9874-E79C4DCF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62FBF-6DC9-4E5E-A4C9-BF8D295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B4EB6-4D39-4D94-9DBF-CAFF6A29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D3522-4672-49D6-BA8E-E03B4727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241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9DF37-BF00-4CCB-A343-7AF4C1C5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较强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D14E3-6C9B-4451-A21B-615D2312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Relative quantitative agreement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538A3-97C5-488F-BDD0-3646AB7F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T40 raw endpoint ΔS=+0.231 vs paper +0.250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FEB09-8B47-4B04-8D5A-8F0357A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3E13C-B017-4C2C-8166-AEF4F5A6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7AF24-3D30-45D3-A32E-F6B377E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9C936-D7FA-4555-A5CA-441E0A2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E8C8A9-2613-46CE-A900-62C67BA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FF594-E6A3-416B-8FA7-5BFE96F7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Absolute survival / curve shape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CA384-A167-4AB2-BD67-143E3481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No curve meets ±0.02; 200 µs and late-time slopes remain mismatched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784ECE-9D9B-4F33-BD86-79A78E6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7FC4F-8270-4092-8D6D-B1D77935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E8B544-09BA-4B46-8E9B-96A2EA1A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8F021-DAA5-4D45-8D9A-1408EE8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529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9D0F0C-1F9B-4E4F-B75C-2460E4A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未闭合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6E3F37-B4EB-4EB0-8751-18750931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Experimental mechanism attribution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E9156-CF56-4FFA-B584-82442620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Position attribution is model-side; calibration and hardware data remain missing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62597-AEA3-44EF-932F-DE3B7A12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F7900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9E68C-2CC9-4E00-8A24-A740F0AD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F7900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6B9D29-4940-484D-B730-EA06600E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1B48AA-0993-46F6-96CE-EFB1C27A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571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CF0"/>
          </a:solidFill>
          <a:ln xmlns:a="http://schemas.openxmlformats.org/drawingml/2006/main" w="9525">
            <a:solidFill>
              <a:srgbClr val="EAECF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43FDA6-E8D4-486F-A805-5D3981B7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9525">
            <a:solidFill>
              <a:srgbClr val="F7900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D5BF67-3649-4053-9C43-72584D65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CDC346-8305-45FA-8BAA-6C7C3BED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91225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570EF"/>
                </a:solidFill>
                <a:latin typeface="Microsoft YaHei"/>
                <a:ea typeface="Microsoft YaHei"/>
                <a:cs typeface="Microsoft YaHei"/>
              </a:rPr>
              <a:t>Broader repository: Level 3 transport, Level 4 roundtrip coherence and Level 5 finite-pulse RB/IRB are implemented, but their simulated fidelities are separate claims.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A50077-0733-47BF-9C5E-4357E904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EAECF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746AE0-54EC-4556-AB4A-39FC067F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README.md · Level 2C / Level 4 / Level 5 output summaries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279097-72F6-4627-A034-7FB3EE9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015850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4495D-D06E-4EEC-9D64-A8BA23E3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Current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9D9FD-9175-46EC-8A4D-67735377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73313-9D65-4688-B10F-F59289C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E2F32-4587-4708-B4D2-E8C70DD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0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已经做成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2BFC0-BE39-47F0-8563-8FF4E85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重复转移 Monte Carlo、论文曲线数字化、真实 Fig. 6c 轨迹回放和机制消融形成了可追溯链路。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0BA55-6739-4119-BA62-8FD6804F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622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67"/>
          </a:solidFill>
          <a:ln xmlns:a="http://schemas.openxmlformats.org/drawingml/2006/main" w="0">
            <a:solidFill>
              <a:srgbClr val="294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D02C8-6F1C-4CB7-B718-2CB168D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58539-8903-4A4C-9413-7B7C3DAE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相对物理已捕捉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AD0BB-6522-4BBA-8590-D25ABA50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T40 raw endpoint 的 ML gain 为 +0.231，论文为 +0.250；模型内增益主要来自 position trajectory。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30972-9F5F-4D47-870C-262DD72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67"/>
          </a:solidFill>
          <a:ln xmlns:a="http://schemas.openxmlformats.org/drawingml/2006/main" w="0">
            <a:solidFill>
              <a:srgbClr val="294A6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CE32F-4371-45F2-98FA-CF403B9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E1184-6322-4456-B58B-E67F4AC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绝对定量仍未闭合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9BB88-D51A-44CA-98B2-0AB7527E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当前所有 manual 曲线都未通过 ±0.02；200 µs 和 400/600 µs late-time shape 仍有系统误差。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C6491-7E40-466E-A1A1-4AA8251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67"/>
          </a:solidFill>
          <a:ln xmlns:a="http://schemas.openxmlformats.org/drawingml/2006/main" w="0">
            <a:solidFill>
              <a:srgbClr val="294A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D468C-FEE8-4890-B845-1649ABAA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5E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4EB2B-84ED-4259-BF2C-1A256FC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当前可回答的边界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91ED2-F969-4C2A-8032-E723451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FF0"/>
                </a:solidFill>
                <a:latin typeface="Microsoft YaHei"/>
                <a:ea typeface="Microsoft YaHei"/>
                <a:cs typeface="Microsoft YaHei"/>
              </a:rPr>
              <a:t>模型可以比较轨迹和排除部分简单机制，但不能给出实验级 absolute loss 或把 survival 称为 fidelity。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F9FD4-B27A-4A43-89DA-C28CE89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Further model extensions are intentionally outside the scope of this progress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0B81F-18DC-44C4-9D4A-D02347E5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FC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10522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2026-09-08T08:56:05.7050000Z</dcterms:created>
  <dcterms:modified xsi:type="dcterms:W3CDTF">2026-09-08T08:56:05.7050000Z</dcterms:modified>
</coreProperties>
</file>