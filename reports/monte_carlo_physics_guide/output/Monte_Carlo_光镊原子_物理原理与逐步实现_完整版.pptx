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2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3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slides/charts/chart4.xml" ContentType="application/vnd.openxmlformats-officedocument.drawingml.chart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slides/charts/chart5.xml" ContentType="application/vnd.openxmlformats-officedocument.drawingml.chart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slides/charts/chart6.xml" ContentType="application/vnd.openxmlformats-officedocument.drawingml.chart+xml"/>
  <Override PartName="/ppt/slides/charts/chart7.xml" ContentType="application/vnd.openxmlformats-officedocument.drawingml.chart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slides/charts/chart8.xml" ContentType="application/vnd.openxmlformats-officedocument.drawingml.chart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slides/charts/chart9.xml" ContentType="application/vnd.openxmlformats-officedocument.drawingml.chart+xml"/>
  <Override PartName="/ppt/slides/charts/chart10.xml" ContentType="application/vnd.openxmlformats-officedocument.drawingml.chart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slides/charts/chart11.xml" ContentType="application/vnd.openxmlformats-officedocument.drawingml.chart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slides/charts/chart12.xml" ContentType="application/vnd.openxmlformats-officedocument.drawingml.chart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slides/charts/chart13.xml" ContentType="application/vnd.openxmlformats-officedocument.drawingml.chart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slides/charts/chart14.xml" ContentType="application/vnd.openxmlformats-officedocument.drawingml.chart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slides/charts/chart15.xml" ContentType="application/vnd.openxmlformats-officedocument.drawingml.chart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slides/charts/chart16.xml" ContentType="application/vnd.openxmlformats-officedocument.drawingml.chart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slides/charts/chart17.xml" ContentType="application/vnd.openxmlformats-officedocument.drawingml.chart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slides/charts/chart18.xml" ContentType="application/vnd.openxmlformats-officedocument.drawingml.chart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slides/charts/chart19.xml" ContentType="application/vnd.openxmlformats-officedocument.drawingml.chart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slides/charts/chart20.xml" ContentType="application/vnd.openxmlformats-officedocument.drawingml.chart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57.xml" ContentType="application/vnd.openxmlformats-officedocument.presentationml.notesSlide+xml"/>
  <Override PartName="/ppt/slides/slide58.xml" ContentType="application/vnd.openxmlformats-officedocument.presentationml.slide+xml"/>
  <Override PartName="/ppt/notesSlides/notesSlide58.xml" ContentType="application/vnd.openxmlformats-officedocument.presentationml.notesSlide+xml"/>
  <Override PartName="/ppt/slides/slide59.xml" ContentType="application/vnd.openxmlformats-officedocument.presentationml.slide+xml"/>
  <Override PartName="/ppt/notesSlides/notesSlide59.xml" ContentType="application/vnd.openxmlformats-officedocument.presentationml.notesSlide+xml"/>
  <Override PartName="/ppt/slides/slide60.xml" ContentType="application/vnd.openxmlformats-officedocument.presentationml.slide+xml"/>
  <Override PartName="/ppt/notesSlides/notesSlide60.xml" ContentType="application/vnd.openxmlformats-officedocument.presentationml.notesSlide+xml"/>
  <Override PartName="/ppt/slides/slide61.xml" ContentType="application/vnd.openxmlformats-officedocument.presentationml.slide+xml"/>
  <Override PartName="/ppt/notesSlides/notesSlide61.xml" ContentType="application/vnd.openxmlformats-officedocument.presentationml.notesSlide+xml"/>
  <Override PartName="/ppt/slides/slide62.xml" ContentType="application/vnd.openxmlformats-officedocument.presentationml.slide+xml"/>
  <Override PartName="/ppt/notesSlides/notesSlide62.xml" ContentType="application/vnd.openxmlformats-officedocument.presentationml.notesSlide+xml"/>
  <Override PartName="/ppt/slides/slide63.xml" ContentType="application/vnd.openxmlformats-officedocument.presentationml.slide+xml"/>
  <Override PartName="/ppt/notesSlides/notesSlide63.xml" ContentType="application/vnd.openxmlformats-officedocument.presentationml.notesSlide+xml"/>
  <Override PartName="/ppt/slides/slide64.xml" ContentType="application/vnd.openxmlformats-officedocument.presentationml.slide+xml"/>
  <Override PartName="/ppt/notesSlides/notesSlide64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3effb32a8074daf" /><Relationship Type="http://schemas.openxmlformats.org/officeDocument/2006/relationships/extended-properties" Target="/docProps/app.xml" Id="Rfddec1473fc54887" /><Relationship Type="http://schemas.openxmlformats.org/officeDocument/2006/relationships/officeDocument" Target="/ppt/presentation.xml" Id="Ra67d6f03b1ea488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41eca4af851465e"/>
  </p:sldMasterIdLst>
  <p:notesMasterIdLst>
    <p:notesMasterId xmlns:r="http://schemas.openxmlformats.org/officeDocument/2006/relationships" r:id="R65237cf6803c4970"/>
  </p:notesMasterIdLst>
  <p:sldIdLst>
    <p:sldId xmlns:r="http://schemas.openxmlformats.org/officeDocument/2006/relationships" id="256" r:id="R940ef4f10caf4f8e"/>
    <p:sldId xmlns:r="http://schemas.openxmlformats.org/officeDocument/2006/relationships" id="257" r:id="Ra1c59e3d66484a76"/>
    <p:sldId xmlns:r="http://schemas.openxmlformats.org/officeDocument/2006/relationships" id="258" r:id="R0d854e4f20794d83"/>
    <p:sldId xmlns:r="http://schemas.openxmlformats.org/officeDocument/2006/relationships" id="259" r:id="R39802bfb9bb34b8d"/>
    <p:sldId xmlns:r="http://schemas.openxmlformats.org/officeDocument/2006/relationships" id="260" r:id="R57fb51347af64c21"/>
    <p:sldId xmlns:r="http://schemas.openxmlformats.org/officeDocument/2006/relationships" id="261" r:id="Rf82b149b131a4cf1"/>
    <p:sldId xmlns:r="http://schemas.openxmlformats.org/officeDocument/2006/relationships" id="262" r:id="Rb196c0ec5339471b"/>
    <p:sldId xmlns:r="http://schemas.openxmlformats.org/officeDocument/2006/relationships" id="263" r:id="Ra8a801e997f54601"/>
    <p:sldId xmlns:r="http://schemas.openxmlformats.org/officeDocument/2006/relationships" id="264" r:id="Ra25b1b16386544c7"/>
    <p:sldId xmlns:r="http://schemas.openxmlformats.org/officeDocument/2006/relationships" id="265" r:id="R0110de6941f64747"/>
    <p:sldId xmlns:r="http://schemas.openxmlformats.org/officeDocument/2006/relationships" id="266" r:id="Rbd35ca95558a43f8"/>
    <p:sldId xmlns:r="http://schemas.openxmlformats.org/officeDocument/2006/relationships" id="267" r:id="Re2f657ed78b54f91"/>
    <p:sldId xmlns:r="http://schemas.openxmlformats.org/officeDocument/2006/relationships" id="268" r:id="R888be4df573f4b39"/>
    <p:sldId xmlns:r="http://schemas.openxmlformats.org/officeDocument/2006/relationships" id="269" r:id="R5382ae1ab53c40f3"/>
    <p:sldId xmlns:r="http://schemas.openxmlformats.org/officeDocument/2006/relationships" id="270" r:id="R6fc25fe9edee4787"/>
    <p:sldId xmlns:r="http://schemas.openxmlformats.org/officeDocument/2006/relationships" id="271" r:id="R29f10f03329d4c07"/>
    <p:sldId xmlns:r="http://schemas.openxmlformats.org/officeDocument/2006/relationships" id="272" r:id="R87c044f700b44206"/>
    <p:sldId xmlns:r="http://schemas.openxmlformats.org/officeDocument/2006/relationships" id="273" r:id="Ra2a870de38e74774"/>
    <p:sldId xmlns:r="http://schemas.openxmlformats.org/officeDocument/2006/relationships" id="274" r:id="R680ab5879cac472f"/>
    <p:sldId xmlns:r="http://schemas.openxmlformats.org/officeDocument/2006/relationships" id="275" r:id="R6673e12269a74a5d"/>
    <p:sldId xmlns:r="http://schemas.openxmlformats.org/officeDocument/2006/relationships" id="276" r:id="Rbb1c15c41cf34960"/>
    <p:sldId xmlns:r="http://schemas.openxmlformats.org/officeDocument/2006/relationships" id="277" r:id="R6d6eed2ceaa64a28"/>
    <p:sldId xmlns:r="http://schemas.openxmlformats.org/officeDocument/2006/relationships" id="278" r:id="Reede078f131b4c68"/>
    <p:sldId xmlns:r="http://schemas.openxmlformats.org/officeDocument/2006/relationships" id="279" r:id="R284d2cf3d5fe4823"/>
    <p:sldId xmlns:r="http://schemas.openxmlformats.org/officeDocument/2006/relationships" id="280" r:id="R755dfc3d35c24956"/>
    <p:sldId xmlns:r="http://schemas.openxmlformats.org/officeDocument/2006/relationships" id="281" r:id="R32989c97b22145ff"/>
    <p:sldId xmlns:r="http://schemas.openxmlformats.org/officeDocument/2006/relationships" id="282" r:id="R71ff4c4dae024c0e"/>
    <p:sldId xmlns:r="http://schemas.openxmlformats.org/officeDocument/2006/relationships" id="283" r:id="R71d2e254a3184df7"/>
    <p:sldId xmlns:r="http://schemas.openxmlformats.org/officeDocument/2006/relationships" id="284" r:id="Re952e75d0bdd477d"/>
    <p:sldId xmlns:r="http://schemas.openxmlformats.org/officeDocument/2006/relationships" id="285" r:id="Rf03e0028d4da4ca0"/>
    <p:sldId xmlns:r="http://schemas.openxmlformats.org/officeDocument/2006/relationships" id="286" r:id="R6d28c50973574a64"/>
    <p:sldId xmlns:r="http://schemas.openxmlformats.org/officeDocument/2006/relationships" id="287" r:id="R0969f0089f2543f3"/>
    <p:sldId xmlns:r="http://schemas.openxmlformats.org/officeDocument/2006/relationships" id="288" r:id="R249f58ded26d4194"/>
    <p:sldId xmlns:r="http://schemas.openxmlformats.org/officeDocument/2006/relationships" id="289" r:id="Ra6f53a08e63b415a"/>
    <p:sldId xmlns:r="http://schemas.openxmlformats.org/officeDocument/2006/relationships" id="290" r:id="R988526cf4f8e4400"/>
    <p:sldId xmlns:r="http://schemas.openxmlformats.org/officeDocument/2006/relationships" id="291" r:id="R70d94b1770064452"/>
    <p:sldId xmlns:r="http://schemas.openxmlformats.org/officeDocument/2006/relationships" id="292" r:id="R2d29a1e7bc924451"/>
    <p:sldId xmlns:r="http://schemas.openxmlformats.org/officeDocument/2006/relationships" id="293" r:id="R7a06748baa8e402d"/>
    <p:sldId xmlns:r="http://schemas.openxmlformats.org/officeDocument/2006/relationships" id="294" r:id="Rbc593d6559f94740"/>
    <p:sldId xmlns:r="http://schemas.openxmlformats.org/officeDocument/2006/relationships" id="295" r:id="R14aff573f6d74974"/>
    <p:sldId xmlns:r="http://schemas.openxmlformats.org/officeDocument/2006/relationships" id="296" r:id="R960b662f0b8249b7"/>
    <p:sldId xmlns:r="http://schemas.openxmlformats.org/officeDocument/2006/relationships" id="297" r:id="R1d5bea95dde743c6"/>
    <p:sldId xmlns:r="http://schemas.openxmlformats.org/officeDocument/2006/relationships" id="298" r:id="R9a80aad5847b4772"/>
    <p:sldId xmlns:r="http://schemas.openxmlformats.org/officeDocument/2006/relationships" id="299" r:id="R64cbf850fe684aaf"/>
    <p:sldId xmlns:r="http://schemas.openxmlformats.org/officeDocument/2006/relationships" id="300" r:id="Rf43b8abccd334ed7"/>
    <p:sldId xmlns:r="http://schemas.openxmlformats.org/officeDocument/2006/relationships" id="301" r:id="R2bb31a23d4bf4cec"/>
    <p:sldId xmlns:r="http://schemas.openxmlformats.org/officeDocument/2006/relationships" id="302" r:id="R06a59098fa27460f"/>
    <p:sldId xmlns:r="http://schemas.openxmlformats.org/officeDocument/2006/relationships" id="303" r:id="Rae797b52602546d5"/>
    <p:sldId xmlns:r="http://schemas.openxmlformats.org/officeDocument/2006/relationships" id="304" r:id="Ree53ab9259744b00"/>
    <p:sldId xmlns:r="http://schemas.openxmlformats.org/officeDocument/2006/relationships" id="305" r:id="R02c5d58849e5485f"/>
    <p:sldId xmlns:r="http://schemas.openxmlformats.org/officeDocument/2006/relationships" id="306" r:id="R7f786addbb894440"/>
    <p:sldId xmlns:r="http://schemas.openxmlformats.org/officeDocument/2006/relationships" id="307" r:id="R47f3d0181c57434b"/>
    <p:sldId xmlns:r="http://schemas.openxmlformats.org/officeDocument/2006/relationships" id="308" r:id="R7222902f188a4b48"/>
    <p:sldId xmlns:r="http://schemas.openxmlformats.org/officeDocument/2006/relationships" id="309" r:id="Rf0e9e39bf4e04fbd"/>
    <p:sldId xmlns:r="http://schemas.openxmlformats.org/officeDocument/2006/relationships" id="310" r:id="R485d5fc25a4a4f2b"/>
    <p:sldId xmlns:r="http://schemas.openxmlformats.org/officeDocument/2006/relationships" id="311" r:id="R6aa59a7a4859446f"/>
    <p:sldId xmlns:r="http://schemas.openxmlformats.org/officeDocument/2006/relationships" id="312" r:id="Raf660980b60d4019"/>
    <p:sldId xmlns:r="http://schemas.openxmlformats.org/officeDocument/2006/relationships" id="313" r:id="R70745bb8806c4bff"/>
    <p:sldId xmlns:r="http://schemas.openxmlformats.org/officeDocument/2006/relationships" id="314" r:id="Racfa65c8f59a4ab7"/>
    <p:sldId xmlns:r="http://schemas.openxmlformats.org/officeDocument/2006/relationships" id="315" r:id="Rd177e31f49384859"/>
    <p:sldId xmlns:r="http://schemas.openxmlformats.org/officeDocument/2006/relationships" id="316" r:id="R8278b3aaa7ef4e1a"/>
    <p:sldId xmlns:r="http://schemas.openxmlformats.org/officeDocument/2006/relationships" id="317" r:id="R39880b66975e4014"/>
    <p:sldId xmlns:r="http://schemas.openxmlformats.org/officeDocument/2006/relationships" id="318" r:id="Re161fd69cd1a4948"/>
    <p:sldId xmlns:r="http://schemas.openxmlformats.org/officeDocument/2006/relationships" id="319" r:id="R9baafa8d5768426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a97b08d3e604232" /><Relationship Type="http://schemas.openxmlformats.org/officeDocument/2006/relationships/slideMaster" Target="/ppt/slideMasters/slideMaster1.xml" Id="Rb41eca4af851465e" /><Relationship Type="http://schemas.openxmlformats.org/officeDocument/2006/relationships/notesMaster" Target="/ppt/notesMasters/notesMaster1.xml" Id="R65237cf6803c4970" /><Relationship Type="http://schemas.openxmlformats.org/officeDocument/2006/relationships/presProps" Target="/ppt/presProps.xml" Id="R813dc2f28c3d492d" /><Relationship Type="http://schemas.openxmlformats.org/officeDocument/2006/relationships/tableStyles" Target="/ppt/tableStyles.xml" Id="R6666829d42b645d9" /><Relationship Type="http://schemas.openxmlformats.org/officeDocument/2006/relationships/slide" Target="/ppt/slides/slide1.xml" Id="R940ef4f10caf4f8e" /><Relationship Type="http://schemas.openxmlformats.org/officeDocument/2006/relationships/slide" Target="/ppt/slides/slide2.xml" Id="Ra1c59e3d66484a76" /><Relationship Type="http://schemas.openxmlformats.org/officeDocument/2006/relationships/slide" Target="/ppt/slides/slide3.xml" Id="R0d854e4f20794d83" /><Relationship Type="http://schemas.openxmlformats.org/officeDocument/2006/relationships/slide" Target="/ppt/slides/slide4.xml" Id="R39802bfb9bb34b8d" /><Relationship Type="http://schemas.openxmlformats.org/officeDocument/2006/relationships/slide" Target="/ppt/slides/slide5.xml" Id="R57fb51347af64c21" /><Relationship Type="http://schemas.openxmlformats.org/officeDocument/2006/relationships/slide" Target="/ppt/slides/slide6.xml" Id="Rf82b149b131a4cf1" /><Relationship Type="http://schemas.openxmlformats.org/officeDocument/2006/relationships/slide" Target="/ppt/slides/slide7.xml" Id="Rb196c0ec5339471b" /><Relationship Type="http://schemas.openxmlformats.org/officeDocument/2006/relationships/slide" Target="/ppt/slides/slide8.xml" Id="Ra8a801e997f54601" /><Relationship Type="http://schemas.openxmlformats.org/officeDocument/2006/relationships/slide" Target="/ppt/slides/slide9.xml" Id="Ra25b1b16386544c7" /><Relationship Type="http://schemas.openxmlformats.org/officeDocument/2006/relationships/slide" Target="/ppt/slides/slide10.xml" Id="R0110de6941f64747" /><Relationship Type="http://schemas.openxmlformats.org/officeDocument/2006/relationships/slide" Target="/ppt/slides/slide11.xml" Id="Rbd35ca95558a43f8" /><Relationship Type="http://schemas.openxmlformats.org/officeDocument/2006/relationships/slide" Target="/ppt/slides/slide12.xml" Id="Re2f657ed78b54f91" /><Relationship Type="http://schemas.openxmlformats.org/officeDocument/2006/relationships/slide" Target="/ppt/slides/slide13.xml" Id="R888be4df573f4b39" /><Relationship Type="http://schemas.openxmlformats.org/officeDocument/2006/relationships/slide" Target="/ppt/slides/slide14.xml" Id="R5382ae1ab53c40f3" /><Relationship Type="http://schemas.openxmlformats.org/officeDocument/2006/relationships/slide" Target="/ppt/slides/slide15.xml" Id="R6fc25fe9edee4787" /><Relationship Type="http://schemas.openxmlformats.org/officeDocument/2006/relationships/slide" Target="/ppt/slides/slide16.xml" Id="R29f10f03329d4c07" /><Relationship Type="http://schemas.openxmlformats.org/officeDocument/2006/relationships/slide" Target="/ppt/slides/slide17.xml" Id="R87c044f700b44206" /><Relationship Type="http://schemas.openxmlformats.org/officeDocument/2006/relationships/slide" Target="/ppt/slides/slide18.xml" Id="Ra2a870de38e74774" /><Relationship Type="http://schemas.openxmlformats.org/officeDocument/2006/relationships/slide" Target="/ppt/slides/slide19.xml" Id="R680ab5879cac472f" /><Relationship Type="http://schemas.openxmlformats.org/officeDocument/2006/relationships/slide" Target="/ppt/slides/slide20.xml" Id="R6673e12269a74a5d" /><Relationship Type="http://schemas.openxmlformats.org/officeDocument/2006/relationships/slide" Target="/ppt/slides/slide21.xml" Id="Rbb1c15c41cf34960" /><Relationship Type="http://schemas.openxmlformats.org/officeDocument/2006/relationships/slide" Target="/ppt/slides/slide22.xml" Id="R6d6eed2ceaa64a28" /><Relationship Type="http://schemas.openxmlformats.org/officeDocument/2006/relationships/slide" Target="/ppt/slides/slide23.xml" Id="Reede078f131b4c68" /><Relationship Type="http://schemas.openxmlformats.org/officeDocument/2006/relationships/slide" Target="/ppt/slides/slide24.xml" Id="R284d2cf3d5fe4823" /><Relationship Type="http://schemas.openxmlformats.org/officeDocument/2006/relationships/slide" Target="/ppt/slides/slide25.xml" Id="R755dfc3d35c24956" /><Relationship Type="http://schemas.openxmlformats.org/officeDocument/2006/relationships/slide" Target="/ppt/slides/slide26.xml" Id="R32989c97b22145ff" /><Relationship Type="http://schemas.openxmlformats.org/officeDocument/2006/relationships/slide" Target="/ppt/slides/slide27.xml" Id="R71ff4c4dae024c0e" /><Relationship Type="http://schemas.openxmlformats.org/officeDocument/2006/relationships/slide" Target="/ppt/slides/slide28.xml" Id="R71d2e254a3184df7" /><Relationship Type="http://schemas.openxmlformats.org/officeDocument/2006/relationships/slide" Target="/ppt/slides/slide29.xml" Id="Re952e75d0bdd477d" /><Relationship Type="http://schemas.openxmlformats.org/officeDocument/2006/relationships/slide" Target="/ppt/slides/slide30.xml" Id="Rf03e0028d4da4ca0" /><Relationship Type="http://schemas.openxmlformats.org/officeDocument/2006/relationships/slide" Target="/ppt/slides/slide31.xml" Id="R6d28c50973574a64" /><Relationship Type="http://schemas.openxmlformats.org/officeDocument/2006/relationships/slide" Target="/ppt/slides/slide32.xml" Id="R0969f0089f2543f3" /><Relationship Type="http://schemas.openxmlformats.org/officeDocument/2006/relationships/slide" Target="/ppt/slides/slide33.xml" Id="R249f58ded26d4194" /><Relationship Type="http://schemas.openxmlformats.org/officeDocument/2006/relationships/slide" Target="/ppt/slides/slide34.xml" Id="Ra6f53a08e63b415a" /><Relationship Type="http://schemas.openxmlformats.org/officeDocument/2006/relationships/slide" Target="/ppt/slides/slide35.xml" Id="R988526cf4f8e4400" /><Relationship Type="http://schemas.openxmlformats.org/officeDocument/2006/relationships/slide" Target="/ppt/slides/slide36.xml" Id="R70d94b1770064452" /><Relationship Type="http://schemas.openxmlformats.org/officeDocument/2006/relationships/slide" Target="/ppt/slides/slide37.xml" Id="R2d29a1e7bc924451" /><Relationship Type="http://schemas.openxmlformats.org/officeDocument/2006/relationships/slide" Target="/ppt/slides/slide38.xml" Id="R7a06748baa8e402d" /><Relationship Type="http://schemas.openxmlformats.org/officeDocument/2006/relationships/slide" Target="/ppt/slides/slide39.xml" Id="Rbc593d6559f94740" /><Relationship Type="http://schemas.openxmlformats.org/officeDocument/2006/relationships/slide" Target="/ppt/slides/slide40.xml" Id="R14aff573f6d74974" /><Relationship Type="http://schemas.openxmlformats.org/officeDocument/2006/relationships/slide" Target="/ppt/slides/slide41.xml" Id="R960b662f0b8249b7" /><Relationship Type="http://schemas.openxmlformats.org/officeDocument/2006/relationships/slide" Target="/ppt/slides/slide42.xml" Id="R1d5bea95dde743c6" /><Relationship Type="http://schemas.openxmlformats.org/officeDocument/2006/relationships/slide" Target="/ppt/slides/slide43.xml" Id="R9a80aad5847b4772" /><Relationship Type="http://schemas.openxmlformats.org/officeDocument/2006/relationships/slide" Target="/ppt/slides/slide44.xml" Id="R64cbf850fe684aaf" /><Relationship Type="http://schemas.openxmlformats.org/officeDocument/2006/relationships/slide" Target="/ppt/slides/slide45.xml" Id="Rf43b8abccd334ed7" /><Relationship Type="http://schemas.openxmlformats.org/officeDocument/2006/relationships/slide" Target="/ppt/slides/slide46.xml" Id="R2bb31a23d4bf4cec" /><Relationship Type="http://schemas.openxmlformats.org/officeDocument/2006/relationships/slide" Target="/ppt/slides/slide47.xml" Id="R06a59098fa27460f" /><Relationship Type="http://schemas.openxmlformats.org/officeDocument/2006/relationships/slide" Target="/ppt/slides/slide48.xml" Id="Rae797b52602546d5" /><Relationship Type="http://schemas.openxmlformats.org/officeDocument/2006/relationships/slide" Target="/ppt/slides/slide49.xml" Id="Ree53ab9259744b00" /><Relationship Type="http://schemas.openxmlformats.org/officeDocument/2006/relationships/slide" Target="/ppt/slides/slide50.xml" Id="R02c5d58849e5485f" /><Relationship Type="http://schemas.openxmlformats.org/officeDocument/2006/relationships/slide" Target="/ppt/slides/slide51.xml" Id="R7f786addbb894440" /><Relationship Type="http://schemas.openxmlformats.org/officeDocument/2006/relationships/slide" Target="/ppt/slides/slide52.xml" Id="R47f3d0181c57434b" /><Relationship Type="http://schemas.openxmlformats.org/officeDocument/2006/relationships/slide" Target="/ppt/slides/slide53.xml" Id="R7222902f188a4b48" /><Relationship Type="http://schemas.openxmlformats.org/officeDocument/2006/relationships/slide" Target="/ppt/slides/slide54.xml" Id="Rf0e9e39bf4e04fbd" /><Relationship Type="http://schemas.openxmlformats.org/officeDocument/2006/relationships/slide" Target="/ppt/slides/slide55.xml" Id="R485d5fc25a4a4f2b" /><Relationship Type="http://schemas.openxmlformats.org/officeDocument/2006/relationships/slide" Target="/ppt/slides/slide56.xml" Id="R6aa59a7a4859446f" /><Relationship Type="http://schemas.openxmlformats.org/officeDocument/2006/relationships/slide" Target="/ppt/slides/slide57.xml" Id="Raf660980b60d4019" /><Relationship Type="http://schemas.openxmlformats.org/officeDocument/2006/relationships/slide" Target="/ppt/slides/slide58.xml" Id="R70745bb8806c4bff" /><Relationship Type="http://schemas.openxmlformats.org/officeDocument/2006/relationships/slide" Target="/ppt/slides/slide59.xml" Id="Racfa65c8f59a4ab7" /><Relationship Type="http://schemas.openxmlformats.org/officeDocument/2006/relationships/slide" Target="/ppt/slides/slide60.xml" Id="Rd177e31f49384859" /><Relationship Type="http://schemas.openxmlformats.org/officeDocument/2006/relationships/slide" Target="/ppt/slides/slide61.xml" Id="R8278b3aaa7ef4e1a" /><Relationship Type="http://schemas.openxmlformats.org/officeDocument/2006/relationships/slide" Target="/ppt/slides/slide62.xml" Id="R39880b66975e4014" /><Relationship Type="http://schemas.openxmlformats.org/officeDocument/2006/relationships/slide" Target="/ppt/slides/slide63.xml" Id="Re161fd69cd1a4948" /><Relationship Type="http://schemas.openxmlformats.org/officeDocument/2006/relationships/slide" Target="/ppt/slides/slide64.xml" Id="R9baafa8d5768426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8056ceaea7c461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03f917cc5b140c4" /><Relationship Type="http://schemas.openxmlformats.org/officeDocument/2006/relationships/notesMaster" Target="/ppt/notesMasters/notesMaster1.xml" Id="Re90cf9eb143942e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9a8b3b97ce149d2" /><Relationship Type="http://schemas.openxmlformats.org/officeDocument/2006/relationships/notesMaster" Target="/ppt/notesMasters/notesMaster1.xml" Id="Rf7e23a65d25844e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d18db62d5234516" /><Relationship Type="http://schemas.openxmlformats.org/officeDocument/2006/relationships/notesMaster" Target="/ppt/notesMasters/notesMaster1.xml" Id="Rb77e52494a474cf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9bf97c641ad4d92" /><Relationship Type="http://schemas.openxmlformats.org/officeDocument/2006/relationships/notesMaster" Target="/ppt/notesMasters/notesMaster1.xml" Id="R5bd2183659ab49a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20f8552129c4599" /><Relationship Type="http://schemas.openxmlformats.org/officeDocument/2006/relationships/notesMaster" Target="/ppt/notesMasters/notesMaster1.xml" Id="R33b34486132f4de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b7a4cf6eaee4e4d" /><Relationship Type="http://schemas.openxmlformats.org/officeDocument/2006/relationships/notesMaster" Target="/ppt/notesMasters/notesMaster1.xml" Id="R7f7434d97b3a48f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59941d95f814a59" /><Relationship Type="http://schemas.openxmlformats.org/officeDocument/2006/relationships/notesMaster" Target="/ppt/notesMasters/notesMaster1.xml" Id="R1b6487c0d7df4d2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638d361b8a34385" /><Relationship Type="http://schemas.openxmlformats.org/officeDocument/2006/relationships/notesMaster" Target="/ppt/notesMasters/notesMaster1.xml" Id="R62929d483f9c44d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f16016057f643cb" /><Relationship Type="http://schemas.openxmlformats.org/officeDocument/2006/relationships/notesMaster" Target="/ppt/notesMasters/notesMaster1.xml" Id="R5b2255ecf4b048e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a27467ddbcc4320" /><Relationship Type="http://schemas.openxmlformats.org/officeDocument/2006/relationships/notesMaster" Target="/ppt/notesMasters/notesMaster1.xml" Id="Ree5bb49ad3d04e8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10447c3e7b14241" /><Relationship Type="http://schemas.openxmlformats.org/officeDocument/2006/relationships/notesMaster" Target="/ppt/notesMasters/notesMaster1.xml" Id="R28fa2d33b84c4d6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00f00f8097a440f" /><Relationship Type="http://schemas.openxmlformats.org/officeDocument/2006/relationships/notesMaster" Target="/ppt/notesMasters/notesMaster1.xml" Id="R5a68dd08ac5940f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7f805b52fa1485c" /><Relationship Type="http://schemas.openxmlformats.org/officeDocument/2006/relationships/notesMaster" Target="/ppt/notesMasters/notesMaster1.xml" Id="Rf1707c3c90ec4d2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3366c68bdf24f29" /><Relationship Type="http://schemas.openxmlformats.org/officeDocument/2006/relationships/notesMaster" Target="/ppt/notesMasters/notesMaster1.xml" Id="R0130ab434d9848b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e71fa3200594627" /><Relationship Type="http://schemas.openxmlformats.org/officeDocument/2006/relationships/notesMaster" Target="/ppt/notesMasters/notesMaster1.xml" Id="Redee17e4ad8344b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ae090db32584fc7" /><Relationship Type="http://schemas.openxmlformats.org/officeDocument/2006/relationships/notesMaster" Target="/ppt/notesMasters/notesMaster1.xml" Id="Rc41339ee8ff949dc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afa51656aa74f55" /><Relationship Type="http://schemas.openxmlformats.org/officeDocument/2006/relationships/notesMaster" Target="/ppt/notesMasters/notesMaster1.xml" Id="R76f01d63ba694c5a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cdb3f342fb7d47dd" /><Relationship Type="http://schemas.openxmlformats.org/officeDocument/2006/relationships/notesMaster" Target="/ppt/notesMasters/notesMaster1.xml" Id="Rb77b15a55c62445c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34d3144667bf427e" /><Relationship Type="http://schemas.openxmlformats.org/officeDocument/2006/relationships/notesMaster" Target="/ppt/notesMasters/notesMaster1.xml" Id="Rde75a2d6373243a6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089c356f92804673" /><Relationship Type="http://schemas.openxmlformats.org/officeDocument/2006/relationships/notesMaster" Target="/ppt/notesMasters/notesMaster1.xml" Id="R1c6d72e0c68b4a29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ff8b219570454d56" /><Relationship Type="http://schemas.openxmlformats.org/officeDocument/2006/relationships/notesMaster" Target="/ppt/notesMasters/notesMaster1.xml" Id="Rfba2b51be84c4c14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2d22a8771ea44226" /><Relationship Type="http://schemas.openxmlformats.org/officeDocument/2006/relationships/notesMaster" Target="/ppt/notesMasters/notesMaster1.xml" Id="Rc75758b3dce9425f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e6efc236de9c49f4" /><Relationship Type="http://schemas.openxmlformats.org/officeDocument/2006/relationships/notesMaster" Target="/ppt/notesMasters/notesMaster1.xml" Id="R04e7d34d9c9149bd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1b99b688c8df445a" /><Relationship Type="http://schemas.openxmlformats.org/officeDocument/2006/relationships/notesMaster" Target="/ppt/notesMasters/notesMaster1.xml" Id="R4feae50c90bb4a9a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0bab721224a04243" /><Relationship Type="http://schemas.openxmlformats.org/officeDocument/2006/relationships/notesMaster" Target="/ppt/notesMasters/notesMaster1.xml" Id="Re978e9612d7c476e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92ce18eb9ebe43c8" /><Relationship Type="http://schemas.openxmlformats.org/officeDocument/2006/relationships/notesMaster" Target="/ppt/notesMasters/notesMaster1.xml" Id="Rd9ab25eb95154200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6f21df376da641f6" /><Relationship Type="http://schemas.openxmlformats.org/officeDocument/2006/relationships/notesMaster" Target="/ppt/notesMasters/notesMaster1.xml" Id="R8d23c0f3be8542ef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6acae4c928bb4cd3" /><Relationship Type="http://schemas.openxmlformats.org/officeDocument/2006/relationships/notesMaster" Target="/ppt/notesMasters/notesMaster1.xml" Id="R9284c3b0a3214c48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da1572a16e54498a" /><Relationship Type="http://schemas.openxmlformats.org/officeDocument/2006/relationships/notesMaster" Target="/ppt/notesMasters/notesMaster1.xml" Id="R27fd78992a5846f0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be4ca30911a9492b" /><Relationship Type="http://schemas.openxmlformats.org/officeDocument/2006/relationships/notesMaster" Target="/ppt/notesMasters/notesMaster1.xml" Id="R08a19aa5a1f54146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f51a3649a48a41f1" /><Relationship Type="http://schemas.openxmlformats.org/officeDocument/2006/relationships/notesMaster" Target="/ppt/notesMasters/notesMaster1.xml" Id="Rda0c13ae0bcf4a5c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2b8d6671088d4b2a" /><Relationship Type="http://schemas.openxmlformats.org/officeDocument/2006/relationships/notesMaster" Target="/ppt/notesMasters/notesMaster1.xml" Id="Re47af867420e4fbb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8a886a9dab364476" /><Relationship Type="http://schemas.openxmlformats.org/officeDocument/2006/relationships/notesMaster" Target="/ppt/notesMasters/notesMaster1.xml" Id="R04ca0dedc99a42f2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da0d5d14a3e64ab9" /><Relationship Type="http://schemas.openxmlformats.org/officeDocument/2006/relationships/notesMaster" Target="/ppt/notesMasters/notesMaster1.xml" Id="R730a18fbe7ff44d1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067dea02f0a14ebe" /><Relationship Type="http://schemas.openxmlformats.org/officeDocument/2006/relationships/notesMaster" Target="/ppt/notesMasters/notesMaster1.xml" Id="R19efdf2548a44dc9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9139e3da60ea42d6" /><Relationship Type="http://schemas.openxmlformats.org/officeDocument/2006/relationships/notesMaster" Target="/ppt/notesMasters/notesMaster1.xml" Id="Rc0c6af20ebfc4676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46e6240725cf45aa" /><Relationship Type="http://schemas.openxmlformats.org/officeDocument/2006/relationships/notesMaster" Target="/ppt/notesMasters/notesMaster1.xml" Id="Ra54535cfc2c24a34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1ff3a181918043cb" /><Relationship Type="http://schemas.openxmlformats.org/officeDocument/2006/relationships/notesMaster" Target="/ppt/notesMasters/notesMaster1.xml" Id="R57ab03b3b28c4ee5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e1f5eb4aaece4cdc" /><Relationship Type="http://schemas.openxmlformats.org/officeDocument/2006/relationships/notesMaster" Target="/ppt/notesMasters/notesMaster1.xml" Id="R379a9e768da44d04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10c71fa23fd043a7" /><Relationship Type="http://schemas.openxmlformats.org/officeDocument/2006/relationships/notesMaster" Target="/ppt/notesMasters/notesMaster1.xml" Id="R0ed5efc3c37a4f5b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e2db79ef467f480a" /><Relationship Type="http://schemas.openxmlformats.org/officeDocument/2006/relationships/notesMaster" Target="/ppt/notesMasters/notesMaster1.xml" Id="Reeaf120f9dbf4102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dec3a9a349684e67" /><Relationship Type="http://schemas.openxmlformats.org/officeDocument/2006/relationships/notesMaster" Target="/ppt/notesMasters/notesMaster1.xml" Id="Rd166be561d4e45e7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4dfba07349034cb6" /><Relationship Type="http://schemas.openxmlformats.org/officeDocument/2006/relationships/notesMaster" Target="/ppt/notesMasters/notesMaster1.xml" Id="R9b87fdacb49f4a26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6129957ee33e4d06" /><Relationship Type="http://schemas.openxmlformats.org/officeDocument/2006/relationships/notesMaster" Target="/ppt/notesMasters/notesMaster1.xml" Id="Rdef5f0393b1c456e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4cfe30a99f0b430a" /><Relationship Type="http://schemas.openxmlformats.org/officeDocument/2006/relationships/notesMaster" Target="/ppt/notesMasters/notesMaster1.xml" Id="R9b2bd2e442ec4410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89845352256b44b3" /><Relationship Type="http://schemas.openxmlformats.org/officeDocument/2006/relationships/notesMaster" Target="/ppt/notesMasters/notesMaster1.xml" Id="Rd453e719718c4109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ea4edaca8ab24cb5" /><Relationship Type="http://schemas.openxmlformats.org/officeDocument/2006/relationships/notesMaster" Target="/ppt/notesMasters/notesMaster1.xml" Id="Rc063062346014678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51055c66be644d5c" /><Relationship Type="http://schemas.openxmlformats.org/officeDocument/2006/relationships/notesMaster" Target="/ppt/notesMasters/notesMaster1.xml" Id="Re73a0e7a1f52465e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237e1712aa2f4b41" /><Relationship Type="http://schemas.openxmlformats.org/officeDocument/2006/relationships/notesMaster" Target="/ppt/notesMasters/notesMaster1.xml" Id="R527894fe15d94bab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f994913e85d94462" /><Relationship Type="http://schemas.openxmlformats.org/officeDocument/2006/relationships/notesMaster" Target="/ppt/notesMasters/notesMaster1.xml" Id="Re85edfba1d894df2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37f4fd4ab39443c5" /><Relationship Type="http://schemas.openxmlformats.org/officeDocument/2006/relationships/notesMaster" Target="/ppt/notesMasters/notesMaster1.xml" Id="R6893f263ba6f4abf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8a41dae7fab4400e" /><Relationship Type="http://schemas.openxmlformats.org/officeDocument/2006/relationships/notesMaster" Target="/ppt/notesMasters/notesMaster1.xml" Id="R1ce375998e824502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038c04fe59ad48be" /><Relationship Type="http://schemas.openxmlformats.org/officeDocument/2006/relationships/notesMaster" Target="/ppt/notesMasters/notesMaster1.xml" Id="R6e8e2c4860a043d8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591cca41702f4e02" /><Relationship Type="http://schemas.openxmlformats.org/officeDocument/2006/relationships/notesMaster" Target="/ppt/notesMasters/notesMaster1.xml" Id="R43b4d61c63344a63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8abc792ef5104acc" /><Relationship Type="http://schemas.openxmlformats.org/officeDocument/2006/relationships/notesMaster" Target="/ppt/notesMasters/notesMaster1.xml" Id="R4ed2a55a00474788" /></Relationships>
</file>

<file path=ppt/notesSlides/_rels/notesSlide56.xml.rels>&#65279;<?xml version="1.0" encoding="utf-8"?><Relationships xmlns="http://schemas.openxmlformats.org/package/2006/relationships"><Relationship Type="http://schemas.openxmlformats.org/officeDocument/2006/relationships/slide" Target="/ppt/slides/slide56.xml" Id="R5db1f10e13a844c7" /><Relationship Type="http://schemas.openxmlformats.org/officeDocument/2006/relationships/notesMaster" Target="/ppt/notesMasters/notesMaster1.xml" Id="R10050b5a4fba4d77" /></Relationships>
</file>

<file path=ppt/notesSlides/_rels/notesSlide57.xml.rels>&#65279;<?xml version="1.0" encoding="utf-8"?><Relationships xmlns="http://schemas.openxmlformats.org/package/2006/relationships"><Relationship Type="http://schemas.openxmlformats.org/officeDocument/2006/relationships/slide" Target="/ppt/slides/slide57.xml" Id="R924097693109486f" /><Relationship Type="http://schemas.openxmlformats.org/officeDocument/2006/relationships/notesMaster" Target="/ppt/notesMasters/notesMaster1.xml" Id="R9626c574d68b4fb7" /></Relationships>
</file>

<file path=ppt/notesSlides/_rels/notesSlide58.xml.rels>&#65279;<?xml version="1.0" encoding="utf-8"?><Relationships xmlns="http://schemas.openxmlformats.org/package/2006/relationships"><Relationship Type="http://schemas.openxmlformats.org/officeDocument/2006/relationships/slide" Target="/ppt/slides/slide58.xml" Id="Rbe4e82a6e4244c7f" /><Relationship Type="http://schemas.openxmlformats.org/officeDocument/2006/relationships/notesMaster" Target="/ppt/notesMasters/notesMaster1.xml" Id="R3fa14ddc32634f88" /></Relationships>
</file>

<file path=ppt/notesSlides/_rels/notesSlide59.xml.rels>&#65279;<?xml version="1.0" encoding="utf-8"?><Relationships xmlns="http://schemas.openxmlformats.org/package/2006/relationships"><Relationship Type="http://schemas.openxmlformats.org/officeDocument/2006/relationships/slide" Target="/ppt/slides/slide59.xml" Id="R06266b342b10463b" /><Relationship Type="http://schemas.openxmlformats.org/officeDocument/2006/relationships/notesMaster" Target="/ppt/notesMasters/notesMaster1.xml" Id="R2fbef27d97ae4d0c" /></Relationships>
</file>

<file path=ppt/notesSlides/_rels/notesSlide60.xml.rels>&#65279;<?xml version="1.0" encoding="utf-8"?><Relationships xmlns="http://schemas.openxmlformats.org/package/2006/relationships"><Relationship Type="http://schemas.openxmlformats.org/officeDocument/2006/relationships/slide" Target="/ppt/slides/slide60.xml" Id="R8c67a2e6ce904252" /><Relationship Type="http://schemas.openxmlformats.org/officeDocument/2006/relationships/notesMaster" Target="/ppt/notesMasters/notesMaster1.xml" Id="R925110633e3b4c74" /></Relationships>
</file>

<file path=ppt/notesSlides/_rels/notesSlide61.xml.rels>&#65279;<?xml version="1.0" encoding="utf-8"?><Relationships xmlns="http://schemas.openxmlformats.org/package/2006/relationships"><Relationship Type="http://schemas.openxmlformats.org/officeDocument/2006/relationships/slide" Target="/ppt/slides/slide61.xml" Id="R9cba4921f8874bcb" /><Relationship Type="http://schemas.openxmlformats.org/officeDocument/2006/relationships/notesMaster" Target="/ppt/notesMasters/notesMaster1.xml" Id="Rbd225ebc410346b0" /></Relationships>
</file>

<file path=ppt/notesSlides/_rels/notesSlide62.xml.rels>&#65279;<?xml version="1.0" encoding="utf-8"?><Relationships xmlns="http://schemas.openxmlformats.org/package/2006/relationships"><Relationship Type="http://schemas.openxmlformats.org/officeDocument/2006/relationships/slide" Target="/ppt/slides/slide62.xml" Id="R772a1ef744124dfc" /><Relationship Type="http://schemas.openxmlformats.org/officeDocument/2006/relationships/notesMaster" Target="/ppt/notesMasters/notesMaster1.xml" Id="R16ab61c68c004d72" /></Relationships>
</file>

<file path=ppt/notesSlides/_rels/notesSlide63.xml.rels>&#65279;<?xml version="1.0" encoding="utf-8"?><Relationships xmlns="http://schemas.openxmlformats.org/package/2006/relationships"><Relationship Type="http://schemas.openxmlformats.org/officeDocument/2006/relationships/slide" Target="/ppt/slides/slide63.xml" Id="R58d71b6884ea4ea1" /><Relationship Type="http://schemas.openxmlformats.org/officeDocument/2006/relationships/notesMaster" Target="/ppt/notesMasters/notesMaster1.xml" Id="Rc44baeacbec747dc" /></Relationships>
</file>

<file path=ppt/notesSlides/_rels/notesSlide64.xml.rels>&#65279;<?xml version="1.0" encoding="utf-8"?><Relationships xmlns="http://schemas.openxmlformats.org/package/2006/relationships"><Relationship Type="http://schemas.openxmlformats.org/officeDocument/2006/relationships/slide" Target="/ppt/slides/slide64.xml" Id="Rfa20b4797935483f" /><Relationship Type="http://schemas.openxmlformats.org/officeDocument/2006/relationships/notesMaster" Target="/ppt/notesMasters/notesMaster1.xml" Id="R1831fbf7179e4b6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</a:t>
            </a:r>
          </a:p>
          <a:p xmlns:a="http://schemas.openxmlformats.org/drawingml/2006/main">
            <a:r>
              <a:t>本报告从原子所经历的物理过程出发。先讲光镊怎样约束原子，怎样随机准备一批初态，再讲拾取、等待和放回，最后解释存活统计和相干性。文档用于组织思路，具体公式、检查时点和结果以仓库实现与归档证据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来源与口径</a:t>
            </a:r>
          </a:p>
          <a:p xmlns:a="http://schemas.openxmlformats.org/drawingml/2006/main">
            <a:r>
              <a:t>docs/monte_carlo_plain_guide.md</a:t>
            </a:r>
          </a:p>
          <a:p xmlns:a="http://schemas.openxmlformats.org/drawingml/2006/main">
            <a:r>
              <a:t>https://github.com/Yifan2709/MonteCarlo-Atom-Tweezer/blob/4d5e200/docs/monte_carlo_plain_guide.md</a:t>
            </a:r>
          </a:p>
          <a:p xmlns:a="http://schemas.openxmlformats.org/drawingml/2006/main">
            <a:r>
              <a:t>reports/movement_effects_v1_calibration_20260916/REPORT.md</a:t>
            </a:r>
          </a:p>
          <a:p xmlns:a="http://schemas.openxmlformats.org/drawingml/2006/main">
            <a:r>
              <a:t>https://github.com/Yifan2709/MonteCarlo-Atom-Tweezer/blob/4d5e200/reports/movement_effects_v1_calibration_20260916/REPORT.md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</a:t>
            </a:r>
          </a:p>
          <a:p xmlns:a="http://schemas.openxmlformats.org/drawingml/2006/main">
            <a:r>
              <a:t>可以把一次模拟看成一次虚拟实验。不是直接给原子一个成功概率，而是先计算轨迹，再判断成功。结果可信到什么程度，会在统计、步长检验和最后的模型边界中回答。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来源与口径</a:t>
            </a:r>
          </a:p>
          <a:p xmlns:a="http://schemas.openxmlformats.org/drawingml/2006/main">
            <a:r>
              <a:t>docs/monte_carlo_plain_guide.md</a:t>
            </a:r>
          </a:p>
          <a:p xmlns:a="http://schemas.openxmlformats.org/drawingml/2006/main">
            <a:r>
              <a:t>https://github.com/Yifan2709/MonteCarlo-Atom-Tweezer/blob/4d5e200/docs/monte_carlo_plain_guide.md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</a:t>
            </a:r>
          </a:p>
          <a:p xmlns:a="http://schemas.openxmlformats.org/drawingml/2006/main">
            <a:r>
              <a:t>这里对应论文 Fig. 6d 上图的短距离转移存活实验。n 数的是单程交接，拾取和放回各计一次。真实实验靠最后的成像统计，模拟用目标势阱中的束缚能近似这一观测。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来源与口径</a:t>
            </a:r>
          </a:p>
          <a:p xmlns:a="http://schemas.openxmlformats.org/drawingml/2006/main">
            <a:r>
              <a:t>simulation/level2_joint_transfer/src/continuous_transfer/protocol.py</a:t>
            </a:r>
          </a:p>
          <a:p xmlns:a="http://schemas.openxmlformats.org/drawingml/2006/main">
            <a:r>
              <a:t>https://github.com/Yifan2709/MonteCarlo-Atom-Tweezer/blob/4d5e200/simulation/level2_joint_transfer/src/continuous_transfer/protocol.py</a:t>
            </a:r>
          </a:p>
          <a:p xmlns:a="http://schemas.openxmlformats.org/drawingml/2006/main">
            <a:r>
              <a:t>reports/movement_effects_v1_calibration_20260916/PHYSICS.md</a:t>
            </a:r>
          </a:p>
          <a:p xmlns:a="http://schemas.openxmlformats.org/drawingml/2006/main">
            <a:r>
              <a:t>https://github.com/Yifan2709/MonteCarlo-Atom-Tweezer/blob/4d5e200/reports/movement_effects_v1_calibration_20260916/PHYSICS.md</a:t>
            </a:r>
          </a:p>
          <a:p xmlns:a="http://schemas.openxmlformats.org/drawingml/2006/main">
            <a:r>
              <a:t>https://arxiv.org/html/2403.12021v4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</a:t>
            </a:r>
          </a:p>
          <a:p xmlns:a="http://schemas.openxmlformats.org/drawingml/2006/main">
            <a:r>
              <a:t>SLM 是形成静止光镊阵列的器件，AOD 用来控制可移动光镊。这里不需要先学习器件工作原理，只需记住静止阱和移动阱这两个角色。表中的参数为讲解基准，最新共同模型把名义束腰改为1.11微米。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来源与口径</a:t>
            </a:r>
          </a:p>
          <a:p xmlns:a="http://schemas.openxmlformats.org/drawingml/2006/main">
            <a:r>
              <a:t>docs/monte_carlo_plain_guide.md</a:t>
            </a:r>
          </a:p>
          <a:p xmlns:a="http://schemas.openxmlformats.org/drawingml/2006/main">
            <a:r>
              <a:t>https://github.com/Yifan2709/MonteCarlo-Atom-Tweezer/blob/4d5e200/docs/monte_carlo_plain_guide.md</a:t>
            </a:r>
          </a:p>
          <a:p xmlns:a="http://schemas.openxmlformats.org/drawingml/2006/main">
            <a:r>
              <a:t>reports/movement_effects_v1_calibration_20260916/PARAMETERS.md</a:t>
            </a:r>
          </a:p>
          <a:p xmlns:a="http://schemas.openxmlformats.org/drawingml/2006/main">
            <a:r>
              <a:t>https://github.com/Yifan2709/MonteCarlo-Atom-Tweezer/blob/4d5e200/reports/movement_effects_v1_calibration_20260916/PARAMETERS.md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</a:t>
            </a:r>
          </a:p>
          <a:p xmlns:a="http://schemas.openxmlformats.org/drawingml/2006/main">
            <a:r>
              <a:t>曲线按仓库采用的高斯势公式计算，是物理示意，不是新一次完整模拟。D为正的阱深，c为中心，w为光强降到中心1/e²时的半径。远处U取零，所以阱内势能为负。不要把负能量理解为负温度。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来源与口径</a:t>
            </a:r>
          </a:p>
          <a:p xmlns:a="http://schemas.openxmlformats.org/drawingml/2006/main">
            <a:r>
              <a:t>docs/monte_carlo_plain_guide.md</a:t>
            </a:r>
          </a:p>
          <a:p xmlns:a="http://schemas.openxmlformats.org/drawingml/2006/main">
            <a:r>
              <a:t>https://github.com/Yifan2709/MonteCarlo-Atom-Tweezer/blob/4d5e200/docs/monte_carlo_plain_guide.md</a:t>
            </a:r>
          </a:p>
          <a:p xmlns:a="http://schemas.openxmlformats.org/drawingml/2006/main">
            <a:r>
              <a:t>simulation/level2_joint_transfer/src/continuous_transfer/engine.py</a:t>
            </a:r>
          </a:p>
          <a:p xmlns:a="http://schemas.openxmlformats.org/drawingml/2006/main">
            <a:r>
              <a:t>https://github.com/Yifan2709/MonteCarlo-Atom-Tweezer/blob/4d5e200/simulation/level2_joint_transfer/src/continuous_transfer/engine.py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</a:t>
            </a:r>
          </a:p>
          <a:p xmlns:a="http://schemas.openxmlformats.org/drawingml/2006/main">
            <a:r>
              <a:t>零受力不等于零速度。原子经过阱底时速度通常最大，它会继续向另一侧运动，再被回复力拉回来。距离很远时，高斯势梯度又变小，已经跑远的原子不会被无限强的力拉回。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来源与口径</a:t>
            </a:r>
          </a:p>
          <a:p xmlns:a="http://schemas.openxmlformats.org/drawingml/2006/main">
            <a:r>
              <a:t>simulation/level2_joint_transfer/src/continuous_transfer/engine.py</a:t>
            </a:r>
          </a:p>
          <a:p xmlns:a="http://schemas.openxmlformats.org/drawingml/2006/main">
            <a:r>
              <a:t>https://github.com/Yifan2709/MonteCarlo-Atom-Tweezer/blob/4d5e200/simulation/level2_joint_transfer/src/continuous_transfer/engine.py</a:t>
            </a:r>
          </a:p>
          <a:p xmlns:a="http://schemas.openxmlformats.org/drawingml/2006/main">
            <a:r>
              <a:t>docs/monte_carlo_plain_guide.md</a:t>
            </a:r>
          </a:p>
          <a:p xmlns:a="http://schemas.openxmlformats.org/drawingml/2006/main">
            <a:r>
              <a:t>https://github.com/Yifan2709/MonteCarlo-Atom-Tweezer/blob/4d5e200/docs/monte_carlo_plain_guide.md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</a:t>
            </a:r>
          </a:p>
          <a:p xmlns:a="http://schemas.openxmlformats.org/drawingml/2006/main">
            <a:r>
              <a:t>热分布规定的是许多次制备的统计规律。对某一颗原子，位置与速度决定了当下的振动状态。即使没有任何后续噪声，不同初态也可以出现不同的最终能量与束缚结果。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来源与口径</a:t>
            </a:r>
          </a:p>
          <a:p xmlns:a="http://schemas.openxmlformats.org/drawingml/2006/main">
            <a:r>
              <a:t>simulation/level2_joint_transfer/src/continuous_transfer/initialization.py</a:t>
            </a:r>
          </a:p>
          <a:p xmlns:a="http://schemas.openxmlformats.org/drawingml/2006/main">
            <a:r>
              <a:t>https://github.com/Yifan2709/MonteCarlo-Atom-Tweezer/blob/4d5e200/simulation/level2_joint_transfer/src/continuous_transfer/initialization.py</a:t>
            </a:r>
          </a:p>
          <a:p xmlns:a="http://schemas.openxmlformats.org/drawingml/2006/main">
            <a:r>
              <a:t>docs/monte_carlo_plain_guide.md</a:t>
            </a:r>
          </a:p>
          <a:p xmlns:a="http://schemas.openxmlformats.org/drawingml/2006/main">
            <a:r>
              <a:t>https://github.com/Yifan2709/MonteCarlo-Atom-Tweezer/blob/4d5e200/docs/monte_carlo_plain_guide.md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</a:t>
            </a:r>
          </a:p>
          <a:p xmlns:a="http://schemas.openxmlformats.org/drawingml/2006/main">
            <a:r>
              <a:t>三维谐振子有三个动能和三个势能的二次项，每项平均kBT/2，所以高于阱底的平均能量是3kBT。讲解基准15 μK对应45 kB·μK，但有限高斯阱、拒绝采样和非平衡运动都会使这一近似有偏离。末态平均总能量的变化也不能直接等同于温升。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来源与口径</a:t>
            </a:r>
          </a:p>
          <a:p xmlns:a="http://schemas.openxmlformats.org/drawingml/2006/main">
            <a:r>
              <a:t>simulation/level2_joint_transfer/src/continuous_transfer/initialization.py</a:t>
            </a:r>
          </a:p>
          <a:p xmlns:a="http://schemas.openxmlformats.org/drawingml/2006/main">
            <a:r>
              <a:t>https://github.com/Yifan2709/MonteCarlo-Atom-Tweezer/blob/4d5e200/simulation/level2_joint_transfer/src/continuous_transfer/initialization.py</a:t>
            </a:r>
          </a:p>
          <a:p xmlns:a="http://schemas.openxmlformats.org/drawingml/2006/main">
            <a:r>
              <a:t>reports/movement_effects_v1_calibration_20260916/PHYSICS.md</a:t>
            </a:r>
          </a:p>
          <a:p xmlns:a="http://schemas.openxmlformats.org/drawingml/2006/main">
            <a:r>
              <a:t>https://github.com/Yifan2709/MonteCarlo-Atom-Tweezer/blob/4d5e200/reports/movement_effects_v1_calibration_20260916/PHYSICS.md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</a:t>
            </a:r>
          </a:p>
          <a:p xmlns:a="http://schemas.openxmlformats.org/drawingml/2006/main">
            <a:r>
              <a:t>图使用140 μK、束腰1.17 μm、波长1061 nm。瑞利长度约4.05 μm。径向频率约25.46 kHz，轴向约5.20 kHz。这里横轴为了比较共用距离，蓝线远离中心后迅速接近零。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来源与口径</a:t>
            </a:r>
          </a:p>
          <a:p xmlns:a="http://schemas.openxmlformats.org/drawingml/2006/main">
            <a:r>
              <a:t>simulation/level2_joint_transfer/src/continuous_transfer/initialization.py</a:t>
            </a:r>
          </a:p>
          <a:p xmlns:a="http://schemas.openxmlformats.org/drawingml/2006/main">
            <a:r>
              <a:t>https://github.com/Yifan2709/MonteCarlo-Atom-Tweezer/blob/4d5e200/simulation/level2_joint_transfer/src/continuous_transfer/initialization.py</a:t>
            </a:r>
          </a:p>
          <a:p xmlns:a="http://schemas.openxmlformats.org/drawingml/2006/main">
            <a:r>
              <a:t>simulation/level2_joint_transfer/src/continuous_transfer/engine.py</a:t>
            </a:r>
          </a:p>
          <a:p xmlns:a="http://schemas.openxmlformats.org/drawingml/2006/main">
            <a:r>
              <a:t>https://github.com/Yifan2709/MonteCarlo-Atom-Tweezer/blob/4d5e200/simulation/level2_joint_transfer/src/continuous_transfer/engine.py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</a:t>
            </a:r>
          </a:p>
          <a:p xmlns:a="http://schemas.openxmlformats.org/drawingml/2006/main">
            <a:r>
              <a:t>以SLM径向25.46 kHz为例，hf/kB约1.22 μK，小于讲解温度15 μK，因此经典热运动有一定依据。但这不是低温基态和隧穿问题的完整量子描述。本文不把它称作量子跳跃蒙特卡洛，也不引入多原子碰撞。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来源与口径</a:t>
            </a:r>
          </a:p>
          <a:p xmlns:a="http://schemas.openxmlformats.org/drawingml/2006/main">
            <a:r>
              <a:t>simulation/level2_joint_transfer/src/continuous_transfer/engine.py</a:t>
            </a:r>
          </a:p>
          <a:p xmlns:a="http://schemas.openxmlformats.org/drawingml/2006/main">
            <a:r>
              <a:t>https://github.com/Yifan2709/MonteCarlo-Atom-Tweezer/blob/4d5e200/simulation/level2_joint_transfer/src/continuous_transfer/engine.py</a:t>
            </a:r>
          </a:p>
          <a:p xmlns:a="http://schemas.openxmlformats.org/drawingml/2006/main">
            <a:r>
              <a:t>simulation/level2_joint_transfer/src/continuous_transfer/initialization.py</a:t>
            </a:r>
          </a:p>
          <a:p xmlns:a="http://schemas.openxmlformats.org/drawingml/2006/main">
            <a:r>
              <a:t>https://github.com/Yifan2709/MonteCarlo-Atom-Tweezer/blob/4d5e200/simulation/level2_joint_transfer/src/continuous_transfer/initialization.py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</a:t>
            </a:r>
          </a:p>
          <a:p xmlns:a="http://schemas.openxmlformats.org/drawingml/2006/main">
            <a:r>
              <a:t>随机性不是任意编造的成功或失败。分布需要来自热制备假设、装置差异或噪声模型。增加样本数可以降低抽样波动，但不能修正错误的势阱形状、错误波形或错误噪声假设。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来源与口径</a:t>
            </a:r>
          </a:p>
          <a:p xmlns:a="http://schemas.openxmlformats.org/drawingml/2006/main">
            <a:r>
              <a:t>docs/monte_carlo_plain_guide.md</a:t>
            </a:r>
          </a:p>
          <a:p xmlns:a="http://schemas.openxmlformats.org/drawingml/2006/main">
            <a:r>
              <a:t>https://github.com/Yifan2709/MonteCarlo-Atom-Tweezer/blob/4d5e200/docs/monte_carlo_plain_guide.md</a:t>
            </a:r>
          </a:p>
          <a:p xmlns:a="http://schemas.openxmlformats.org/drawingml/2006/main">
            <a:r>
              <a:t>simulation/level2_joint_transfer/src/continuous_transfer/noisy_survival.py</a:t>
            </a:r>
          </a:p>
          <a:p xmlns:a="http://schemas.openxmlformats.org/drawingml/2006/main">
            <a:r>
              <a:t>https://github.com/Yifan2709/MonteCarlo-Atom-Tweezer/blob/4d5e200/simulation/level2_joint_transfer/src/continuous_transfer/noisy_survival.py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</a:t>
            </a:r>
          </a:p>
          <a:p xmlns:a="http://schemas.openxmlformats.org/drawingml/2006/main">
            <a:r>
              <a:t>四类随机量要区分。位点差异在一条轨迹内固定，初态只准备一次，段间对准抖动每轮每段变化，连续噪声才是在传播中不断产生的小速度扰动。旧的固定平均功率加热本身没有新的随机数。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来源与口径</a:t>
            </a:r>
          </a:p>
          <a:p xmlns:a="http://schemas.openxmlformats.org/drawingml/2006/main">
            <a:r>
              <a:t>simulation/level2_joint_transfer/src/continuous_transfer/initialization.py</a:t>
            </a:r>
          </a:p>
          <a:p xmlns:a="http://schemas.openxmlformats.org/drawingml/2006/main">
            <a:r>
              <a:t>https://github.com/Yifan2709/MonteCarlo-Atom-Tweezer/blob/4d5e200/simulation/level2_joint_transfer/src/continuous_transfer/initialization.py</a:t>
            </a:r>
          </a:p>
          <a:p xmlns:a="http://schemas.openxmlformats.org/drawingml/2006/main">
            <a:r>
              <a:t>simulation/level2_joint_transfer/src/continuous_transfer/engine.py</a:t>
            </a:r>
          </a:p>
          <a:p xmlns:a="http://schemas.openxmlformats.org/drawingml/2006/main">
            <a:r>
              <a:t>https://github.com/Yifan2709/MonteCarlo-Atom-Tweezer/blob/4d5e200/simulation/level2_joint_transfer/src/continuous_transfer/engine.py</a:t>
            </a:r>
          </a:p>
          <a:p xmlns:a="http://schemas.openxmlformats.org/drawingml/2006/main">
            <a:r>
              <a:t>simulation/level2_joint_transfer/src/continuous_transfer/noisy_survival.py</a:t>
            </a:r>
          </a:p>
          <a:p xmlns:a="http://schemas.openxmlformats.org/drawingml/2006/main">
            <a:r>
              <a:t>https://github.com/Yifan2709/MonteCarlo-Atom-Tweezer/blob/4d5e200/simulation/level2_joint_transfer/src/continuous_transfer/noisy_survival.py</a:t>
            </a:r>
          </a:p>
          <a:p xmlns:a="http://schemas.openxmlformats.org/drawingml/2006/main">
            <a:r>
              <a:t>reports/movement_effects_v1_calibration_20260916/PARAMETERS.md</a:t>
            </a:r>
          </a:p>
          <a:p xmlns:a="http://schemas.openxmlformats.org/drawingml/2006/main">
            <a:r>
              <a:t>https://github.com/Yifan2709/MonteCarlo-Atom-Tweezer/blob/4d5e200/reports/movement_effects_v1_calibration_20260916/PARAMETERS.md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</a:t>
            </a:r>
          </a:p>
          <a:p xmlns:a="http://schemas.openxmlformats.org/drawingml/2006/main">
            <a:r>
              <a:t>左列是文档采用的理解基准。右列是2026-09-16联合标定报告锁定的最终模型。四种操作共用右列参数，只允许操作时间和波形不同。19 μK与噪声幅值是模型条件下的估计，并不是独立测量。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来源与口径</a:t>
            </a:r>
          </a:p>
          <a:p xmlns:a="http://schemas.openxmlformats.org/drawingml/2006/main">
            <a:r>
              <a:t>docs/monte_carlo_plain_guide.md</a:t>
            </a:r>
          </a:p>
          <a:p xmlns:a="http://schemas.openxmlformats.org/drawingml/2006/main">
            <a:r>
              <a:t>https://github.com/Yifan2709/MonteCarlo-Atom-Tweezer/blob/4d5e200/docs/monte_carlo_plain_guide.md</a:t>
            </a:r>
          </a:p>
          <a:p xmlns:a="http://schemas.openxmlformats.org/drawingml/2006/main">
            <a:r>
              <a:t>reports/movement_effects_v1_calibration_20260916/PARAMETERS.md</a:t>
            </a:r>
          </a:p>
          <a:p xmlns:a="http://schemas.openxmlformats.org/drawingml/2006/main">
            <a:r>
              <a:t>https://github.com/Yifan2709/MonteCarlo-Atom-Tweezer/blob/4d5e200/reports/movement_effects_v1_calibration_20260916/PARAMETERS.md</a:t>
            </a:r>
          </a:p>
          <a:p xmlns:a="http://schemas.openxmlformats.org/drawingml/2006/main">
            <a:r>
              <a:t>reports/movement_effects_v1_calibration_20260916/REPORT.md</a:t>
            </a:r>
          </a:p>
          <a:p xmlns:a="http://schemas.openxmlformats.org/drawingml/2006/main">
            <a:r>
              <a:t>https://github.com/Yifan2709/MonteCarlo-Atom-Tweezer/blob/4d5e200/reports/movement_effects_v1_calibration_20260916/REPORT.md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</a:t>
            </a:r>
          </a:p>
          <a:p xmlns:a="http://schemas.openxmlformats.org/drawingml/2006/main">
            <a:r>
              <a:t>图为本报告使用固定种子产生的教学抽样，非论文实测直方图。11.4%来自论文全阵列的深度散布，转移子阵列没有独立给出。AOD深度和束腰2%的散布、50 nm静态对准误差属于模型假设。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来源与口径</a:t>
            </a:r>
          </a:p>
          <a:p xmlns:a="http://schemas.openxmlformats.org/drawingml/2006/main">
            <a:r>
              <a:t>reports/movement_effects_v1_calibration_20260916/PARAMETERS.md</a:t>
            </a:r>
          </a:p>
          <a:p xmlns:a="http://schemas.openxmlformats.org/drawingml/2006/main">
            <a:r>
              <a:t>https://github.com/Yifan2709/MonteCarlo-Atom-Tweezer/blob/4d5e200/reports/movement_effects_v1_calibration_20260916/PARAMETERS.md</a:t>
            </a:r>
          </a:p>
          <a:p xmlns:a="http://schemas.openxmlformats.org/drawingml/2006/main">
            <a:r>
              <a:t>simulation/level2_joint_transfer/src/continuous_transfer/initialization.py</a:t>
            </a:r>
          </a:p>
          <a:p xmlns:a="http://schemas.openxmlformats.org/drawingml/2006/main">
            <a:r>
              <a:t>https://github.com/Yifan2709/MonteCarlo-Atom-Tweezer/blob/4d5e200/simulation/level2_joint_transfer/src/continuous_transfer/initialization.py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</a:t>
            </a:r>
          </a:p>
          <a:p xmlns:a="http://schemas.openxmlformats.org/drawingml/2006/main">
            <a:r>
              <a:t>标准差表示分布宽度，并不是每个原子都在这个位置。轴向频率低，所以z分布宽。速度的三个分量具有同样标准差。这里的数字是名义深度下的值，实际采样逐位点使用自己的SLM深度。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来源与口径</a:t>
            </a:r>
          </a:p>
          <a:p xmlns:a="http://schemas.openxmlformats.org/drawingml/2006/main">
            <a:r>
              <a:t>simulation/level2_joint_transfer/src/continuous_transfer/initialization.py</a:t>
            </a:r>
          </a:p>
          <a:p xmlns:a="http://schemas.openxmlformats.org/drawingml/2006/main">
            <a:r>
              <a:t>https://github.com/Yifan2709/MonteCarlo-Atom-Tweezer/blob/4d5e200/simulation/level2_joint_transfer/src/continuous_transfer/initialization.py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</a:t>
            </a:r>
          </a:p>
          <a:p xmlns:a="http://schemas.openxmlformats.org/drawingml/2006/main">
            <a:r>
              <a:t>本图直接调用仓库的实际位点束缚采样方法，再取前180个样本作展示。图中只画x与vx，其余四个分量仍存在。散点并非在模拟过程中彼此作用，原子之间的碰撞和相互作用没有加入。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来源与口径</a:t>
            </a:r>
          </a:p>
          <a:p xmlns:a="http://schemas.openxmlformats.org/drawingml/2006/main">
            <a:r>
              <a:t>simulation/level2_joint_transfer/src/continuous_transfer/initialization.py</a:t>
            </a:r>
          </a:p>
          <a:p xmlns:a="http://schemas.openxmlformats.org/drawingml/2006/main">
            <a:r>
              <a:t>https://github.com/Yifan2709/MonteCarlo-Atom-Tweezer/blob/4d5e200/simulation/level2_joint_transfer/src/continuous_transfer/initialization.py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</a:t>
            </a:r>
          </a:p>
          <a:p xmlns:a="http://schemas.openxmlformats.org/drawingml/2006/main">
            <a:r>
              <a:t>若先按名义阱准备，再把浅阱误差加进去，会混入初始就不束缚的原子。若直接删除不合格位点，又会偏向深阱。现有做法在同一位点重抽，保证每个位点一个已束缚初态。该方法是谐振分布提议加束缚条件，仍不等于有限深高斯阱的严格热平衡分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来源与口径</a:t>
            </a:r>
          </a:p>
          <a:p xmlns:a="http://schemas.openxmlformats.org/drawingml/2006/main">
            <a:r>
              <a:t>simulation/level2_joint_transfer/src/continuous_transfer/initialization.py</a:t>
            </a:r>
          </a:p>
          <a:p xmlns:a="http://schemas.openxmlformats.org/drawingml/2006/main">
            <a:r>
              <a:t>https://github.com/Yifan2709/MonteCarlo-Atom-Tweezer/blob/4d5e200/simulation/level2_joint_transfer/src/continuous_transfer/initialization.py</a:t>
            </a:r>
          </a:p>
          <a:p xmlns:a="http://schemas.openxmlformats.org/drawingml/2006/main">
            <a:r>
              <a:t>reports/movement_effects_v1_calibration_20260916/REPORT.md</a:t>
            </a:r>
          </a:p>
          <a:p xmlns:a="http://schemas.openxmlformats.org/drawingml/2006/main">
            <a:r>
              <a:t>https://github.com/Yifan2709/MonteCarlo-Atom-Tweezer/blob/4d5e200/reports/movement_effects_v1_calibration_20260916/REPORT.md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</a:t>
            </a:r>
          </a:p>
          <a:p xmlns:a="http://schemas.openxmlformats.org/drawingml/2006/main">
            <a:r>
              <a:t>初始拒绝采样只发生在t=0，不能在后续每轮重新做。幸存者的分布经过筛选也会变化，因此第20次转移的原子群与第一次之前已经不同。这是存活曲线通常不能简单写成固定单次概率的原因之一。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来源与口径</a:t>
            </a:r>
          </a:p>
          <a:p xmlns:a="http://schemas.openxmlformats.org/drawingml/2006/main">
            <a:r>
              <a:t>simulation/level2_joint_transfer/src/continuous_transfer/engine.py</a:t>
            </a:r>
          </a:p>
          <a:p xmlns:a="http://schemas.openxmlformats.org/drawingml/2006/main">
            <a:r>
              <a:t>https://github.com/Yifan2709/MonteCarlo-Atom-Tweezer/blob/4d5e200/simulation/level2_joint_transfer/src/continuous_transfer/engine.py</a:t>
            </a:r>
          </a:p>
          <a:p xmlns:a="http://schemas.openxmlformats.org/drawingml/2006/main">
            <a:r>
              <a:t>simulation/level2_joint_transfer/src/continuous_transfer/noisy_survival.py</a:t>
            </a:r>
          </a:p>
          <a:p xmlns:a="http://schemas.openxmlformats.org/drawingml/2006/main">
            <a:r>
              <a:t>https://github.com/Yifan2709/MonteCarlo-Atom-Tweezer/blob/4d5e200/simulation/level2_joint_transfer/src/continuous_transfer/noisy_survival.py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</a:t>
            </a:r>
          </a:p>
          <a:p xmlns:a="http://schemas.openxmlformats.org/drawingml/2006/main">
            <a:r>
              <a:t>匹配Fig.6d的协议只做短程交接。一轮时长为2T+100 μs，三种手工操作的30轮总时长分别为15、27、39 ms。优化400 μs与手工400 μs总时长相同。n=60表示30轮。等待段纳入奇数检查点对应的拾取观察。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来源与口径</a:t>
            </a:r>
          </a:p>
          <a:p xmlns:a="http://schemas.openxmlformats.org/drawingml/2006/main">
            <a:r>
              <a:t>simulation/level2_joint_transfer/src/continuous_transfer/protocol.py</a:t>
            </a:r>
          </a:p>
          <a:p xmlns:a="http://schemas.openxmlformats.org/drawingml/2006/main">
            <a:r>
              <a:t>https://github.com/Yifan2709/MonteCarlo-Atom-Tweezer/blob/4d5e200/simulation/level2_joint_transfer/src/continuous_transfer/protocol.py</a:t>
            </a:r>
          </a:p>
          <a:p xmlns:a="http://schemas.openxmlformats.org/drawingml/2006/main">
            <a:r>
              <a:t>reports/movement_effects_v1_calibration_20260916/PARAMETERS.md</a:t>
            </a:r>
          </a:p>
          <a:p xmlns:a="http://schemas.openxmlformats.org/drawingml/2006/main">
            <a:r>
              <a:t>https://github.com/Yifan2709/MonteCarlo-Atom-Tweezer/blob/4d5e200/reports/movement_effects_v1_calibration_20260916/PARAMETERS.md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</a:t>
            </a:r>
          </a:p>
          <a:p xmlns:a="http://schemas.openxmlformats.org/drawingml/2006/main">
            <a:r>
              <a:t>对400 μs操作，升深持续192 μs，移动持续208 μs。原子不会因为“拾取开始”这个名字就自动跳到AOD。两阱重合时总势加深，随后分开，原子能否随AOD离开取决于当时的位置、速度和总势形状。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来源与口径</a:t>
            </a:r>
          </a:p>
          <a:p xmlns:a="http://schemas.openxmlformats.org/drawingml/2006/main">
            <a:r>
              <a:t>simulation/level2_joint_transfer/src/continuous_transfer/protocol.py</a:t>
            </a:r>
          </a:p>
          <a:p xmlns:a="http://schemas.openxmlformats.org/drawingml/2006/main">
            <a:r>
              <a:t>https://github.com/Yifan2709/MonteCarlo-Atom-Tweezer/blob/4d5e200/simulation/level2_joint_transfer/src/continuous_transfer/protocol.py</a:t>
            </a:r>
          </a:p>
          <a:p xmlns:a="http://schemas.openxmlformats.org/drawingml/2006/main">
            <a:r>
              <a:t>reports/movement_effects_v1_calibration_20260916/PHYSICS.md</a:t>
            </a:r>
          </a:p>
          <a:p xmlns:a="http://schemas.openxmlformats.org/drawingml/2006/main">
            <a:r>
              <a:t>https://github.com/Yifan2709/MonteCarlo-Atom-Tweezer/blob/4d5e200/reports/movement_effects_v1_calibration_20260916/PHYSICS.md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</a:t>
            </a:r>
          </a:p>
          <a:p xmlns:a="http://schemas.openxmlformats.org/drawingml/2006/main">
            <a:r>
              <a:t>图为按目前仓库已纠正的论文手工波形计算的控制量。深度为二次升高，位置为单段3s²−2s³。它在移动段两端速度为零，但加速度不连续，不能把它与另一种端点加速度为零的分段S曲线混淆。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来源与口径</a:t>
            </a:r>
          </a:p>
          <a:p xmlns:a="http://schemas.openxmlformats.org/drawingml/2006/main">
            <a:r>
              <a:t>simulation/level2_joint_transfer/src/continuous_transfer/protocol.py</a:t>
            </a:r>
          </a:p>
          <a:p xmlns:a="http://schemas.openxmlformats.org/drawingml/2006/main">
            <a:r>
              <a:t>https://github.com/Yifan2709/MonteCarlo-Atom-Tweezer/blob/4d5e200/simulation/level2_joint_transfer/src/continuous_transfer/protocol.py</a:t>
            </a:r>
          </a:p>
          <a:p xmlns:a="http://schemas.openxmlformats.org/drawingml/2006/main">
            <a:r>
              <a:t>reports/movement_effects_v1_calibration_20260916/PHYSICS.md</a:t>
            </a:r>
          </a:p>
          <a:p xmlns:a="http://schemas.openxmlformats.org/drawingml/2006/main">
            <a:r>
              <a:t>https://github.com/Yifan2709/MonteCarlo-Atom-Tweezer/blob/4d5e200/reports/movement_effects_v1_calibration_20260916/PHYSICS.md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</a:t>
            </a:r>
          </a:p>
          <a:p xmlns:a="http://schemas.openxmlformats.org/drawingml/2006/main">
            <a:r>
              <a:t>四条线代表不同时刻的势能快照，并非同一时刻的四条轨迹。模型按两束光的势能直接相加，忽略光场干涉结构。这里以一维截面帮助理解，正式传播仍使用三维势。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来源与口径</a:t>
            </a:r>
          </a:p>
          <a:p xmlns:a="http://schemas.openxmlformats.org/drawingml/2006/main">
            <a:r>
              <a:t>simulation/level2_joint_transfer/src/continuous_transfer/engine.py</a:t>
            </a:r>
          </a:p>
          <a:p xmlns:a="http://schemas.openxmlformats.org/drawingml/2006/main">
            <a:r>
              <a:t>https://github.com/Yifan2709/MonteCarlo-Atom-Tweezer/blob/4d5e200/simulation/level2_joint_transfer/src/continuous_transfer/engine.py</a:t>
            </a:r>
          </a:p>
          <a:p xmlns:a="http://schemas.openxmlformats.org/drawingml/2006/main">
            <a:r>
              <a:t>simulation/level2_joint_transfer/src/continuous_transfer/protocol.py</a:t>
            </a:r>
          </a:p>
          <a:p xmlns:a="http://schemas.openxmlformats.org/drawingml/2006/main">
            <a:r>
              <a:t>https://github.com/Yifan2709/MonteCarlo-Atom-Tweezer/blob/4d5e200/simulation/level2_joint_transfer/src/continuous_transfer/protocol.py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</a:t>
            </a:r>
          </a:p>
          <a:p xmlns:a="http://schemas.openxmlformats.org/drawingml/2006/main">
            <a:r>
              <a:t>这是一个容易弄错的物理边界。关闭SLM并不是给原子额外设定一个速度，而是改变哈密顿量中的势能项。实现将开关前后的势能差计入切换功。在等待结束发现的损失，很多在关闭SLM后立刻就已经是正能。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来源与口径</a:t>
            </a:r>
          </a:p>
          <a:p xmlns:a="http://schemas.openxmlformats.org/drawingml/2006/main">
            <a:r>
              <a:t>simulation/level2_joint_transfer/src/continuous_transfer/protocol.py</a:t>
            </a:r>
          </a:p>
          <a:p xmlns:a="http://schemas.openxmlformats.org/drawingml/2006/main">
            <a:r>
              <a:t>https://github.com/Yifan2709/MonteCarlo-Atom-Tweezer/blob/4d5e200/simulation/level2_joint_transfer/src/continuous_transfer/protocol.py</a:t>
            </a:r>
          </a:p>
          <a:p xmlns:a="http://schemas.openxmlformats.org/drawingml/2006/main">
            <a:r>
              <a:t>simulation/level2_joint_transfer/src/continuous_transfer/noisy_survival.py</a:t>
            </a:r>
          </a:p>
          <a:p xmlns:a="http://schemas.openxmlformats.org/drawingml/2006/main">
            <a:r>
              <a:t>https://github.com/Yifan2709/MonteCarlo-Atom-Tweezer/blob/4d5e200/simulation/level2_joint_transfer/src/continuous_transfer/noisy_survival.py</a:t>
            </a:r>
          </a:p>
          <a:p xmlns:a="http://schemas.openxmlformats.org/drawingml/2006/main">
            <a:r>
              <a:t>reports/movement_effects_v1_calibration_20260916/PHYSICS.md</a:t>
            </a:r>
          </a:p>
          <a:p xmlns:a="http://schemas.openxmlformats.org/drawingml/2006/main">
            <a:r>
              <a:t>https://github.com/Yifan2709/MonteCarlo-Atom-Tweezer/blob/4d5e200/reports/movement_effects_v1_calibration_20260916/PHYSICS.md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</a:t>
            </a:r>
          </a:p>
          <a:p xmlns:a="http://schemas.openxmlformats.org/drawingml/2006/main">
            <a:r>
              <a:t>严格动力学时间反演还需要反转动量并反转完整动力学条件。本模拟只反转控制随时间的函数，不反转原子速度，也不逆转噪声。一个来回结束后可以有剩余激发，这些激发继续影响下一轮。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来源与口径</a:t>
            </a:r>
          </a:p>
          <a:p xmlns:a="http://schemas.openxmlformats.org/drawingml/2006/main">
            <a:r>
              <a:t>simulation/level2_joint_transfer/src/continuous_transfer/protocol.py</a:t>
            </a:r>
          </a:p>
          <a:p xmlns:a="http://schemas.openxmlformats.org/drawingml/2006/main">
            <a:r>
              <a:t>https://github.com/Yifan2709/MonteCarlo-Atom-Tweezer/blob/4d5e200/simulation/level2_joint_transfer/src/continuous_transfer/protocol.py</a:t>
            </a:r>
          </a:p>
          <a:p xmlns:a="http://schemas.openxmlformats.org/drawingml/2006/main">
            <a:r>
              <a:t>simulation/level2_joint_transfer/src/continuous_transfer/engine.py</a:t>
            </a:r>
          </a:p>
          <a:p xmlns:a="http://schemas.openxmlformats.org/drawingml/2006/main">
            <a:r>
              <a:t>https://github.com/Yifan2709/MonteCarlo-Atom-Tweezer/blob/4d5e200/simulation/level2_joint_transfer/src/continuous_transfer/engine.py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</a:t>
            </a:r>
          </a:p>
          <a:p xmlns:a="http://schemas.openxmlformats.org/drawingml/2006/main">
            <a:r>
              <a:t>ML代表论文的优化波形。本报告用归档PDF控制点回放：13个内部点加起止点，共15个节点、14个时间间隔，再作普通三次插值。它不是原始仪器驱动记录，因此仍有数字化与校准的不确定性。本报告没有重新训练或优化波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来源与口径</a:t>
            </a:r>
          </a:p>
          <a:p xmlns:a="http://schemas.openxmlformats.org/drawingml/2006/main">
            <a:r>
              <a:t>reports/movement_effects_v1_calibration_20260916/PHYSICS.md</a:t>
            </a:r>
          </a:p>
          <a:p xmlns:a="http://schemas.openxmlformats.org/drawingml/2006/main">
            <a:r>
              <a:t>https://github.com/Yifan2709/MonteCarlo-Atom-Tweezer/blob/4d5e200/reports/movement_effects_v1_calibration_20260916/PHYSICS.md</a:t>
            </a:r>
          </a:p>
          <a:p xmlns:a="http://schemas.openxmlformats.org/drawingml/2006/main">
            <a:r>
              <a:t>reports/movement_effects_v1_calibration_20260916/ml_vector_nodes.json</a:t>
            </a:r>
          </a:p>
          <a:p xmlns:a="http://schemas.openxmlformats.org/drawingml/2006/main">
            <a:r>
              <a:t>https://github.com/Yifan2709/MonteCarlo-Atom-Tweezer/blob/4d5e200/reports/movement_effects_v1_calibration_20260916/ml_vector_nodes.json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</a:t>
            </a:r>
          </a:p>
          <a:p xmlns:a="http://schemas.openxmlformats.org/drawingml/2006/main">
            <a:r>
              <a:t>这对应velocity-Verlet算法，但口头报告不必强调算法名称。机械步长0.0125 μs小于阱振动周期，仍需通过进一步减半来检验误差。最新存活模型的噪声步长另为0.05 μs，机械与噪声时间间隔分别验证。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来源与口径</a:t>
            </a:r>
          </a:p>
          <a:p xmlns:a="http://schemas.openxmlformats.org/drawingml/2006/main">
            <a:r>
              <a:t>simulation/level2_joint_transfer/src/continuous_transfer/engine.py</a:t>
            </a:r>
          </a:p>
          <a:p xmlns:a="http://schemas.openxmlformats.org/drawingml/2006/main">
            <a:r>
              <a:t>https://github.com/Yifan2709/MonteCarlo-Atom-Tweezer/blob/4d5e200/simulation/level2_joint_transfer/src/continuous_transfer/engine.py</a:t>
            </a:r>
          </a:p>
          <a:p xmlns:a="http://schemas.openxmlformats.org/drawingml/2006/main">
            <a:r>
              <a:t>simulation/level2_joint_transfer/src/continuous_transfer/noisy_survival.py</a:t>
            </a:r>
          </a:p>
          <a:p xmlns:a="http://schemas.openxmlformats.org/drawingml/2006/main">
            <a:r>
              <a:t>https://github.com/Yifan2709/MonteCarlo-Atom-Tweezer/blob/4d5e200/simulation/level2_joint_transfer/src/continuous_transfer/noisy_survival.py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</a:t>
            </a:r>
          </a:p>
          <a:p xmlns:a="http://schemas.openxmlformats.org/drawingml/2006/main">
            <a:r>
              <a:t>这张图直接来自仓库Level1历史演示的thermal_example_trajectory.csv，并非最新三维校准结果。只做等间隔抽点以减小PPT数据体积。位置轨迹正确保留原始单位。该示例用于看懂动力学，不用于推断最新存活概率。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来源与口径</a:t>
            </a:r>
          </a:p>
          <a:p xmlns:a="http://schemas.openxmlformats.org/drawingml/2006/main">
            <a:r>
              <a:t>simulation/level1_transfer_1d/outputs/level1_transfer_1d/demo/thermal_example_trajectory.csv</a:t>
            </a:r>
          </a:p>
          <a:p xmlns:a="http://schemas.openxmlformats.org/drawingml/2006/main">
            <a:r>
              <a:t>https://github.com/Yifan2709/MonteCarlo-Atom-Tweezer/blob/4d5e200/simulation/level1_transfer_1d/outputs/level1_transfer_1d/demo/thermal_example_trajectory.csv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</a:t>
            </a:r>
          </a:p>
          <a:p xmlns:a="http://schemas.openxmlformats.org/drawingml/2006/main">
            <a:r>
              <a:t>dE/dt=∂U/∂t适用于无额外噪声的显式时变势。阱深变浅会把势能整体抬高，所以Ef−Ei不能一概称为加热量。描述末态激发应说明相对哪一个阱底，并把外部做功与噪声能量账目分开。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来源与口径</a:t>
            </a:r>
          </a:p>
          <a:p xmlns:a="http://schemas.openxmlformats.org/drawingml/2006/main">
            <a:r>
              <a:t>reports/movement_effects_v1_calibration_20260916/PHYSICS.md</a:t>
            </a:r>
          </a:p>
          <a:p xmlns:a="http://schemas.openxmlformats.org/drawingml/2006/main">
            <a:r>
              <a:t>https://github.com/Yifan2709/MonteCarlo-Atom-Tweezer/blob/4d5e200/reports/movement_effects_v1_calibration_20260916/PHYSICS.md</a:t>
            </a:r>
          </a:p>
          <a:p xmlns:a="http://schemas.openxmlformats.org/drawingml/2006/main">
            <a:r>
              <a:t>simulation/level2_joint_transfer/src/level2_joint_transfer/work_energy.py</a:t>
            </a:r>
          </a:p>
          <a:p xmlns:a="http://schemas.openxmlformats.org/drawingml/2006/main">
            <a:r>
              <a:t>https://github.com/Yifan2709/MonteCarlo-Atom-Tweezer/blob/4d5e200/simulation/level2_joint_transfer/src/level2_joint_transfer/work_energy.py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</a:t>
            </a:r>
          </a:p>
          <a:p xmlns:a="http://schemas.openxmlformats.org/drawingml/2006/main">
            <a:r>
              <a:t>在谐振近似的随动坐标q=x−c中，有q̈+ω²q=−c̈。光镊加速度相当于驱动，而激发取决于加速度时间形状与原子振动的配合。有限高斯势和双阱交接更复杂，所以需要实际传播轨迹。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来源与口径</a:t>
            </a:r>
          </a:p>
          <a:p xmlns:a="http://schemas.openxmlformats.org/drawingml/2006/main">
            <a:r>
              <a:t>reports/movement_effects_v1_calibration_20260916/PHYSICS.md</a:t>
            </a:r>
          </a:p>
          <a:p xmlns:a="http://schemas.openxmlformats.org/drawingml/2006/main">
            <a:r>
              <a:t>https://github.com/Yifan2709/MonteCarlo-Atom-Tweezer/blob/4d5e200/reports/movement_effects_v1_calibration_20260916/PHYSICS.md</a:t>
            </a:r>
          </a:p>
          <a:p xmlns:a="http://schemas.openxmlformats.org/drawingml/2006/main">
            <a:r>
              <a:t>simulation/level2_joint_transfer/src/continuous_transfer/protocol.py</a:t>
            </a:r>
          </a:p>
          <a:p xmlns:a="http://schemas.openxmlformats.org/drawingml/2006/main">
            <a:r>
              <a:t>https://github.com/Yifan2709/MonteCarlo-Atom-Tweezer/blob/4d5e200/simulation/level2_joint_transfer/src/continuous_transfer/protocol.py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</a:t>
            </a:r>
          </a:p>
          <a:p xmlns:a="http://schemas.openxmlformats.org/drawingml/2006/main">
            <a:r>
              <a:t>强度涨落改变势阱深度与回复力，指向涨落移动势阱位置，散射光子带来反冲。模型中的白噪声幅值并非装置已测得的谱。段间10 nm偏移属于另一种慢漂移近似，不应与连续指向噪声谱混为一谈。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来源与口径</a:t>
            </a:r>
          </a:p>
          <a:p xmlns:a="http://schemas.openxmlformats.org/drawingml/2006/main">
            <a:r>
              <a:t>reports/movement_effects_v1_calibration_20260916/PHYSICS.md</a:t>
            </a:r>
          </a:p>
          <a:p xmlns:a="http://schemas.openxmlformats.org/drawingml/2006/main">
            <a:r>
              <a:t>https://github.com/Yifan2709/MonteCarlo-Atom-Tweezer/blob/4d5e200/reports/movement_effects_v1_calibration_20260916/PHYSICS.md</a:t>
            </a:r>
          </a:p>
          <a:p xmlns:a="http://schemas.openxmlformats.org/drawingml/2006/main">
            <a:r>
              <a:t>simulation/level2_joint_transfer/src/continuous_transfer/noisy_survival.py</a:t>
            </a:r>
          </a:p>
          <a:p xmlns:a="http://schemas.openxmlformats.org/drawingml/2006/main">
            <a:r>
              <a:t>https://github.com/Yifan2709/MonteCarlo-Atom-Tweezer/blob/4d5e200/simulation/level2_joint_transfer/src/continuous_transfer/noisy_survival.py</a:t>
            </a:r>
          </a:p>
          <a:p xmlns:a="http://schemas.openxmlformats.org/drawingml/2006/main">
            <a:r>
              <a:t>https://doi.org/10.1103/PhysRevA.56.R1095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</a:t>
            </a:r>
          </a:p>
          <a:p xmlns:a="http://schemas.openxmlformats.org/drawingml/2006/main">
            <a:r>
              <a:t>旧连续模型采用vnew=v·sqrt(1+2PΔt/(m|v|²))，速度为零时单独处理。这保证平均注能账目清楚，但它不能描述噪声使不同原子能量分布变宽。最新标定不再用一个Tref来设定整段固定功率。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来源与口径</a:t>
            </a:r>
          </a:p>
          <a:p xmlns:a="http://schemas.openxmlformats.org/drawingml/2006/main">
            <a:r>
              <a:t>simulation/level2_joint_transfer/src/continuous_transfer/engine.py</a:t>
            </a:r>
          </a:p>
          <a:p xmlns:a="http://schemas.openxmlformats.org/drawingml/2006/main">
            <a:r>
              <a:t>https://github.com/Yifan2709/MonteCarlo-Atom-Tweezer/blob/4d5e200/simulation/level2_joint_transfer/src/continuous_transfer/engine.py</a:t>
            </a:r>
          </a:p>
          <a:p xmlns:a="http://schemas.openxmlformats.org/drawingml/2006/main">
            <a:r>
              <a:t>reports/movement_effects_v1_calibration_20260916/PHYSICS.md</a:t>
            </a:r>
          </a:p>
          <a:p xmlns:a="http://schemas.openxmlformats.org/drawingml/2006/main">
            <a:r>
              <a:t>https://github.com/Yifan2709/MonteCarlo-Atom-Tweezer/blob/4d5e200/reports/movement_effects_v1_calibration_20260916/PHYSICS.md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</a:t>
            </a:r>
          </a:p>
          <a:p xmlns:a="http://schemas.openxmlformats.org/drawingml/2006/main">
            <a:r>
              <a:t>对单边每Hz的强度噪声S，速度增量为(F/m)sqrt(S h/2) ξ，ξ为标准正态随机数。同一光路的标量涨落同时作用于xyz三个力分量，不是三方向各自独立的强度噪声。两束光按独立光路处理。噪声步长h不是拟合出来的物理带宽。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来源与口径</a:t>
            </a:r>
          </a:p>
          <a:p xmlns:a="http://schemas.openxmlformats.org/drawingml/2006/main">
            <a:r>
              <a:t>simulation/level2_joint_transfer/src/continuous_transfer/noisy_survival.py</a:t>
            </a:r>
          </a:p>
          <a:p xmlns:a="http://schemas.openxmlformats.org/drawingml/2006/main">
            <a:r>
              <a:t>https://github.com/Yifan2709/MonteCarlo-Atom-Tweezer/blob/4d5e200/simulation/level2_joint_transfer/src/continuous_transfer/noisy_survival.py</a:t>
            </a:r>
          </a:p>
          <a:p xmlns:a="http://schemas.openxmlformats.org/drawingml/2006/main">
            <a:r>
              <a:t>reports/movement_effects_v1_calibration_20260916/PHYSICS.md</a:t>
            </a:r>
          </a:p>
          <a:p xmlns:a="http://schemas.openxmlformats.org/drawingml/2006/main">
            <a:r>
              <a:t>https://github.com/Yifan2709/MonteCarlo-Atom-Tweezer/blob/4d5e200/reports/movement_effects_v1_calibration_20260916/PHYSICS.md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</a:t>
            </a:r>
          </a:p>
          <a:p xmlns:a="http://schemas.openxmlformats.org/drawingml/2006/main">
            <a:r>
              <a:t>这两组柱形数据是明确构造的教学例子，都有100个原子，平均激发能都是80 kB·μK。窄分布没有达到140，宽分布有20个达到或超过140。在深度140 μK的简化阱中，这意味着不同的逃逸比例。图不是模拟或实验结果。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来源与口径</a:t>
            </a:r>
          </a:p>
          <a:p xmlns:a="http://schemas.openxmlformats.org/drawingml/2006/main">
            <a:r>
              <a:t>reports/movement_effects_v1_calibration_20260916/PHYSICS.md</a:t>
            </a:r>
          </a:p>
          <a:p xmlns:a="http://schemas.openxmlformats.org/drawingml/2006/main">
            <a:r>
              <a:t>https://github.com/Yifan2709/MonteCarlo-Atom-Tweezer/blob/4d5e200/reports/movement_effects_v1_calibration_20260916/PHYSICS.md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</a:t>
            </a:r>
          </a:p>
          <a:p xmlns:a="http://schemas.openxmlformats.org/drawingml/2006/main">
            <a:r>
              <a:t>单边每Hz谱定义下，谐振极限参量平均增长率Γ=π² f² S_I(2f)，指向平均功率P=mω⁴Sx(f)/4。旧代码的相应系数分别少4倍与2倍，最新报告已纠正。公式的系数依赖谱定义，不能混用每Hz与每角频率、单边与双边谱。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来源与口径</a:t>
            </a:r>
          </a:p>
          <a:p xmlns:a="http://schemas.openxmlformats.org/drawingml/2006/main">
            <a:r>
              <a:t>reports/movement_effects_v1_calibration_20260916/PHYSICS.md</a:t>
            </a:r>
          </a:p>
          <a:p xmlns:a="http://schemas.openxmlformats.org/drawingml/2006/main">
            <a:r>
              <a:t>https://github.com/Yifan2709/MonteCarlo-Atom-Tweezer/blob/4d5e200/reports/movement_effects_v1_calibration_20260916/PHYSICS.md</a:t>
            </a:r>
          </a:p>
          <a:p xmlns:a="http://schemas.openxmlformats.org/drawingml/2006/main">
            <a:r>
              <a:t>https://doi.org/10.1103/PhysRevA.56.R1095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</a:t>
            </a:r>
          </a:p>
          <a:p xmlns:a="http://schemas.openxmlformats.org/drawingml/2006/main">
            <a:r>
              <a:t>需要精确区分传播与观测：力在每个微小时间步更新，但短协议并不是每一步都按能量丢弃原子。等待末检查AOD，放回末检查SLM。E≥0是一种吸收边界近似，正能但还没跑远的原子在真实系统中可能再捕获。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来源与口径</a:t>
            </a:r>
          </a:p>
          <a:p xmlns:a="http://schemas.openxmlformats.org/drawingml/2006/main">
            <a:r>
              <a:t>simulation/level2_joint_transfer/src/continuous_transfer/engine.py</a:t>
            </a:r>
          </a:p>
          <a:p xmlns:a="http://schemas.openxmlformats.org/drawingml/2006/main">
            <a:r>
              <a:t>https://github.com/Yifan2709/MonteCarlo-Atom-Tweezer/blob/4d5e200/simulation/level2_joint_transfer/src/continuous_transfer/engine.py</a:t>
            </a:r>
          </a:p>
          <a:p xmlns:a="http://schemas.openxmlformats.org/drawingml/2006/main">
            <a:r>
              <a:t>simulation/level2_joint_transfer/src/continuous_transfer/noisy_survival.py</a:t>
            </a:r>
          </a:p>
          <a:p xmlns:a="http://schemas.openxmlformats.org/drawingml/2006/main">
            <a:r>
              <a:t>https://github.com/Yifan2709/MonteCarlo-Atom-Tweezer/blob/4d5e200/simulation/level2_joint_transfer/src/continuous_transfer/noisy_survival.py</a:t>
            </a:r>
          </a:p>
          <a:p xmlns:a="http://schemas.openxmlformats.org/drawingml/2006/main">
            <a:r>
              <a:t>reports/movement_effects_v1_calibration_20260916/PHYSICS.md</a:t>
            </a:r>
          </a:p>
          <a:p xmlns:a="http://schemas.openxmlformats.org/drawingml/2006/main">
            <a:r>
              <a:t>https://github.com/Yifan2709/MonteCarlo-Atom-Tweezer/blob/4d5e200/reports/movement_effects_v1_calibration_20260916/PHYSICS.md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</a:t>
            </a:r>
          </a:p>
          <a:p xmlns:a="http://schemas.openxmlformats.org/drawingml/2006/main">
            <a:r>
              <a:t>百分比来自最终两个独立验证种子的归档诊断：手工200/400/600和优化400分别约98.6/99.5/99.9/99.4%。它说明“pickup记录为零损失”不能证明拾取无激发。这是该模型的诊断结果，并不是直接测得的实验机制。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来源与口径</a:t>
            </a:r>
          </a:p>
          <a:p xmlns:a="http://schemas.openxmlformats.org/drawingml/2006/main">
            <a:r>
              <a:t>reports/movement_effects_v1_calibration_20260916/REPORT.md</a:t>
            </a:r>
          </a:p>
          <a:p xmlns:a="http://schemas.openxmlformats.org/drawingml/2006/main">
            <a:r>
              <a:t>https://github.com/Yifan2709/MonteCarlo-Atom-Tweezer/blob/4d5e200/reports/movement_effects_v1_calibration_20260916/REPORT.md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</a:t>
            </a:r>
          </a:p>
          <a:p xmlns:a="http://schemas.openxmlformats.org/drawingml/2006/main">
            <a:r>
              <a:t>例子中的3072只是为了说明计数，不是仓库某条曲线的测量值。实际统计使用alive数组逐检查点求和。绘制置信区间或重抽样时，需要保留一个原子的完整历史，不能把61个检查点当成相互独立的新实验。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来源与口径</a:t>
            </a:r>
          </a:p>
          <a:p xmlns:a="http://schemas.openxmlformats.org/drawingml/2006/main">
            <a:r>
              <a:t>simulation/level2_joint_transfer/src/continuous_transfer/noisy_survival.py</a:t>
            </a:r>
          </a:p>
          <a:p xmlns:a="http://schemas.openxmlformats.org/drawingml/2006/main">
            <a:r>
              <a:t>https://github.com/Yifan2709/MonteCarlo-Atom-Tweezer/blob/4d5e200/simulation/level2_joint_transfer/src/continuous_transfer/noisy_survival.py</a:t>
            </a:r>
          </a:p>
          <a:p xmlns:a="http://schemas.openxmlformats.org/drawingml/2006/main">
            <a:r>
              <a:t>simulation/level2_joint_transfer/src/continuous_transfer/cli.py</a:t>
            </a:r>
          </a:p>
          <a:p xmlns:a="http://schemas.openxmlformats.org/drawingml/2006/main">
            <a:r>
              <a:t>https://github.com/Yifan2709/MonteCarlo-Atom-Tweezer/blob/4d5e200/simulation/level2_joint_transfer/src/continuous_transfer/cli.py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</a:t>
            </a:r>
          </a:p>
          <a:p xmlns:a="http://schemas.openxmlformats.org/drawingml/2006/main">
            <a:r>
              <a:t>二项分布标准误差约为sqrt(S(1−S)/N)。表中95%半宽采用1.96倍标准误差作直观估计，正式曲线归档使用Wilson区间。真实实验可能有同一光路的共同噪声，独立样本计算不能替代那种相关误差。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来源与口径</a:t>
            </a:r>
          </a:p>
          <a:p xmlns:a="http://schemas.openxmlformats.org/drawingml/2006/main">
            <a:r>
              <a:t>simulation/level2_joint_transfer/src/continuous_transfer/cli.py</a:t>
            </a:r>
          </a:p>
          <a:p xmlns:a="http://schemas.openxmlformats.org/drawingml/2006/main">
            <a:r>
              <a:t>https://github.com/Yifan2709/MonteCarlo-Atom-Tweezer/blob/4d5e200/simulation/level2_joint_transfer/src/continuous_transfer/cli.py</a:t>
            </a:r>
          </a:p>
          <a:p xmlns:a="http://schemas.openxmlformats.org/drawingml/2006/main">
            <a:r>
              <a:t>reports/movement_effects_v1_calibration_20260916/VALIDATION.md</a:t>
            </a:r>
          </a:p>
          <a:p xmlns:a="http://schemas.openxmlformats.org/drawingml/2006/main">
            <a:r>
              <a:t>https://github.com/Yifan2709/MonteCarlo-Atom-Tweezer/blob/4d5e200/reports/movement_effects_v1_calibration_20260916/VALIDATION.md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</a:t>
            </a:r>
          </a:p>
          <a:p xmlns:a="http://schemas.openxmlformats.org/drawingml/2006/main">
            <a:r>
              <a:t>参数探索和独立验证分开。当前最终验证种子为26091621与26091622，合计8192个原子，不能把早期基准的23003当作最终随机模型的验证池。相同随机数有助于比较，但不同操作持续时间不同，并不等于每颗原子受到完全相同的物理历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来源与口径</a:t>
            </a:r>
          </a:p>
          <a:p xmlns:a="http://schemas.openxmlformats.org/drawingml/2006/main">
            <a:r>
              <a:t>reports/movement_effects_v1_calibration_20260916/REPORT.md</a:t>
            </a:r>
          </a:p>
          <a:p xmlns:a="http://schemas.openxmlformats.org/drawingml/2006/main">
            <a:r>
              <a:t>https://github.com/Yifan2709/MonteCarlo-Atom-Tweezer/blob/4d5e200/reports/movement_effects_v1_calibration_20260916/REPORT.md</a:t>
            </a:r>
          </a:p>
          <a:p xmlns:a="http://schemas.openxmlformats.org/drawingml/2006/main">
            <a:r>
              <a:t>reports/movement_effects_v1_calibration_20260916/VALIDATION.md</a:t>
            </a:r>
          </a:p>
          <a:p xmlns:a="http://schemas.openxmlformats.org/drawingml/2006/main">
            <a:r>
              <a:t>https://github.com/Yifan2709/MonteCarlo-Atom-Tweezer/blob/4d5e200/reports/movement_effects_v1_calibration_20260916/VALIDATION.md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</a:t>
            </a:r>
          </a:p>
          <a:p xmlns:a="http://schemas.openxmlformats.org/drawingml/2006/main">
            <a:r>
              <a:t>最终模型假设短时间窗口SLM光路近似安静，AOD存在附加白噪声。这个光路区分受论文独立静态寿命约束，但噪声幅值仍没有独立装置测量。短途近似关闭声透镜。1.11 μm已经到所探索束腰范围边界，不能当作精确测量。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来源与口径</a:t>
            </a:r>
          </a:p>
          <a:p xmlns:a="http://schemas.openxmlformats.org/drawingml/2006/main">
            <a:r>
              <a:t>reports/movement_effects_v1_calibration_20260916/PARAMETERS.md</a:t>
            </a:r>
          </a:p>
          <a:p xmlns:a="http://schemas.openxmlformats.org/drawingml/2006/main">
            <a:r>
              <a:t>https://github.com/Yifan2709/MonteCarlo-Atom-Tweezer/blob/4d5e200/reports/movement_effects_v1_calibration_20260916/PARAMETERS.md</a:t>
            </a:r>
          </a:p>
          <a:p xmlns:a="http://schemas.openxmlformats.org/drawingml/2006/main">
            <a:r>
              <a:t>reports/movement_effects_v1_calibration_20260916/REPORT.md</a:t>
            </a:r>
          </a:p>
          <a:p xmlns:a="http://schemas.openxmlformats.org/drawingml/2006/main">
            <a:r>
              <a:t>https://github.com/Yifan2709/MonteCarlo-Atom-Tweezer/blob/4d5e200/reports/movement_effects_v1_calibration_20260916/REPORT.md</a:t>
            </a:r>
          </a:p>
          <a:p xmlns:a="http://schemas.openxmlformats.org/drawingml/2006/main">
            <a:r>
              <a:t>reports/movement_effects_v1_calibration_20260916/PHYSICS.md</a:t>
            </a:r>
          </a:p>
          <a:p xmlns:a="http://schemas.openxmlformats.org/drawingml/2006/main">
            <a:r>
              <a:t>https://github.com/Yifan2709/MonteCarlo-Atom-Tweezer/blob/4d5e200/reports/movement_effects_v1_calibration_20260916/PHYSICS.md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</a:t>
            </a:r>
          </a:p>
          <a:p xmlns:a="http://schemas.openxmlformats.org/drawingml/2006/main">
            <a:r>
              <a:t>本图来自归档最终共同模型。200 μs仍计算到n=60，但论文该组散点只到n=30，所以后半段是模型预测，不用它做区间外实验验收。其他三条与实验比较到n=60。线条用于连接离散检查点。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来源与口径</a:t>
            </a:r>
          </a:p>
          <a:p xmlns:a="http://schemas.openxmlformats.org/drawingml/2006/main">
            <a:r>
              <a:t>reports/movement_effects_v1_calibration_20260916/survival_curves.csv</a:t>
            </a:r>
          </a:p>
          <a:p xmlns:a="http://schemas.openxmlformats.org/drawingml/2006/main">
            <a:r>
              <a:t>https://github.com/Yifan2709/MonteCarlo-Atom-Tweezer/blob/4d5e200/reports/movement_effects_v1_calibration_20260916/survival_curves.csv</a:t>
            </a:r>
          </a:p>
          <a:p xmlns:a="http://schemas.openxmlformats.org/drawingml/2006/main">
            <a:r>
              <a:t>reports/movement_effects_v1_calibration_20260916/REPORT.md</a:t>
            </a:r>
          </a:p>
          <a:p xmlns:a="http://schemas.openxmlformats.org/drawingml/2006/main">
            <a:r>
              <a:t>https://github.com/Yifan2709/MonteCarlo-Atom-Tweezer/blob/4d5e200/reports/movement_effects_v1_calibration_20260916/REPORT.md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</a:t>
            </a:r>
          </a:p>
          <a:p xmlns:a="http://schemas.openxmlformats.org/drawingml/2006/main">
            <a:r>
              <a:t>数据直接取自归档survival_curves与point_residuals。RMSE为实验散点处的均方根差，以百分点计。该组有7个实验散点，只比较n=2到30。 实验误差条的精确定义及相关性未明，本页用散点中心值作比较。当前原生图仅显示中心值，误差条上下限完整保留于源CSV，不能把这张图当成统计显著性检验。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来源与口径</a:t>
            </a:r>
          </a:p>
          <a:p xmlns:a="http://schemas.openxmlformats.org/drawingml/2006/main">
            <a:r>
              <a:t>reports/movement_effects_v1_calibration_20260916/survival_curves.csv</a:t>
            </a:r>
          </a:p>
          <a:p xmlns:a="http://schemas.openxmlformats.org/drawingml/2006/main">
            <a:r>
              <a:t>https://github.com/Yifan2709/MonteCarlo-Atom-Tweezer/blob/4d5e200/reports/movement_effects_v1_calibration_20260916/survival_curves.csv</a:t>
            </a:r>
          </a:p>
          <a:p xmlns:a="http://schemas.openxmlformats.org/drawingml/2006/main">
            <a:r>
              <a:t>reports/movement_effects_v1_calibration_20260916/point_residuals.csv</a:t>
            </a:r>
          </a:p>
          <a:p xmlns:a="http://schemas.openxmlformats.org/drawingml/2006/main">
            <a:r>
              <a:t>https://github.com/Yifan2709/MonteCarlo-Atom-Tweezer/blob/4d5e200/reports/movement_effects_v1_calibration_20260916/point_residuals.csv</a:t>
            </a:r>
          </a:p>
          <a:p xmlns:a="http://schemas.openxmlformats.org/drawingml/2006/main">
            <a:r>
              <a:t>reports/movement_effects_v1_calibration_20260916/metrics.csv</a:t>
            </a:r>
          </a:p>
          <a:p xmlns:a="http://schemas.openxmlformats.org/drawingml/2006/main">
            <a:r>
              <a:t>https://github.com/Yifan2709/MonteCarlo-Atom-Tweezer/blob/4d5e200/reports/movement_effects_v1_calibration_20260916/metrics.csv</a:t>
            </a:r>
          </a:p>
          <a:p xmlns:a="http://schemas.openxmlformats.org/drawingml/2006/main">
            <a:r>
              <a:t>reports/movement_effects_v1_calibration_20260916/REPORT.md</a:t>
            </a:r>
          </a:p>
          <a:p xmlns:a="http://schemas.openxmlformats.org/drawingml/2006/main">
            <a:r>
              <a:t>https://github.com/Yifan2709/MonteCarlo-Atom-Tweezer/blob/4d5e200/reports/movement_effects_v1_calibration_20260916/REPORT.md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</a:t>
            </a:r>
          </a:p>
          <a:p xmlns:a="http://schemas.openxmlformats.org/drawingml/2006/main">
            <a:r>
              <a:t>数据直接取自归档survival_curves与point_residuals。RMSE为实验散点处的均方根差，以百分点计。该组有10个实验散点，比较至n=60。 实验误差条的精确定义及相关性未明，本页用散点中心值作比较。当前原生图仅显示中心值，误差条上下限完整保留于源CSV，不能把这张图当成统计显著性检验。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来源与口径</a:t>
            </a:r>
          </a:p>
          <a:p xmlns:a="http://schemas.openxmlformats.org/drawingml/2006/main">
            <a:r>
              <a:t>reports/movement_effects_v1_calibration_20260916/survival_curves.csv</a:t>
            </a:r>
          </a:p>
          <a:p xmlns:a="http://schemas.openxmlformats.org/drawingml/2006/main">
            <a:r>
              <a:t>https://github.com/Yifan2709/MonteCarlo-Atom-Tweezer/blob/4d5e200/reports/movement_effects_v1_calibration_20260916/survival_curves.csv</a:t>
            </a:r>
          </a:p>
          <a:p xmlns:a="http://schemas.openxmlformats.org/drawingml/2006/main">
            <a:r>
              <a:t>reports/movement_effects_v1_calibration_20260916/point_residuals.csv</a:t>
            </a:r>
          </a:p>
          <a:p xmlns:a="http://schemas.openxmlformats.org/drawingml/2006/main">
            <a:r>
              <a:t>https://github.com/Yifan2709/MonteCarlo-Atom-Tweezer/blob/4d5e200/reports/movement_effects_v1_calibration_20260916/point_residuals.csv</a:t>
            </a:r>
          </a:p>
          <a:p xmlns:a="http://schemas.openxmlformats.org/drawingml/2006/main">
            <a:r>
              <a:t>reports/movement_effects_v1_calibration_20260916/metrics.csv</a:t>
            </a:r>
          </a:p>
          <a:p xmlns:a="http://schemas.openxmlformats.org/drawingml/2006/main">
            <a:r>
              <a:t>https://github.com/Yifan2709/MonteCarlo-Atom-Tweezer/blob/4d5e200/reports/movement_effects_v1_calibration_20260916/metrics.csv</a:t>
            </a:r>
          </a:p>
          <a:p xmlns:a="http://schemas.openxmlformats.org/drawingml/2006/main">
            <a:r>
              <a:t>reports/movement_effects_v1_calibration_20260916/REPORT.md</a:t>
            </a:r>
          </a:p>
          <a:p xmlns:a="http://schemas.openxmlformats.org/drawingml/2006/main">
            <a:r>
              <a:t>https://github.com/Yifan2709/MonteCarlo-Atom-Tweezer/blob/4d5e200/reports/movement_effects_v1_calibration_20260916/REPORT.md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</a:t>
            </a:r>
          </a:p>
          <a:p xmlns:a="http://schemas.openxmlformats.org/drawingml/2006/main">
            <a:r>
              <a:t>数据直接取自归档survival_curves与point_residuals。RMSE为实验散点处的均方根差，以百分点计。该组有10个实验散点，比较至n=60。 实验误差条的精确定义及相关性未明，本页用散点中心值作比较。当前原生图仅显示中心值，误差条上下限完整保留于源CSV，不能把这张图当成统计显著性检验。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来源与口径</a:t>
            </a:r>
          </a:p>
          <a:p xmlns:a="http://schemas.openxmlformats.org/drawingml/2006/main">
            <a:r>
              <a:t>reports/movement_effects_v1_calibration_20260916/survival_curves.csv</a:t>
            </a:r>
          </a:p>
          <a:p xmlns:a="http://schemas.openxmlformats.org/drawingml/2006/main">
            <a:r>
              <a:t>https://github.com/Yifan2709/MonteCarlo-Atom-Tweezer/blob/4d5e200/reports/movement_effects_v1_calibration_20260916/survival_curves.csv</a:t>
            </a:r>
          </a:p>
          <a:p xmlns:a="http://schemas.openxmlformats.org/drawingml/2006/main">
            <a:r>
              <a:t>reports/movement_effects_v1_calibration_20260916/point_residuals.csv</a:t>
            </a:r>
          </a:p>
          <a:p xmlns:a="http://schemas.openxmlformats.org/drawingml/2006/main">
            <a:r>
              <a:t>https://github.com/Yifan2709/MonteCarlo-Atom-Tweezer/blob/4d5e200/reports/movement_effects_v1_calibration_20260916/point_residuals.csv</a:t>
            </a:r>
          </a:p>
          <a:p xmlns:a="http://schemas.openxmlformats.org/drawingml/2006/main">
            <a:r>
              <a:t>reports/movement_effects_v1_calibration_20260916/metrics.csv</a:t>
            </a:r>
          </a:p>
          <a:p xmlns:a="http://schemas.openxmlformats.org/drawingml/2006/main">
            <a:r>
              <a:t>https://github.com/Yifan2709/MonteCarlo-Atom-Tweezer/blob/4d5e200/reports/movement_effects_v1_calibration_20260916/metrics.csv</a:t>
            </a:r>
          </a:p>
          <a:p xmlns:a="http://schemas.openxmlformats.org/drawingml/2006/main">
            <a:r>
              <a:t>reports/movement_effects_v1_calibration_20260916/REPORT.md</a:t>
            </a:r>
          </a:p>
          <a:p xmlns:a="http://schemas.openxmlformats.org/drawingml/2006/main">
            <a:r>
              <a:t>https://github.com/Yifan2709/MonteCarlo-Atom-Tweezer/blob/4d5e200/reports/movement_effects_v1_calibration_20260916/REPORT.md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</a:t>
            </a:r>
          </a:p>
          <a:p xmlns:a="http://schemas.openxmlformats.org/drawingml/2006/main">
            <a:r>
              <a:t>数据直接取自归档survival_curves与point_residuals。RMSE为实验散点处的均方根差，以百分点计。该组有10个实验散点，比较至n=60。 实验误差条的精确定义及相关性未明，本页用散点中心值作比较。当前原生图仅显示中心值，误差条上下限完整保留于源CSV，不能把这张图当成统计显著性检验。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来源与口径</a:t>
            </a:r>
          </a:p>
          <a:p xmlns:a="http://schemas.openxmlformats.org/drawingml/2006/main">
            <a:r>
              <a:t>reports/movement_effects_v1_calibration_20260916/survival_curves.csv</a:t>
            </a:r>
          </a:p>
          <a:p xmlns:a="http://schemas.openxmlformats.org/drawingml/2006/main">
            <a:r>
              <a:t>https://github.com/Yifan2709/MonteCarlo-Atom-Tweezer/blob/4d5e200/reports/movement_effects_v1_calibration_20260916/survival_curves.csv</a:t>
            </a:r>
          </a:p>
          <a:p xmlns:a="http://schemas.openxmlformats.org/drawingml/2006/main">
            <a:r>
              <a:t>reports/movement_effects_v1_calibration_20260916/point_residuals.csv</a:t>
            </a:r>
          </a:p>
          <a:p xmlns:a="http://schemas.openxmlformats.org/drawingml/2006/main">
            <a:r>
              <a:t>https://github.com/Yifan2709/MonteCarlo-Atom-Tweezer/blob/4d5e200/reports/movement_effects_v1_calibration_20260916/point_residuals.csv</a:t>
            </a:r>
          </a:p>
          <a:p xmlns:a="http://schemas.openxmlformats.org/drawingml/2006/main">
            <a:r>
              <a:t>reports/movement_effects_v1_calibration_20260916/metrics.csv</a:t>
            </a:r>
          </a:p>
          <a:p xmlns:a="http://schemas.openxmlformats.org/drawingml/2006/main">
            <a:r>
              <a:t>https://github.com/Yifan2709/MonteCarlo-Atom-Tweezer/blob/4d5e200/reports/movement_effects_v1_calibration_20260916/metrics.csv</a:t>
            </a:r>
          </a:p>
          <a:p xmlns:a="http://schemas.openxmlformats.org/drawingml/2006/main">
            <a:r>
              <a:t>reports/movement_effects_v1_calibration_20260916/REPORT.md</a:t>
            </a:r>
          </a:p>
          <a:p xmlns:a="http://schemas.openxmlformats.org/drawingml/2006/main">
            <a:r>
              <a:t>https://github.com/Yifan2709/MonteCarlo-Atom-Tweezer/blob/4d5e200/reports/movement_effects_v1_calibration_20260916/REPORT.md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</a:t>
            </a:r>
          </a:p>
          <a:p xmlns:a="http://schemas.openxmlformats.org/drawingml/2006/main">
            <a:r>
              <a:t>联合RMSE采用每条曲线先计算均方误差，再对四条等权平均并开方，不是简单平均四个RMSE。最终联合值约4.26 pp，而基线约14.31 pp。200/600/优化400明显改善，400并没有整体改善。±2 pp为预先规定的比较参照，不是由论文误差条推导的严格统计验收线。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来源与口径</a:t>
            </a:r>
          </a:p>
          <a:p xmlns:a="http://schemas.openxmlformats.org/drawingml/2006/main">
            <a:r>
              <a:t>reports/movement_effects_v1_calibration_20260916/metrics.csv</a:t>
            </a:r>
          </a:p>
          <a:p xmlns:a="http://schemas.openxmlformats.org/drawingml/2006/main">
            <a:r>
              <a:t>https://github.com/Yifan2709/MonteCarlo-Atom-Tweezer/blob/4d5e200/reports/movement_effects_v1_calibration_20260916/metrics.csv</a:t>
            </a:r>
          </a:p>
          <a:p xmlns:a="http://schemas.openxmlformats.org/drawingml/2006/main">
            <a:r>
              <a:t>reports/movement_effects_v1_calibration_20260916/REPORT.md</a:t>
            </a:r>
          </a:p>
          <a:p xmlns:a="http://schemas.openxmlformats.org/drawingml/2006/main">
            <a:r>
              <a:t>https://github.com/Yifan2709/MonteCarlo-Atom-Tweezer/blob/4d5e200/reports/movement_effects_v1_calibration_20260916/REPORT.md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</a:t>
            </a:r>
          </a:p>
          <a:p xmlns:a="http://schemas.openxmlformats.org/drawingml/2006/main">
            <a:r>
              <a:t>这是一项结构性差异。模型给400和600几乎相同的末点，而实验600明显高于400。继续统一加大噪声会同时改变四条曲线，报告中的局部对照显示改善400会恶化600和优化400，因此不能给400单独加任意损失倍率来掩盖。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来源与口径</a:t>
            </a:r>
          </a:p>
          <a:p xmlns:a="http://schemas.openxmlformats.org/drawingml/2006/main">
            <a:r>
              <a:t>reports/movement_effects_v1_calibration_20260916/point_residuals.csv</a:t>
            </a:r>
          </a:p>
          <a:p xmlns:a="http://schemas.openxmlformats.org/drawingml/2006/main">
            <a:r>
              <a:t>https://github.com/Yifan2709/MonteCarlo-Atom-Tweezer/blob/4d5e200/reports/movement_effects_v1_calibration_20260916/point_residuals.csv</a:t>
            </a:r>
          </a:p>
          <a:p xmlns:a="http://schemas.openxmlformats.org/drawingml/2006/main">
            <a:r>
              <a:t>reports/movement_effects_v1_calibration_20260916/metrics.csv</a:t>
            </a:r>
          </a:p>
          <a:p xmlns:a="http://schemas.openxmlformats.org/drawingml/2006/main">
            <a:r>
              <a:t>https://github.com/Yifan2709/MonteCarlo-Atom-Tweezer/blob/4d5e200/reports/movement_effects_v1_calibration_20260916/metrics.csv</a:t>
            </a:r>
          </a:p>
          <a:p xmlns:a="http://schemas.openxmlformats.org/drawingml/2006/main">
            <a:r>
              <a:t>reports/movement_effects_v1_calibration_20260916/REPORT.md</a:t>
            </a:r>
          </a:p>
          <a:p xmlns:a="http://schemas.openxmlformats.org/drawingml/2006/main">
            <a:r>
              <a:t>https://github.com/Yifan2709/MonteCarlo-Atom-Tweezer/blob/4d5e200/reports/movement_effects_v1_calibration_20260916/REPORT.md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</a:t>
            </a:r>
          </a:p>
          <a:p xmlns:a="http://schemas.openxmlformats.org/drawingml/2006/main">
            <a:r>
              <a:t>机械步长0.0125到0.00625 μs，600组另到0.003125 μs。噪声间隔0.05到0.025 μs。报告还显示不少逐原子的逃逸标签发生变化，集合存活曲线接近不意味着每条轨迹都已收敛。参数锁定后做这些检查，不能挑最贴实验的步长。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来源与口径</a:t>
            </a:r>
          </a:p>
          <a:p xmlns:a="http://schemas.openxmlformats.org/drawingml/2006/main">
            <a:r>
              <a:t>reports/movement_effects_v1_calibration_20260916/VALIDATION.md</a:t>
            </a:r>
          </a:p>
          <a:p xmlns:a="http://schemas.openxmlformats.org/drawingml/2006/main">
            <a:r>
              <a:t>https://github.com/Yifan2709/MonteCarlo-Atom-Tweezer/blob/4d5e200/reports/movement_effects_v1_calibration_20260916/VALIDATION.md</a:t>
            </a:r>
          </a:p>
          <a:p xmlns:a="http://schemas.openxmlformats.org/drawingml/2006/main">
            <a:r>
              <a:t>reports/movement_effects_v1_calibration_20260916/REPORT.md</a:t>
            </a:r>
          </a:p>
          <a:p xmlns:a="http://schemas.openxmlformats.org/drawingml/2006/main">
            <a:r>
              <a:t>https://github.com/Yifan2709/MonteCarlo-Atom-Tweezer/blob/4d5e200/reports/movement_effects_v1_calibration_20260916/REPORT.md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</a:t>
            </a:r>
          </a:p>
          <a:p xmlns:a="http://schemas.openxmlformats.org/drawingml/2006/main">
            <a:r>
              <a:t>扩展的去回程各1450 μs，400 μs交接条件下每轮共3854 μs，30轮约115.62 ms，名义总路程22.644 mm。扩展模型有额外的长程段末检查，并非每一小步都执行逃逸吸收。最新Fig.6d随机噪声标定只覆盖matched短协议。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来源与口径</a:t>
            </a:r>
          </a:p>
          <a:p xmlns:a="http://schemas.openxmlformats.org/drawingml/2006/main">
            <a:r>
              <a:t>simulation/level2_joint_transfer/src/continuous_transfer/protocol.py</a:t>
            </a:r>
          </a:p>
          <a:p xmlns:a="http://schemas.openxmlformats.org/drawingml/2006/main">
            <a:r>
              <a:t>https://github.com/Yifan2709/MonteCarlo-Atom-Tweezer/blob/4d5e200/simulation/level2_joint_transfer/src/continuous_transfer/protocol.py</a:t>
            </a:r>
          </a:p>
          <a:p xmlns:a="http://schemas.openxmlformats.org/drawingml/2006/main">
            <a:r>
              <a:t>simulation/level2_joint_transfer/src/continuous_transfer/noisy_survival.py</a:t>
            </a:r>
          </a:p>
          <a:p xmlns:a="http://schemas.openxmlformats.org/drawingml/2006/main">
            <a:r>
              <a:t>https://github.com/Yifan2709/MonteCarlo-Atom-Tweezer/blob/4d5e200/simulation/level2_joint_transfer/src/continuous_transfer/noisy_survival.py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</a:t>
            </a:r>
          </a:p>
          <a:p xmlns:a="http://schemas.openxmlformats.org/drawingml/2006/main">
            <a:r>
              <a:t>曲线使用仓库a、b形式的高斯势，设s1=+δ、s2=−δ并取三档偏移作教学演示。实际偏移由两个扫描方向的速度与有效尺度vs决定。vs不是AOD中的声速。短程最终校准关闭了这一效应，所以不能把该图当作短交接剩余差异的既定解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来源与口径</a:t>
            </a:r>
          </a:p>
          <a:p xmlns:a="http://schemas.openxmlformats.org/drawingml/2006/main">
            <a:r>
              <a:t>simulation/level2_joint_transfer/src/continuous_transfer/engine.py</a:t>
            </a:r>
          </a:p>
          <a:p xmlns:a="http://schemas.openxmlformats.org/drawingml/2006/main">
            <a:r>
              <a:t>https://github.com/Yifan2709/MonteCarlo-Atom-Tweezer/blob/4d5e200/simulation/level2_joint_transfer/src/continuous_transfer/engine.py</a:t>
            </a:r>
          </a:p>
          <a:p xmlns:a="http://schemas.openxmlformats.org/drawingml/2006/main">
            <a:r>
              <a:t>reports/movement_effects_v1_calibration_20260916/PHYSICS.md</a:t>
            </a:r>
          </a:p>
          <a:p xmlns:a="http://schemas.openxmlformats.org/drawingml/2006/main">
            <a:r>
              <a:t>https://github.com/Yifan2709/MonteCarlo-Atom-Tweezer/blob/4d5e200/reports/movement_effects_v1_calibration_20260916/PHYSICS.md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</a:t>
            </a:r>
          </a:p>
          <a:p xmlns:a="http://schemas.openxmlformats.org/drawingml/2006/main">
            <a:r>
              <a:t>这里讨论铯钟态的差分光移。半经典近似用δ(t)=ηU(r(t),t)/ħ描述失谐，η=1.3×10⁻⁴在仓库中作为假设参数。重点是原子运动提供了光强历史，内部态沿这个历史演化。该模型忽略内部态对机械轨迹的反馈。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来源与口径</a:t>
            </a:r>
          </a:p>
          <a:p xmlns:a="http://schemas.openxmlformats.org/drawingml/2006/main">
            <a:r>
              <a:t>simulation/level2_joint_transfer/src/continuous_transfer/engine.py</a:t>
            </a:r>
          </a:p>
          <a:p xmlns:a="http://schemas.openxmlformats.org/drawingml/2006/main">
            <a:r>
              <a:t>https://github.com/Yifan2709/MonteCarlo-Atom-Tweezer/blob/4d5e200/simulation/level2_joint_transfer/src/continuous_transfer/engine.py</a:t>
            </a:r>
          </a:p>
          <a:p xmlns:a="http://schemas.openxmlformats.org/drawingml/2006/main">
            <a:r>
              <a:t>docs/monte_carlo_plain_guide.md</a:t>
            </a:r>
          </a:p>
          <a:p xmlns:a="http://schemas.openxmlformats.org/drawingml/2006/main">
            <a:r>
              <a:t>https://github.com/Yifan2709/MonteCarlo-Atom-Tweezer/blob/4d5e200/docs/monte_carlo_plain_guide.md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</a:t>
            </a:r>
          </a:p>
          <a:p xmlns:a="http://schemas.openxmlformats.org/drawingml/2006/main">
            <a:r>
              <a:t>图为解析教学曲线，非仓库某一组实际相干结果。相干对比度取平均复相位的模。共同确定相位不降低C，却可能偏离指定目标门，造成保真度误差，所以C和平均门保真度不能互换。计算时还要说明是否只对幸存原子平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来源与口径</a:t>
            </a:r>
          </a:p>
          <a:p xmlns:a="http://schemas.openxmlformats.org/drawingml/2006/main">
            <a:r>
              <a:t>simulation/level2_joint_transfer/src/continuous_transfer/cli.py</a:t>
            </a:r>
          </a:p>
          <a:p xmlns:a="http://schemas.openxmlformats.org/drawingml/2006/main">
            <a:r>
              <a:t>https://github.com/Yifan2709/MonteCarlo-Atom-Tweezer/blob/4d5e200/simulation/level2_joint_transfer/src/continuous_transfer/cli.py</a:t>
            </a:r>
          </a:p>
          <a:p xmlns:a="http://schemas.openxmlformats.org/drawingml/2006/main">
            <a:r>
              <a:t>simulation/level2_joint_transfer/src/continuous_transfer/engine.py</a:t>
            </a:r>
          </a:p>
          <a:p xmlns:a="http://schemas.openxmlformats.org/drawingml/2006/main">
            <a:r>
              <a:t>https://github.com/Yifan2709/MonteCarlo-Atom-Tweezer/blob/4d5e200/simulation/level2_joint_transfer/src/continuous_transfer/engine.py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</a:t>
            </a:r>
          </a:p>
          <a:p xmlns:a="http://schemas.openxmlformats.org/drawingml/2006/main">
            <a:r>
              <a:t>图是理想单回波的toggling-frame相位，不是实际Bloch矢量角度。它帮助说明误差抵消。实际XY4还涉及X/Y轴交替以及有限脉冲期间的失谐，不是简单把真实运动或已经散射的光子倒回去。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来源与口径</a:t>
            </a:r>
          </a:p>
          <a:p xmlns:a="http://schemas.openxmlformats.org/drawingml/2006/main">
            <a:r>
              <a:t>simulation/level2_joint_transfer/src/level5_finite_pulse_irb/dd_finite_pulses.py</a:t>
            </a:r>
          </a:p>
          <a:p xmlns:a="http://schemas.openxmlformats.org/drawingml/2006/main">
            <a:r>
              <a:t>https://github.com/Yifan2709/MonteCarlo-Atom-Tweezer/blob/4d5e200/simulation/level2_joint_transfer/src/level5_finite_pulse_irb/dd_finite_pulses.py</a:t>
            </a:r>
          </a:p>
          <a:p xmlns:a="http://schemas.openxmlformats.org/drawingml/2006/main">
            <a:r>
              <a:t>simulation/level2_joint_transfer/src/continuous_transfer/engine.py</a:t>
            </a:r>
          </a:p>
          <a:p xmlns:a="http://schemas.openxmlformats.org/drawingml/2006/main">
            <a:r>
              <a:t>https://github.com/Yifan2709/MonteCarlo-Atom-Tweezer/blob/4d5e200/simulation/level2_joint_transfer/src/continuous_transfer/engine.py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</a:t>
            </a:r>
          </a:p>
          <a:p xmlns:a="http://schemas.openxmlformats.org/drawingml/2006/main">
            <a:r>
              <a:t>τπ=π/Ω=1/(2×24611 Hz)。统一旧连续模型用有限驱动计算SU(2)演化；无脉冲时可先累积z相位，但脉冲期间失谐与驱动不对易，需要共同传播。最新随机存活专用模型明确关闭DD和内部态，因此本节讲仓库的相干扩展能力，而非声称8192原子标定已同步给出相干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来源与口径</a:t>
            </a:r>
          </a:p>
          <a:p xmlns:a="http://schemas.openxmlformats.org/drawingml/2006/main">
            <a:r>
              <a:t>simulation/level2_joint_transfer/src/continuous_transfer/engine.py</a:t>
            </a:r>
          </a:p>
          <a:p xmlns:a="http://schemas.openxmlformats.org/drawingml/2006/main">
            <a:r>
              <a:t>https://github.com/Yifan2709/MonteCarlo-Atom-Tweezer/blob/4d5e200/simulation/level2_joint_transfer/src/continuous_transfer/engine.py</a:t>
            </a:r>
          </a:p>
          <a:p xmlns:a="http://schemas.openxmlformats.org/drawingml/2006/main">
            <a:r>
              <a:t>simulation/level2_joint_transfer/src/continuous_transfer/protocol.py</a:t>
            </a:r>
          </a:p>
          <a:p xmlns:a="http://schemas.openxmlformats.org/drawingml/2006/main">
            <a:r>
              <a:t>https://github.com/Yifan2709/MonteCarlo-Atom-Tweezer/blob/4d5e200/simulation/level2_joint_transfer/src/continuous_transfer/protocol.py</a:t>
            </a:r>
          </a:p>
          <a:p xmlns:a="http://schemas.openxmlformats.org/drawingml/2006/main">
            <a:r>
              <a:t>simulation/level2_joint_transfer/src/continuous_transfer/noisy_survival.py</a:t>
            </a:r>
          </a:p>
          <a:p xmlns:a="http://schemas.openxmlformats.org/drawingml/2006/main">
            <a:r>
              <a:t>https://github.com/Yifan2709/MonteCarlo-Atom-Tweezer/blob/4d5e200/simulation/level2_joint_transfer/src/continuous_transfer/noisy_survival.py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</a:t>
            </a:r>
          </a:p>
          <a:p xmlns:a="http://schemas.openxmlformats.org/drawingml/2006/main">
            <a:r>
              <a:t>存活率以全部初始原子为分母。条件保真度只对幸存者构成的通道平均，目标门需要明确。把S×F作为损失记零下的平均得分时应说明定义，不能把它直接叫作条件量子通道保真度。论文IRB定义也不能由经典存活曲线替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来源与口径</a:t>
            </a:r>
          </a:p>
          <a:p xmlns:a="http://schemas.openxmlformats.org/drawingml/2006/main">
            <a:r>
              <a:t>simulation/level2_joint_transfer/src/continuous_transfer/cli.py</a:t>
            </a:r>
          </a:p>
          <a:p xmlns:a="http://schemas.openxmlformats.org/drawingml/2006/main">
            <a:r>
              <a:t>https://github.com/Yifan2709/MonteCarlo-Atom-Tweezer/blob/4d5e200/simulation/level2_joint_transfer/src/continuous_transfer/cli.py</a:t>
            </a:r>
          </a:p>
          <a:p xmlns:a="http://schemas.openxmlformats.org/drawingml/2006/main">
            <a:r>
              <a:t>simulation/level2_joint_transfer/src/level5_finite_pulse_irb/channel_tomography.py</a:t>
            </a:r>
          </a:p>
          <a:p xmlns:a="http://schemas.openxmlformats.org/drawingml/2006/main">
            <a:r>
              <a:t>https://github.com/Yifan2709/MonteCarlo-Atom-Tweezer/blob/4d5e200/simulation/level2_joint_transfer/src/level5_finite_pulse_irb/channel_tomography.py</a:t>
            </a:r>
          </a:p>
          <a:p xmlns:a="http://schemas.openxmlformats.org/drawingml/2006/main">
            <a:r>
              <a:t>https://arxiv.org/html/2403.12021v4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</a:t>
            </a:r>
          </a:p>
          <a:p xmlns:a="http://schemas.openxmlformats.org/drawingml/2006/main">
            <a:r>
              <a:t>还要注意初态是近似制备分布，损失判据是检查点吸收边界，白噪声谱形尚未测定，位点之间的相关噪声没有作为本次MC区间的实验误差模型。报告中静态寿命检查已经排除一种过强的SLM白噪声解释，这说明独立实验约束对选模型很重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来源与口径</a:t>
            </a:r>
          </a:p>
          <a:p xmlns:a="http://schemas.openxmlformats.org/drawingml/2006/main">
            <a:r>
              <a:t>reports/movement_effects_v1_calibration_20260916/REPORT.md</a:t>
            </a:r>
          </a:p>
          <a:p xmlns:a="http://schemas.openxmlformats.org/drawingml/2006/main">
            <a:r>
              <a:t>https://github.com/Yifan2709/MonteCarlo-Atom-Tweezer/blob/4d5e200/reports/movement_effects_v1_calibration_20260916/REPORT.md</a:t>
            </a:r>
          </a:p>
          <a:p xmlns:a="http://schemas.openxmlformats.org/drawingml/2006/main">
            <a:r>
              <a:t>reports/movement_effects_v1_calibration_20260916/PHYSICS.md</a:t>
            </a:r>
          </a:p>
          <a:p xmlns:a="http://schemas.openxmlformats.org/drawingml/2006/main">
            <a:r>
              <a:t>https://github.com/Yifan2709/MonteCarlo-Atom-Tweezer/blob/4d5e200/reports/movement_effects_v1_calibration_20260916/PHYSICS.md</a:t>
            </a:r>
          </a:p>
          <a:p xmlns:a="http://schemas.openxmlformats.org/drawingml/2006/main">
            <a:r>
              <a:t>reports/movement_effects_v1_calibration_20260916/VALIDATION.md</a:t>
            </a:r>
          </a:p>
          <a:p xmlns:a="http://schemas.openxmlformats.org/drawingml/2006/main">
            <a:r>
              <a:t>https://github.com/Yifan2709/MonteCarlo-Atom-Tweezer/blob/4d5e200/reports/movement_effects_v1_calibration_20260916/VALIDATION.md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</a:t>
            </a:r>
          </a:p>
          <a:p xmlns:a="http://schemas.openxmlformats.org/drawingml/2006/main">
            <a:r>
              <a:t>结束主报告时可以强调：随机抽样只是把实验中的差异放进来，主要物理仍在势阱、受力、时间安排和噪声里。结果告诉我们哪种操作更容易激发和丢失，也告诉我们目前还有哪些实验行为没有被解释。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来源与口径</a:t>
            </a:r>
          </a:p>
          <a:p xmlns:a="http://schemas.openxmlformats.org/drawingml/2006/main">
            <a:r>
              <a:t>docs/monte_carlo_plain_guide.md</a:t>
            </a:r>
          </a:p>
          <a:p xmlns:a="http://schemas.openxmlformats.org/drawingml/2006/main">
            <a:r>
              <a:t>https://github.com/Yifan2709/MonteCarlo-Atom-Tweezer/blob/4d5e200/docs/monte_carlo_plain_guide.md</a:t>
            </a:r>
          </a:p>
          <a:p xmlns:a="http://schemas.openxmlformats.org/drawingml/2006/main">
            <a:r>
              <a:t>reports/movement_effects_v1_calibration_20260916/REPORT.md</a:t>
            </a:r>
          </a:p>
          <a:p xmlns:a="http://schemas.openxmlformats.org/drawingml/2006/main">
            <a:r>
              <a:t>https://github.com/Yifan2709/MonteCarlo-Atom-Tweezer/blob/4d5e200/reports/movement_effects_v1_calibration_20260916/REPORT.md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</a:t>
            </a:r>
          </a:p>
          <a:p xmlns:a="http://schemas.openxmlformats.org/drawingml/2006/main">
            <a:r>
              <a:t>本页供答疑。μK形式的阱深要乘kB才能成为焦耳，公式里的D使用能量单位。公式σr和σz属于单束、轴向对称高斯阱底的谐振近似，s1、s2有偏移或两阱同时作用时不能直接套用作精确热分布。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来源与口径</a:t>
            </a:r>
          </a:p>
          <a:p xmlns:a="http://schemas.openxmlformats.org/drawingml/2006/main">
            <a:r>
              <a:t>simulation/level2_joint_transfer/src/continuous_transfer/initialization.py</a:t>
            </a:r>
          </a:p>
          <a:p xmlns:a="http://schemas.openxmlformats.org/drawingml/2006/main">
            <a:r>
              <a:t>https://github.com/Yifan2709/MonteCarlo-Atom-Tweezer/blob/4d5e200/simulation/level2_joint_transfer/src/continuous_transfer/initialization.py</a:t>
            </a:r>
          </a:p>
          <a:p xmlns:a="http://schemas.openxmlformats.org/drawingml/2006/main">
            <a:r>
              <a:t>simulation/level2_joint_transfer/src/continuous_transfer/engine.py</a:t>
            </a:r>
          </a:p>
          <a:p xmlns:a="http://schemas.openxmlformats.org/drawingml/2006/main">
            <a:r>
              <a:t>https://github.com/Yifan2709/MonteCarlo-Atom-Tweezer/blob/4d5e200/simulation/level2_joint_transfer/src/continuous_transfer/engine.py</a:t>
            </a:r>
          </a:p>
          <a:p xmlns:a="http://schemas.openxmlformats.org/drawingml/2006/main">
            <a:r>
              <a:t>reports/movement_effects_v1_calibration_20260916/PHYSICS.md</a:t>
            </a:r>
          </a:p>
          <a:p xmlns:a="http://schemas.openxmlformats.org/drawingml/2006/main">
            <a:r>
              <a:t>https://github.com/Yifan2709/MonteCarlo-Atom-Tweezer/blob/4d5e200/reports/movement_effects_v1_calibration_20260916/PHYSICS.md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</a:t>
            </a:r>
          </a:p>
          <a:p xmlns:a="http://schemas.openxmlformats.org/drawingml/2006/main">
            <a:r>
              <a:t>这些澄清不会改变文档作为思路参考的价值，但会影响物理结论。ML最新归档15个节点、14个间隔与旧描述14控制点不同。逐比特复现也需相同环境，固定种子本身不保证跨平台严格相同。最新随机存活校准与旧有限脉冲连续引擎是不同计算路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来源与口径</a:t>
            </a:r>
          </a:p>
          <a:p xmlns:a="http://schemas.openxmlformats.org/drawingml/2006/main">
            <a:r>
              <a:t>docs/monte_carlo_plain_guide.md</a:t>
            </a:r>
          </a:p>
          <a:p xmlns:a="http://schemas.openxmlformats.org/drawingml/2006/main">
            <a:r>
              <a:t>https://github.com/Yifan2709/MonteCarlo-Atom-Tweezer/blob/4d5e200/docs/monte_carlo_plain_guide.md</a:t>
            </a:r>
          </a:p>
          <a:p xmlns:a="http://schemas.openxmlformats.org/drawingml/2006/main">
            <a:r>
              <a:t>simulation/level2_joint_transfer/src/continuous_transfer/protocol.py</a:t>
            </a:r>
          </a:p>
          <a:p xmlns:a="http://schemas.openxmlformats.org/drawingml/2006/main">
            <a:r>
              <a:t>https://github.com/Yifan2709/MonteCarlo-Atom-Tweezer/blob/4d5e200/simulation/level2_joint_transfer/src/continuous_transfer/protocol.py</a:t>
            </a:r>
          </a:p>
          <a:p xmlns:a="http://schemas.openxmlformats.org/drawingml/2006/main">
            <a:r>
              <a:t>simulation/level2_joint_transfer/src/continuous_transfer/noisy_survival.py</a:t>
            </a:r>
          </a:p>
          <a:p xmlns:a="http://schemas.openxmlformats.org/drawingml/2006/main">
            <a:r>
              <a:t>https://github.com/Yifan2709/MonteCarlo-Atom-Tweezer/blob/4d5e200/simulation/level2_joint_transfer/src/continuous_transfer/noisy_survival.py</a:t>
            </a:r>
          </a:p>
          <a:p xmlns:a="http://schemas.openxmlformats.org/drawingml/2006/main">
            <a:r>
              <a:t>reports/movement_effects_v1_calibration_20260916/PHYSICS.md</a:t>
            </a:r>
          </a:p>
          <a:p xmlns:a="http://schemas.openxmlformats.org/drawingml/2006/main">
            <a:r>
              <a:t>https://github.com/Yifan2709/MonteCarlo-Atom-Tweezer/blob/4d5e200/reports/movement_effects_v1_calibration_20260916/PHYSICS.md</a:t>
            </a:r>
          </a:p>
          <a:p xmlns:a="http://schemas.openxmlformats.org/drawingml/2006/main">
            <a:r>
              <a:t>reports/movement_effects_v1_calibration_20260916/REPORT.md</a:t>
            </a:r>
          </a:p>
          <a:p xmlns:a="http://schemas.openxmlformats.org/drawingml/2006/main">
            <a:r>
              <a:t>https://github.com/Yifan2709/MonteCarlo-Atom-Tweezer/blob/4d5e200/reports/movement_effects_v1_calibration_20260916/REPORT.md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</a:t>
            </a:r>
          </a:p>
          <a:p xmlns:a="http://schemas.openxmlformats.org/drawingml/2006/main">
            <a:r>
              <a:t>这是仓库Level2C使用的经验拟合形式。n=0需要单独定义或用n趋于0的极限，不能直接把0代入1/(bn)。S0=1来自已束缚初态制备，p0是否自由应看具体拟合约定。本报告主要结果直接比较37个实验散点，不把密集拟合线当作独立测量，也没有重新拟合这些参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来源与口径</a:t>
            </a:r>
          </a:p>
          <a:p xmlns:a="http://schemas.openxmlformats.org/drawingml/2006/main">
            <a:r>
              <a:t>simulation/level2_joint_transfer/src/level2c_pickup_survival/survival_fit.py</a:t>
            </a:r>
          </a:p>
          <a:p xmlns:a="http://schemas.openxmlformats.org/drawingml/2006/main">
            <a:r>
              <a:t>https://github.com/Yifan2709/MonteCarlo-Atom-Tweezer/blob/4d5e200/simulation/level2_joint_transfer/src/level2c_pickup_survival/survival_fit.py</a:t>
            </a:r>
          </a:p>
          <a:p xmlns:a="http://schemas.openxmlformats.org/drawingml/2006/main">
            <a:r>
              <a:t>reports/movement_effects_v1_calibration_20260916/REPORT.md</a:t>
            </a:r>
          </a:p>
          <a:p xmlns:a="http://schemas.openxmlformats.org/drawingml/2006/main">
            <a:r>
              <a:t>https://github.com/Yifan2709/MonteCarlo-Atom-Tweezer/blob/4d5e200/reports/movement_effects_v1_calibration_20260916/REPORT.md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</a:t>
            </a:r>
          </a:p>
          <a:p xmlns:a="http://schemas.openxmlformats.org/drawingml/2006/main">
            <a:r>
              <a:t>第一行是没有理想翻转记号的裸相位积分。理想瞬时DD可通过y(t)乘在积分中理解，有限驱动则使用第二行的哈密顿量。θ为微波驱动相位，Δ为失谐，σ为泡利矩阵。第三行适用于本模型的单比特随机幺正通道，平均在明确的幸存样本集合上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来源与口径</a:t>
            </a:r>
          </a:p>
          <a:p xmlns:a="http://schemas.openxmlformats.org/drawingml/2006/main">
            <a:r>
              <a:t>simulation/level2_joint_transfer/src/continuous_transfer/engine.py</a:t>
            </a:r>
          </a:p>
          <a:p xmlns:a="http://schemas.openxmlformats.org/drawingml/2006/main">
            <a:r>
              <a:t>https://github.com/Yifan2709/MonteCarlo-Atom-Tweezer/blob/4d5e200/simulation/level2_joint_transfer/src/continuous_transfer/engine.py</a:t>
            </a:r>
          </a:p>
          <a:p xmlns:a="http://schemas.openxmlformats.org/drawingml/2006/main">
            <a:r>
              <a:t>simulation/level2_joint_transfer/src/continuous_transfer/cli.py</a:t>
            </a:r>
          </a:p>
          <a:p xmlns:a="http://schemas.openxmlformats.org/drawingml/2006/main">
            <a:r>
              <a:t>https://github.com/Yifan2709/MonteCarlo-Atom-Tweezer/blob/4d5e200/simulation/level2_joint_transfer/src/continuous_transfer/cli.py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</a:t>
            </a:r>
          </a:p>
          <a:p xmlns:a="http://schemas.openxmlformats.org/drawingml/2006/main">
            <a:r>
              <a:t>以下为单独构造的教学初态，非完整校准轨迹。Cs质量取2.2069469514e−25 kg，阱深140 kB·μK，束腰1.17 μm，初始x=0.2 μm、v=0.03 m/s，步长0.0125 μs。直接按高斯力和Verlet公式计算。三维正式传播是同时对三个方向做同样的更新。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来源与口径</a:t>
            </a:r>
          </a:p>
          <a:p xmlns:a="http://schemas.openxmlformats.org/drawingml/2006/main">
            <a:r>
              <a:t>simulation/level2_joint_transfer/src/continuous_transfer/engine.py</a:t>
            </a:r>
          </a:p>
          <a:p xmlns:a="http://schemas.openxmlformats.org/drawingml/2006/main">
            <a:r>
              <a:t>https://github.com/Yifan2709/MonteCarlo-Atom-Tweezer/blob/4d5e200/simulation/level2_joint_transfer/src/continuous_transfer/engine.py</a:t>
            </a:r>
          </a:p>
          <a:p xmlns:a="http://schemas.openxmlformats.org/drawingml/2006/main">
            <a:r>
              <a:t>simulation/level2_joint_transfer/src/continuous_transfer/initialization.py</a:t>
            </a:r>
          </a:p>
          <a:p xmlns:a="http://schemas.openxmlformats.org/drawingml/2006/main">
            <a:r>
              <a:t>https://github.com/Yifan2709/MonteCarlo-Atom-Tweezer/blob/4d5e200/simulation/level2_joint_transfer/src/continuous_transfer/initialization.py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</a:t>
            </a:r>
          </a:p>
          <a:p xmlns:a="http://schemas.openxmlformats.org/drawingml/2006/main">
            <a:r>
              <a:t>这里是没有提前丢失时的上限估算：4096×30×72000=8,847,360,000。每步通常两次使用力信息，具体实现可复用上一步的末力。最新存活专用模型不加入微波脉冲边界，旧连续量子模型会插入精确脉冲边沿。算得更多主要用于减小数值和抽样误差，无法让错误的物理假设自动变正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来源与口径</a:t>
            </a:r>
          </a:p>
          <a:p xmlns:a="http://schemas.openxmlformats.org/drawingml/2006/main">
            <a:r>
              <a:t>simulation/level2_joint_transfer/src/continuous_transfer/protocol.py</a:t>
            </a:r>
          </a:p>
          <a:p xmlns:a="http://schemas.openxmlformats.org/drawingml/2006/main">
            <a:r>
              <a:t>https://github.com/Yifan2709/MonteCarlo-Atom-Tweezer/blob/4d5e200/simulation/level2_joint_transfer/src/continuous_transfer/protocol.py</a:t>
            </a:r>
          </a:p>
          <a:p xmlns:a="http://schemas.openxmlformats.org/drawingml/2006/main">
            <a:r>
              <a:t>simulation/level2_joint_transfer/src/continuous_transfer/engine.py</a:t>
            </a:r>
          </a:p>
          <a:p xmlns:a="http://schemas.openxmlformats.org/drawingml/2006/main">
            <a:r>
              <a:t>https://github.com/Yifan2709/MonteCarlo-Atom-Tweezer/blob/4d5e200/simulation/level2_joint_transfer/src/continuous_transfer/engine.py</a:t>
            </a:r>
          </a:p>
          <a:p xmlns:a="http://schemas.openxmlformats.org/drawingml/2006/main">
            <a:r>
              <a:t>simulation/level2_joint_transfer/src/continuous_transfer/noisy_survival.py</a:t>
            </a:r>
          </a:p>
          <a:p xmlns:a="http://schemas.openxmlformats.org/drawingml/2006/main">
            <a:r>
              <a:t>https://github.com/Yifan2709/MonteCarlo-Atom-Tweezer/blob/4d5e200/simulation/level2_joint_transfer/src/continuous_transfer/noisy_survival.py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</a:t>
            </a:r>
          </a:p>
          <a:p xmlns:a="http://schemas.openxmlformats.org/drawingml/2006/main">
            <a:r>
              <a:t>本报告以指定分支4d5e200的内容为读取起点。主线文档仅作为思路，主要物理细节核对初始化、协议、连续传播和随机存活实现；定量结果直接读取2026-09-16共同标定的CSV，没有把教学抽样当作新验收结果。原始论文与Savard论文用于核对物理概念，所有新增图表都是原生可编辑数值图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来源与口径</a:t>
            </a:r>
          </a:p>
          <a:p xmlns:a="http://schemas.openxmlformats.org/drawingml/2006/main">
            <a:r>
              <a:t>docs/monte_carlo_plain_guide.md</a:t>
            </a:r>
          </a:p>
          <a:p xmlns:a="http://schemas.openxmlformats.org/drawingml/2006/main">
            <a:r>
              <a:t>https://github.com/Yifan2709/MonteCarlo-Atom-Tweezer/blob/4d5e200/docs/monte_carlo_plain_guide.md</a:t>
            </a:r>
          </a:p>
          <a:p xmlns:a="http://schemas.openxmlformats.org/drawingml/2006/main">
            <a:r>
              <a:t>reports/movement_effects_v1_calibration_20260916/REPORT.md</a:t>
            </a:r>
          </a:p>
          <a:p xmlns:a="http://schemas.openxmlformats.org/drawingml/2006/main">
            <a:r>
              <a:t>https://github.com/Yifan2709/MonteCarlo-Atom-Tweezer/blob/4d5e200/reports/movement_effects_v1_calibration_20260916/REPORT.md</a:t>
            </a:r>
          </a:p>
          <a:p xmlns:a="http://schemas.openxmlformats.org/drawingml/2006/main">
            <a:r>
              <a:t>reports/movement_effects_v1_calibration_20260916/PARAMETERS.md</a:t>
            </a:r>
          </a:p>
          <a:p xmlns:a="http://schemas.openxmlformats.org/drawingml/2006/main">
            <a:r>
              <a:t>https://github.com/Yifan2709/MonteCarlo-Atom-Tweezer/blob/4d5e200/reports/movement_effects_v1_calibration_20260916/PARAMETERS.md</a:t>
            </a:r>
          </a:p>
          <a:p xmlns:a="http://schemas.openxmlformats.org/drawingml/2006/main">
            <a:r>
              <a:t>reports/movement_effects_v1_calibration_20260916/PHYSICS.md</a:t>
            </a:r>
          </a:p>
          <a:p xmlns:a="http://schemas.openxmlformats.org/drawingml/2006/main">
            <a:r>
              <a:t>https://github.com/Yifan2709/MonteCarlo-Atom-Tweezer/blob/4d5e200/reports/movement_effects_v1_calibration_20260916/PHYSICS.md</a:t>
            </a:r>
          </a:p>
          <a:p xmlns:a="http://schemas.openxmlformats.org/drawingml/2006/main">
            <a:r>
              <a:t>reports/movement_effects_v1_calibration_20260916/VALIDATION.md</a:t>
            </a:r>
          </a:p>
          <a:p xmlns:a="http://schemas.openxmlformats.org/drawingml/2006/main">
            <a:r>
              <a:t>https://github.com/Yifan2709/MonteCarlo-Atom-Tweezer/blob/4d5e200/reports/movement_effects_v1_calibration_20260916/VALIDATION.md</a:t>
            </a:r>
          </a:p>
          <a:p xmlns:a="http://schemas.openxmlformats.org/drawingml/2006/main">
            <a:r>
              <a:t>https://arxiv.org/html/2403.12021v4</a:t>
            </a:r>
          </a:p>
          <a:p xmlns:a="http://schemas.openxmlformats.org/drawingml/2006/main">
            <a:r>
              <a:t>https://doi.org/10.1103/PhysRevA.56.R1095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17b591c8524aa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3fb2d5112b14357" /><Relationship Type="http://schemas.openxmlformats.org/officeDocument/2006/relationships/slideLayout" Target="/ppt/slideLayouts/slideLayout1.xml" Id="R57fa9ed83ea74c7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7fa9ed83ea74c7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427d72999e468d" /><Relationship Type="http://schemas.openxmlformats.org/officeDocument/2006/relationships/notesSlide" Target="/ppt/notesSlides/notesSlide1.xml" Id="Rdb4a79946dca46f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6ce044d15a44e1" /><Relationship Type="http://schemas.openxmlformats.org/officeDocument/2006/relationships/notesSlide" Target="/ppt/notesSlides/notesSlide2.xml" Id="Rc939bead53464e9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c8fa4e489340b8" /><Relationship Type="http://schemas.openxmlformats.org/officeDocument/2006/relationships/notesSlide" Target="/ppt/notesSlides/notesSlide3.xml" Id="R1db49bdcca93435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6a302f46634d72" /><Relationship Type="http://schemas.openxmlformats.org/officeDocument/2006/relationships/notesSlide" Target="/ppt/notesSlides/notesSlide4.xml" Id="Re4f817d4e8f0440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b6966b75184b41" /><Relationship Type="http://schemas.openxmlformats.org/officeDocument/2006/relationships/chart" Target="/ppt/slides/charts/chart1.xml" Id="R78221b8923bf4498" /><Relationship Type="http://schemas.openxmlformats.org/officeDocument/2006/relationships/notesSlide" Target="/ppt/notesSlides/notesSlide5.xml" Id="Rd835d6636fc2446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dd56ac1b76455f" /><Relationship Type="http://schemas.openxmlformats.org/officeDocument/2006/relationships/chart" Target="/ppt/slides/charts/chart2.xml" Id="Rf9c93e84dc144577" /><Relationship Type="http://schemas.openxmlformats.org/officeDocument/2006/relationships/notesSlide" Target="/ppt/notesSlides/notesSlide6.xml" Id="Rfddab5a137e0414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d53cc6edd0470f" /><Relationship Type="http://schemas.openxmlformats.org/officeDocument/2006/relationships/notesSlide" Target="/ppt/notesSlides/notesSlide7.xml" Id="Rbc057f5107404e0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c0f7150d1a4c1f" /><Relationship Type="http://schemas.openxmlformats.org/officeDocument/2006/relationships/notesSlide" Target="/ppt/notesSlides/notesSlide8.xml" Id="Rb388b41a242244e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1e1f17851d485e" /><Relationship Type="http://schemas.openxmlformats.org/officeDocument/2006/relationships/chart" Target="/ppt/slides/charts/chart3.xml" Id="R03c5792db0304c9d" /><Relationship Type="http://schemas.openxmlformats.org/officeDocument/2006/relationships/notesSlide" Target="/ppt/notesSlides/notesSlide9.xml" Id="R62acc7e391b6427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df0678eb5e4c07" /><Relationship Type="http://schemas.openxmlformats.org/officeDocument/2006/relationships/notesSlide" Target="/ppt/notesSlides/notesSlide10.xml" Id="R23feb381a940498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37a2d6c93243b4" /><Relationship Type="http://schemas.openxmlformats.org/officeDocument/2006/relationships/notesSlide" Target="/ppt/notesSlides/notesSlide11.xml" Id="R7d66e6827b19406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8b3d6110ed4e97" /><Relationship Type="http://schemas.openxmlformats.org/officeDocument/2006/relationships/notesSlide" Target="/ppt/notesSlides/notesSlide12.xml" Id="Rc5da90f9e25e4c5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aa7fd9ffed4bfd" /><Relationship Type="http://schemas.openxmlformats.org/officeDocument/2006/relationships/notesSlide" Target="/ppt/notesSlides/notesSlide13.xml" Id="Rd092566f30c04b7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980aa6818d4ed3" /><Relationship Type="http://schemas.openxmlformats.org/officeDocument/2006/relationships/chart" Target="/ppt/slides/charts/chart4.xml" Id="R378f190c57234484" /><Relationship Type="http://schemas.openxmlformats.org/officeDocument/2006/relationships/notesSlide" Target="/ppt/notesSlides/notesSlide14.xml" Id="R6d5d422fba6e497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f43d262b5541ea" /><Relationship Type="http://schemas.openxmlformats.org/officeDocument/2006/relationships/notesSlide" Target="/ppt/notesSlides/notesSlide15.xml" Id="R17a9c7c3f0b24ae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043540f86349a9" /><Relationship Type="http://schemas.openxmlformats.org/officeDocument/2006/relationships/chart" Target="/ppt/slides/charts/chart5.xml" Id="Rf0c027c2c7524228" /><Relationship Type="http://schemas.openxmlformats.org/officeDocument/2006/relationships/notesSlide" Target="/ppt/notesSlides/notesSlide16.xml" Id="R82903fb60d5e4b00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badf59c21d45c4" /><Relationship Type="http://schemas.openxmlformats.org/officeDocument/2006/relationships/notesSlide" Target="/ppt/notesSlides/notesSlide17.xml" Id="Rfe57ceb1b5a84ec2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df284521ba4e24" /><Relationship Type="http://schemas.openxmlformats.org/officeDocument/2006/relationships/notesSlide" Target="/ppt/notesSlides/notesSlide18.xml" Id="R59a4e92b5c1449c3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727a3fb2b44339" /><Relationship Type="http://schemas.openxmlformats.org/officeDocument/2006/relationships/notesSlide" Target="/ppt/notesSlides/notesSlide19.xml" Id="R2e568ce0b58942ba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2ac944132f4182" /><Relationship Type="http://schemas.openxmlformats.org/officeDocument/2006/relationships/notesSlide" Target="/ppt/notesSlides/notesSlide20.xml" Id="R0adae84d83c843c7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989ca77bfa46f4" /><Relationship Type="http://schemas.openxmlformats.org/officeDocument/2006/relationships/chart" Target="/ppt/slides/charts/chart6.xml" Id="R63440ee7485f4611" /><Relationship Type="http://schemas.openxmlformats.org/officeDocument/2006/relationships/chart" Target="/ppt/slides/charts/chart7.xml" Id="R65bd4fd695b24244" /><Relationship Type="http://schemas.openxmlformats.org/officeDocument/2006/relationships/notesSlide" Target="/ppt/notesSlides/notesSlide21.xml" Id="Rd737129e2a884100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c12e1052984647" /><Relationship Type="http://schemas.openxmlformats.org/officeDocument/2006/relationships/chart" Target="/ppt/slides/charts/chart8.xml" Id="R8941cee1148241e5" /><Relationship Type="http://schemas.openxmlformats.org/officeDocument/2006/relationships/notesSlide" Target="/ppt/notesSlides/notesSlide22.xml" Id="Re0b366e2390c4cf1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fddca3cc60400c" /><Relationship Type="http://schemas.openxmlformats.org/officeDocument/2006/relationships/notesSlide" Target="/ppt/notesSlides/notesSlide23.xml" Id="R05a922edefa740f5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c1ed3c345f4707" /><Relationship Type="http://schemas.openxmlformats.org/officeDocument/2006/relationships/notesSlide" Target="/ppt/notesSlides/notesSlide24.xml" Id="R881d3ae5f390433a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2a58343f9d4a4e" /><Relationship Type="http://schemas.openxmlformats.org/officeDocument/2006/relationships/chart" Target="/ppt/slides/charts/chart9.xml" Id="Rcc117eb324ac4843" /><Relationship Type="http://schemas.openxmlformats.org/officeDocument/2006/relationships/chart" Target="/ppt/slides/charts/chart10.xml" Id="R6a3fa09d2b9b44e2" /><Relationship Type="http://schemas.openxmlformats.org/officeDocument/2006/relationships/notesSlide" Target="/ppt/notesSlides/notesSlide25.xml" Id="R7a2314b7111f4dba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50f09d6a4747ec" /><Relationship Type="http://schemas.openxmlformats.org/officeDocument/2006/relationships/notesSlide" Target="/ppt/notesSlides/notesSlide26.xml" Id="R2573a23dcc214b2b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d52dc0e8794e49" /><Relationship Type="http://schemas.openxmlformats.org/officeDocument/2006/relationships/chart" Target="/ppt/slides/charts/chart11.xml" Id="R3a9f422c9b5d44bd" /><Relationship Type="http://schemas.openxmlformats.org/officeDocument/2006/relationships/notesSlide" Target="/ppt/notesSlides/notesSlide27.xml" Id="R03b21b21b4e64940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afd314b112407e" /><Relationship Type="http://schemas.openxmlformats.org/officeDocument/2006/relationships/notesSlide" Target="/ppt/notesSlides/notesSlide28.xml" Id="Raa57f5e25b6540df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fc3478c4a44b80" /><Relationship Type="http://schemas.openxmlformats.org/officeDocument/2006/relationships/notesSlide" Target="/ppt/notesSlides/notesSlide29.xml" Id="R86d7f820cab54299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99d160b6584476" /><Relationship Type="http://schemas.openxmlformats.org/officeDocument/2006/relationships/notesSlide" Target="/ppt/notesSlides/notesSlide30.xml" Id="R544d3617d1744d25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82cc7d9c6240ed" /><Relationship Type="http://schemas.openxmlformats.org/officeDocument/2006/relationships/notesSlide" Target="/ppt/notesSlides/notesSlide31.xml" Id="R33aa37ca54794a90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f3075f3d7f49dd" /><Relationship Type="http://schemas.openxmlformats.org/officeDocument/2006/relationships/notesSlide" Target="/ppt/notesSlides/notesSlide32.xml" Id="R3bb7bef16b034724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199242928b4d25" /><Relationship Type="http://schemas.openxmlformats.org/officeDocument/2006/relationships/chart" Target="/ppt/slides/charts/chart12.xml" Id="R0f645890a71045dd" /><Relationship Type="http://schemas.openxmlformats.org/officeDocument/2006/relationships/notesSlide" Target="/ppt/notesSlides/notesSlide33.xml" Id="R55df3c76cfe84fe1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186afd0b1a4e91" /><Relationship Type="http://schemas.openxmlformats.org/officeDocument/2006/relationships/notesSlide" Target="/ppt/notesSlides/notesSlide34.xml" Id="R4ecba4b99efe4793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8e2866e96d4778" /><Relationship Type="http://schemas.openxmlformats.org/officeDocument/2006/relationships/notesSlide" Target="/ppt/notesSlides/notesSlide35.xml" Id="R047f2c5cfbce4f9c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5902e6f85f43aa" /><Relationship Type="http://schemas.openxmlformats.org/officeDocument/2006/relationships/notesSlide" Target="/ppt/notesSlides/notesSlide36.xml" Id="R3239c3b7c6614325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875514d1e94cc1" /><Relationship Type="http://schemas.openxmlformats.org/officeDocument/2006/relationships/notesSlide" Target="/ppt/notesSlides/notesSlide37.xml" Id="Re51f51a18f6341f1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710e9e0730409d" /><Relationship Type="http://schemas.openxmlformats.org/officeDocument/2006/relationships/notesSlide" Target="/ppt/notesSlides/notesSlide38.xml" Id="Recf9690b41cd4b68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e7f84de1da4c11" /><Relationship Type="http://schemas.openxmlformats.org/officeDocument/2006/relationships/notesSlide" Target="/ppt/notesSlides/notesSlide39.xml" Id="Rbeaf1624b91f4df0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46198f30954f83" /><Relationship Type="http://schemas.openxmlformats.org/officeDocument/2006/relationships/notesSlide" Target="/ppt/notesSlides/notesSlide40.xml" Id="R4cd200c194584063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df6a9a27884082" /><Relationship Type="http://schemas.openxmlformats.org/officeDocument/2006/relationships/chart" Target="/ppt/slides/charts/chart13.xml" Id="Re650f0a7c52549bf" /><Relationship Type="http://schemas.openxmlformats.org/officeDocument/2006/relationships/notesSlide" Target="/ppt/notesSlides/notesSlide41.xml" Id="R6632d1e78e2e4663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c0a2e0a1834e92" /><Relationship Type="http://schemas.openxmlformats.org/officeDocument/2006/relationships/chart" Target="/ppt/slides/charts/chart14.xml" Id="R7d56ea35ed5a407c" /><Relationship Type="http://schemas.openxmlformats.org/officeDocument/2006/relationships/notesSlide" Target="/ppt/notesSlides/notesSlide42.xml" Id="R24fcca5547334ba4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73c4088c164f80" /><Relationship Type="http://schemas.openxmlformats.org/officeDocument/2006/relationships/chart" Target="/ppt/slides/charts/chart15.xml" Id="R2383ed4a1b104bf5" /><Relationship Type="http://schemas.openxmlformats.org/officeDocument/2006/relationships/notesSlide" Target="/ppt/notesSlides/notesSlide43.xml" Id="R1a8c539f31f64888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7778169a824a5a" /><Relationship Type="http://schemas.openxmlformats.org/officeDocument/2006/relationships/chart" Target="/ppt/slides/charts/chart16.xml" Id="R225287a7259f4afe" /><Relationship Type="http://schemas.openxmlformats.org/officeDocument/2006/relationships/notesSlide" Target="/ppt/notesSlides/notesSlide44.xml" Id="R255f9972a7a94d9d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e93ab7a27f493f" /><Relationship Type="http://schemas.openxmlformats.org/officeDocument/2006/relationships/chart" Target="/ppt/slides/charts/chart17.xml" Id="Rc828718a02b5400c" /><Relationship Type="http://schemas.openxmlformats.org/officeDocument/2006/relationships/notesSlide" Target="/ppt/notesSlides/notesSlide45.xml" Id="R34c9b2f085f8446c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9c22898b544127" /><Relationship Type="http://schemas.openxmlformats.org/officeDocument/2006/relationships/notesSlide" Target="/ppt/notesSlides/notesSlide46.xml" Id="R77cc036967644293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4ed26001ba4efb" /><Relationship Type="http://schemas.openxmlformats.org/officeDocument/2006/relationships/notesSlide" Target="/ppt/notesSlides/notesSlide47.xml" Id="Rd09ec9c6276443d4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5410b18cc34208" /><Relationship Type="http://schemas.openxmlformats.org/officeDocument/2006/relationships/notesSlide" Target="/ppt/notesSlides/notesSlide48.xml" Id="R3b2393ebaebf4c67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033c35e8cd4449" /><Relationship Type="http://schemas.openxmlformats.org/officeDocument/2006/relationships/notesSlide" Target="/ppt/notesSlides/notesSlide49.xml" Id="R27bd25f8007c4e18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d16139a90f4bf0" /><Relationship Type="http://schemas.openxmlformats.org/officeDocument/2006/relationships/chart" Target="/ppt/slides/charts/chart18.xml" Id="Reab507fc159e4da1" /><Relationship Type="http://schemas.openxmlformats.org/officeDocument/2006/relationships/notesSlide" Target="/ppt/notesSlides/notesSlide50.xml" Id="Rd351c925d5904284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48f07cba8f4036" /><Relationship Type="http://schemas.openxmlformats.org/officeDocument/2006/relationships/notesSlide" Target="/ppt/notesSlides/notesSlide51.xml" Id="R82f8e3d8a2804def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a930a5347344f1" /><Relationship Type="http://schemas.openxmlformats.org/officeDocument/2006/relationships/chart" Target="/ppt/slides/charts/chart19.xml" Id="R3955cb4b3a0549e9" /><Relationship Type="http://schemas.openxmlformats.org/officeDocument/2006/relationships/notesSlide" Target="/ppt/notesSlides/notesSlide52.xml" Id="R2d918fb3fdd444dd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f1c5b4937d4bf3" /><Relationship Type="http://schemas.openxmlformats.org/officeDocument/2006/relationships/chart" Target="/ppt/slides/charts/chart20.xml" Id="R1f82a3e5e66c4084" /><Relationship Type="http://schemas.openxmlformats.org/officeDocument/2006/relationships/notesSlide" Target="/ppt/notesSlides/notesSlide53.xml" Id="R2bbf724234a04dc5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5c1ce05e49485c" /><Relationship Type="http://schemas.openxmlformats.org/officeDocument/2006/relationships/notesSlide" Target="/ppt/notesSlides/notesSlide54.xml" Id="R6f0d9397595f49af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a6e5a4985e40cf" /><Relationship Type="http://schemas.openxmlformats.org/officeDocument/2006/relationships/notesSlide" Target="/ppt/notesSlides/notesSlide55.xml" Id="Re567ea0e315d4091" /></Relationships>
</file>

<file path=ppt/slides/_rels/slide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3a8283fe254b62" /><Relationship Type="http://schemas.openxmlformats.org/officeDocument/2006/relationships/notesSlide" Target="/ppt/notesSlides/notesSlide56.xml" Id="R7179203cd0134d80" /></Relationships>
</file>

<file path=ppt/slides/_rels/slide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47c534afb54e61" /><Relationship Type="http://schemas.openxmlformats.org/officeDocument/2006/relationships/notesSlide" Target="/ppt/notesSlides/notesSlide57.xml" Id="R1cbb3e01a6fc44d0" /></Relationships>
</file>

<file path=ppt/slides/_rels/slide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83d72a3b044bc3" /><Relationship Type="http://schemas.openxmlformats.org/officeDocument/2006/relationships/notesSlide" Target="/ppt/notesSlides/notesSlide58.xml" Id="Rb53352cea65343f3" /></Relationships>
</file>

<file path=ppt/slides/_rels/slide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dc2568d04d4625" /><Relationship Type="http://schemas.openxmlformats.org/officeDocument/2006/relationships/notesSlide" Target="/ppt/notesSlides/notesSlide59.xml" Id="R8b566c1284da43bb" /></Relationships>
</file>

<file path=ppt/slides/_rels/slide6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a2e903cb66402c" /><Relationship Type="http://schemas.openxmlformats.org/officeDocument/2006/relationships/notesSlide" Target="/ppt/notesSlides/notesSlide60.xml" Id="R3e5f9b7a11f24d3e" /></Relationships>
</file>

<file path=ppt/slides/_rels/slide6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d66f29a3034631" /><Relationship Type="http://schemas.openxmlformats.org/officeDocument/2006/relationships/notesSlide" Target="/ppt/notesSlides/notesSlide61.xml" Id="R7915ff9cd8e246b8" /></Relationships>
</file>

<file path=ppt/slides/_rels/slide6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23bf955b9946a8" /><Relationship Type="http://schemas.openxmlformats.org/officeDocument/2006/relationships/notesSlide" Target="/ppt/notesSlides/notesSlide62.xml" Id="Rc9874e8701a1453e" /></Relationships>
</file>

<file path=ppt/slides/_rels/slide6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0e209da3d74bd5" /><Relationship Type="http://schemas.openxmlformats.org/officeDocument/2006/relationships/notesSlide" Target="/ppt/notesSlides/notesSlide63.xml" Id="Ra90f89f9089c4984" /></Relationships>
</file>

<file path=ppt/slides/_rels/slide6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6765d8579148a2" /><Relationship Type="http://schemas.openxmlformats.org/officeDocument/2006/relationships/notesSlide" Target="/ppt/notesSlides/notesSlide64.xml" Id="Rbabf932518c5413e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_rels/chart6.xml.rels><Relationships xmlns="http://schemas.openxmlformats.org/package/2006/relationships"><Relationship Id="rIdChartSnapshot1" Type="http://schemas.openxmlformats.org/officeDocument/2006/relationships/package" Target="../../embeddings/chart-data-snapshot-006.xlsx"/></Relationships>
</file>

<file path=ppt/slides/charts/_rels/chart7.xml.rels><Relationships xmlns="http://schemas.openxmlformats.org/package/2006/relationships"><Relationship Id="rIdChartSnapshot1" Type="http://schemas.openxmlformats.org/officeDocument/2006/relationships/package" Target="../../embeddings/chart-data-snapshot-007.xlsx"/></Relationships>
</file>

<file path=ppt/slides/charts/_rels/chart8.xml.rels><Relationships xmlns="http://schemas.openxmlformats.org/package/2006/relationships"><Relationship Id="rIdChartSnapshot1" Type="http://schemas.openxmlformats.org/officeDocument/2006/relationships/package" Target="../../embeddings/chart-data-snapshot-008.xlsx"/></Relationships>
</file>

<file path=ppt/slides/charts/_rels/chart9.xml.rels><Relationships xmlns="http://schemas.openxmlformats.org/package/2006/relationships"><Relationship Id="rIdChartSnapshot1" Type="http://schemas.openxmlformats.org/officeDocument/2006/relationships/package" Target="../../embeddings/chart-data-snapshot-009.xlsx"/></Relationships>
</file>

<file path=ppt/slides/charts/_rels/chart10.xml.rels><Relationships xmlns="http://schemas.openxmlformats.org/package/2006/relationships"><Relationship Id="rIdChartSnapshot1" Type="http://schemas.openxmlformats.org/officeDocument/2006/relationships/package" Target="../../embeddings/chart-data-snapshot-010.xlsx"/></Relationships>
</file>

<file path=ppt/slides/charts/_rels/chart11.xml.rels><Relationships xmlns="http://schemas.openxmlformats.org/package/2006/relationships"><Relationship Id="rIdChartSnapshot1" Type="http://schemas.openxmlformats.org/officeDocument/2006/relationships/package" Target="../../embeddings/chart-data-snapshot-011.xlsx"/></Relationships>
</file>

<file path=ppt/slides/charts/_rels/chart12.xml.rels><Relationships xmlns="http://schemas.openxmlformats.org/package/2006/relationships"><Relationship Id="rIdChartSnapshot1" Type="http://schemas.openxmlformats.org/officeDocument/2006/relationships/package" Target="../../embeddings/chart-data-snapshot-012.xlsx"/></Relationships>
</file>

<file path=ppt/slides/charts/_rels/chart13.xml.rels><Relationships xmlns="http://schemas.openxmlformats.org/package/2006/relationships"><Relationship Id="rIdChartSnapshot1" Type="http://schemas.openxmlformats.org/officeDocument/2006/relationships/package" Target="../../embeddings/chart-data-snapshot-013.xlsx"/></Relationships>
</file>

<file path=ppt/slides/charts/_rels/chart14.xml.rels><Relationships xmlns="http://schemas.openxmlformats.org/package/2006/relationships"><Relationship Id="rIdChartSnapshot1" Type="http://schemas.openxmlformats.org/officeDocument/2006/relationships/package" Target="../../embeddings/chart-data-snapshot-014.xlsx"/></Relationships>
</file>

<file path=ppt/slides/charts/_rels/chart15.xml.rels><Relationships xmlns="http://schemas.openxmlformats.org/package/2006/relationships"><Relationship Id="rIdChartSnapshot1" Type="http://schemas.openxmlformats.org/officeDocument/2006/relationships/package" Target="../../embeddings/chart-data-snapshot-015.xlsx"/></Relationships>
</file>

<file path=ppt/slides/charts/_rels/chart16.xml.rels><Relationships xmlns="http://schemas.openxmlformats.org/package/2006/relationships"><Relationship Id="rIdChartSnapshot1" Type="http://schemas.openxmlformats.org/officeDocument/2006/relationships/package" Target="../../embeddings/chart-data-snapshot-016.xlsx"/></Relationships>
</file>

<file path=ppt/slides/charts/_rels/chart17.xml.rels><Relationships xmlns="http://schemas.openxmlformats.org/package/2006/relationships"><Relationship Id="rIdChartSnapshot1" Type="http://schemas.openxmlformats.org/officeDocument/2006/relationships/package" Target="../../embeddings/chart-data-snapshot-017.xlsx"/></Relationships>
</file>

<file path=ppt/slides/charts/_rels/chart18.xml.rels><Relationships xmlns="http://schemas.openxmlformats.org/package/2006/relationships"><Relationship Id="rIdChartSnapshot1" Type="http://schemas.openxmlformats.org/officeDocument/2006/relationships/package" Target="../../embeddings/chart-data-snapshot-018.xlsx"/></Relationships>
</file>

<file path=ppt/slides/charts/_rels/chart19.xml.rels><Relationships xmlns="http://schemas.openxmlformats.org/package/2006/relationships"><Relationship Id="rIdChartSnapshot1" Type="http://schemas.openxmlformats.org/officeDocument/2006/relationships/package" Target="../../embeddings/chart-data-snapshot-019.xlsx"/></Relationships>
</file>

<file path=ppt/slides/charts/_rels/chart20.xml.rels><Relationships xmlns="http://schemas.openxmlformats.org/package/2006/relationships"><Relationship Id="rIdChartSnapshot1" Type="http://schemas.openxmlformats.org/officeDocument/2006/relationships/package" Target="../../embeddings/chart-data-snapshot-020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静止阱 140 μK</c:v>
          </c:tx>
          <c:spPr>
            <a:solidFill xmlns:a="http://schemas.openxmlformats.org/drawingml/2006/main">
              <a:srgbClr val="17679B"/>
            </a:solidFill>
            <a:ln xmlns:a="http://schemas.openxmlformats.org/drawingml/2006/main" w="24765">
              <a:solidFill>
                <a:srgbClr val="17679B"/>
              </a:solidFill>
            </a:ln>
          </c:spPr>
          <c:marker>
            <c:symbol val="none"/>
            <c:size val="4"/>
          </c:marker>
          <c:xVal>
            <c:numRef>
              <c:f>'Chart Data'!$A$2:$A$102</c:f>
              <c:numCache>
                <c:formatCode>General</c:formatCode>
                <c:ptCount val="101"/>
                <c:pt idx="0">
                  <c:v>-2.5</c:v>
                </c:pt>
                <c:pt idx="1">
                  <c:v>-2.45</c:v>
                </c:pt>
                <c:pt idx="2">
                  <c:v>-2.4</c:v>
                </c:pt>
                <c:pt idx="3">
                  <c:v>-2.35</c:v>
                </c:pt>
                <c:pt idx="4">
                  <c:v>-2.3</c:v>
                </c:pt>
                <c:pt idx="5">
                  <c:v>-2.25</c:v>
                </c:pt>
                <c:pt idx="6">
                  <c:v>-2.2</c:v>
                </c:pt>
                <c:pt idx="7">
                  <c:v>-2.15</c:v>
                </c:pt>
                <c:pt idx="8">
                  <c:v>-2.1</c:v>
                </c:pt>
                <c:pt idx="9">
                  <c:v>-2.05</c:v>
                </c:pt>
                <c:pt idx="10">
                  <c:v>-2</c:v>
                </c:pt>
                <c:pt idx="11">
                  <c:v>-1.95</c:v>
                </c:pt>
                <c:pt idx="12">
                  <c:v>-1.9</c:v>
                </c:pt>
                <c:pt idx="13">
                  <c:v>-1.85</c:v>
                </c:pt>
                <c:pt idx="14">
                  <c:v>-1.8</c:v>
                </c:pt>
                <c:pt idx="15">
                  <c:v>-1.75</c:v>
                </c:pt>
                <c:pt idx="16">
                  <c:v>-1.7</c:v>
                </c:pt>
                <c:pt idx="17">
                  <c:v>-1.65</c:v>
                </c:pt>
                <c:pt idx="18">
                  <c:v>-1.6</c:v>
                </c:pt>
                <c:pt idx="19">
                  <c:v>-1.55</c:v>
                </c:pt>
                <c:pt idx="20">
                  <c:v>-1.5</c:v>
                </c:pt>
                <c:pt idx="21">
                  <c:v>-1.45</c:v>
                </c:pt>
                <c:pt idx="22">
                  <c:v>-1.4</c:v>
                </c:pt>
                <c:pt idx="23">
                  <c:v>-1.35</c:v>
                </c:pt>
                <c:pt idx="24">
                  <c:v>-1.3</c:v>
                </c:pt>
                <c:pt idx="25">
                  <c:v>-1.25</c:v>
                </c:pt>
                <c:pt idx="26">
                  <c:v>-1.2</c:v>
                </c:pt>
                <c:pt idx="27">
                  <c:v>-1.15</c:v>
                </c:pt>
                <c:pt idx="28">
                  <c:v>-1.1</c:v>
                </c:pt>
                <c:pt idx="29">
                  <c:v>-1.05</c:v>
                </c:pt>
                <c:pt idx="30">
                  <c:v>-1</c:v>
                </c:pt>
                <c:pt idx="31">
                  <c:v>-0.95</c:v>
                </c:pt>
                <c:pt idx="32">
                  <c:v>-0.9</c:v>
                </c:pt>
                <c:pt idx="33">
                  <c:v>-0.85</c:v>
                </c:pt>
                <c:pt idx="34">
                  <c:v>-0.8</c:v>
                </c:pt>
                <c:pt idx="35">
                  <c:v>-0.75</c:v>
                </c:pt>
                <c:pt idx="36">
                  <c:v>-0.7</c:v>
                </c:pt>
                <c:pt idx="37">
                  <c:v>-0.65</c:v>
                </c:pt>
                <c:pt idx="38">
                  <c:v>-0.6</c:v>
                </c:pt>
                <c:pt idx="39">
                  <c:v>-0.55</c:v>
                </c:pt>
                <c:pt idx="40">
                  <c:v>-0.5</c:v>
                </c:pt>
                <c:pt idx="41">
                  <c:v>-0.45</c:v>
                </c:pt>
                <c:pt idx="42">
                  <c:v>-0.4</c:v>
                </c:pt>
                <c:pt idx="43">
                  <c:v>-0.35</c:v>
                </c:pt>
                <c:pt idx="44">
                  <c:v>-0.3</c:v>
                </c:pt>
                <c:pt idx="45">
                  <c:v>-0.25</c:v>
                </c:pt>
                <c:pt idx="46">
                  <c:v>-0.2</c:v>
                </c:pt>
                <c:pt idx="47">
                  <c:v>-0.15</c:v>
                </c:pt>
                <c:pt idx="48">
                  <c:v>-0.1</c:v>
                </c:pt>
                <c:pt idx="49">
                  <c:v>-0.05</c:v>
                </c:pt>
                <c:pt idx="50">
                  <c:v>0</c:v>
                </c:pt>
                <c:pt idx="51">
                  <c:v>0.05</c:v>
                </c:pt>
                <c:pt idx="52">
                  <c:v>0.1</c:v>
                </c:pt>
                <c:pt idx="53">
                  <c:v>0.15</c:v>
                </c:pt>
                <c:pt idx="54">
                  <c:v>0.2</c:v>
                </c:pt>
                <c:pt idx="55">
                  <c:v>0.25</c:v>
                </c:pt>
                <c:pt idx="56">
                  <c:v>0.3</c:v>
                </c:pt>
                <c:pt idx="57">
                  <c:v>0.35</c:v>
                </c:pt>
                <c:pt idx="58">
                  <c:v>0.4</c:v>
                </c:pt>
                <c:pt idx="59">
                  <c:v>0.45</c:v>
                </c:pt>
                <c:pt idx="60">
                  <c:v>0.5</c:v>
                </c:pt>
                <c:pt idx="61">
                  <c:v>0.55</c:v>
                </c:pt>
                <c:pt idx="62">
                  <c:v>0.6</c:v>
                </c:pt>
                <c:pt idx="63">
                  <c:v>0.65</c:v>
                </c:pt>
                <c:pt idx="64">
                  <c:v>0.7</c:v>
                </c:pt>
                <c:pt idx="65">
                  <c:v>0.75</c:v>
                </c:pt>
                <c:pt idx="66">
                  <c:v>0.8</c:v>
                </c:pt>
                <c:pt idx="67">
                  <c:v>0.85</c:v>
                </c:pt>
                <c:pt idx="68">
                  <c:v>0.9</c:v>
                </c:pt>
                <c:pt idx="69">
                  <c:v>0.95</c:v>
                </c:pt>
                <c:pt idx="70">
                  <c:v>1</c:v>
                </c:pt>
                <c:pt idx="71">
                  <c:v>1.05</c:v>
                </c:pt>
                <c:pt idx="72">
                  <c:v>1.1</c:v>
                </c:pt>
                <c:pt idx="73">
                  <c:v>1.15</c:v>
                </c:pt>
                <c:pt idx="74">
                  <c:v>1.2</c:v>
                </c:pt>
                <c:pt idx="75">
                  <c:v>1.25</c:v>
                </c:pt>
                <c:pt idx="76">
                  <c:v>1.3</c:v>
                </c:pt>
                <c:pt idx="77">
                  <c:v>1.35</c:v>
                </c:pt>
                <c:pt idx="78">
                  <c:v>1.4</c:v>
                </c:pt>
                <c:pt idx="79">
                  <c:v>1.45</c:v>
                </c:pt>
                <c:pt idx="80">
                  <c:v>1.5</c:v>
                </c:pt>
                <c:pt idx="81">
                  <c:v>1.55</c:v>
                </c:pt>
                <c:pt idx="82">
                  <c:v>1.6</c:v>
                </c:pt>
                <c:pt idx="83">
                  <c:v>1.65</c:v>
                </c:pt>
                <c:pt idx="84">
                  <c:v>1.7</c:v>
                </c:pt>
                <c:pt idx="85">
                  <c:v>1.75</c:v>
                </c:pt>
                <c:pt idx="86">
                  <c:v>1.8</c:v>
                </c:pt>
                <c:pt idx="87">
                  <c:v>1.85</c:v>
                </c:pt>
                <c:pt idx="88">
                  <c:v>1.9</c:v>
                </c:pt>
                <c:pt idx="89">
                  <c:v>1.95</c:v>
                </c:pt>
                <c:pt idx="90">
                  <c:v>2</c:v>
                </c:pt>
                <c:pt idx="91">
                  <c:v>2.05</c:v>
                </c:pt>
                <c:pt idx="92">
                  <c:v>2.1</c:v>
                </c:pt>
                <c:pt idx="93">
                  <c:v>2.15</c:v>
                </c:pt>
                <c:pt idx="94">
                  <c:v>2.2</c:v>
                </c:pt>
                <c:pt idx="95">
                  <c:v>2.25</c:v>
                </c:pt>
                <c:pt idx="96">
                  <c:v>2.3</c:v>
                </c:pt>
                <c:pt idx="97">
                  <c:v>2.35</c:v>
                </c:pt>
                <c:pt idx="98">
                  <c:v>2.4</c:v>
                </c:pt>
                <c:pt idx="99">
                  <c:v>2.45</c:v>
                </c:pt>
                <c:pt idx="100">
                  <c:v>2.5</c:v>
                </c:pt>
              </c:numCache>
            </c:numRef>
          </c:xVal>
          <c:yVal>
            <c:numRef>
              <c:f>'Chart Data'!$B$2:$B$102</c:f>
              <c:numCache>
                <c:formatCode>0</c:formatCode>
                <c:ptCount val="101"/>
                <c:pt idx="0">
                  <c:v>-0.0151496633981</c:v>
                </c:pt>
                <c:pt idx="1">
                  <c:v>-0.0217493206273</c:v>
                </c:pt>
                <c:pt idx="2">
                  <c:v>-0.0309967262406</c:v>
                </c:pt>
                <c:pt idx="3">
                  <c:v>-0.0438544208153</c:v>
                </c:pt>
                <c:pt idx="4">
                  <c:v>-0.0615939919025</c:v>
                </c:pt>
                <c:pt idx="5">
                  <c:v>-0.0858797444592</c:v>
                </c:pt>
                <c:pt idx="6">
                  <c:v>-0.118869532683</c:v>
                </c:pt>
                <c:pt idx="7">
                  <c:v>-0.163334447257</c:v>
                </c:pt>
                <c:pt idx="8">
                  <c:v>-0.222798590457</c:v>
                </c:pt>
                <c:pt idx="9">
                  <c:v>-0.301699444586</c:v>
                </c:pt>
                <c:pt idx="10">
                  <c:v>-0.40556829999</c:v>
                </c:pt>
                <c:pt idx="11">
                  <c:v>-0.541228819526</c:v>
                </c:pt>
                <c:pt idx="12">
                  <c:v>-0.717010054261</c:v>
                </c:pt>
                <c:pt idx="13">
                  <c:v>-0.942968091478</c:v>
                </c:pt>
                <c:pt idx="14">
                  <c:v>-1.23110804316</c:v>
                </c:pt>
                <c:pt idx="15">
                  <c:v>-1.59559534329</c:v>
                </c:pt>
                <c:pt idx="16">
                  <c:v>-2.05294243395</c:v>
                </c:pt>
                <c:pt idx="17">
                  <c:v>-2.62215405208</c:v>
                </c:pt>
                <c:pt idx="18">
                  <c:v>-3.32481170143</c:v>
                </c:pt>
                <c:pt idx="19">
                  <c:v>-4.18507577424</c:v>
                </c:pt>
                <c:pt idx="20">
                  <c:v>-5.22958247917</c:v>
                </c:pt>
                <c:pt idx="21">
                  <c:v>-6.48721255855</c:v>
                </c:pt>
                <c:pt idx="22">
                  <c:v>-7.98871006117</c:v>
                </c:pt>
                <c:pt idx="23">
                  <c:v>-9.76613246183</c:v>
                </c:pt>
                <c:pt idx="24">
                  <c:v>-11.8521184072</c:v>
                </c:pt>
                <c:pt idx="25">
                  <c:v>-14.278966433</c:v>
                </c:pt>
                <c:pt idx="26">
                  <c:v>-17.0775271196</c:v>
                </c:pt>
                <c:pt idx="27">
                  <c:v>-20.2759221309</c:v>
                </c:pt>
                <c:pt idx="28">
                  <c:v>-23.8981160418</c:v>
                </c:pt>
                <c:pt idx="29">
                  <c:v>-27.9623802028</c:v>
                </c:pt>
                <c:pt idx="30">
                  <c:v>-32.4797013563</c:v>
                </c:pt>
                <c:pt idx="31">
                  <c:v>-37.4522003661</c:v>
                </c:pt>
                <c:pt idx="32">
                  <c:v>-42.8716372081</c:v>
                </c:pt>
                <c:pt idx="33">
                  <c:v>-48.7180862173</c:v>
                </c:pt>
                <c:pt idx="34">
                  <c:v>-54.9588694504</c:v>
                </c:pt>
                <c:pt idx="35">
                  <c:v>-61.5478350214</c:v>
                </c:pt>
                <c:pt idx="36">
                  <c:v>-68.4250607393</c:v>
                </c:pt>
                <c:pt idx="37">
                  <c:v>-75.5170510133</c:v>
                </c:pt>
                <c:pt idx="38">
                  <c:v>-82.7374768687</c:v>
                </c:pt>
                <c:pt idx="39">
                  <c:v>-89.9884855884</c:v>
                </c:pt>
                <c:pt idx="40">
                  <c:v>-97.1625789484</c:v>
                </c:pt>
                <c:pt idx="41">
                  <c:v>-104.145028699</c:v>
                </c:pt>
                <c:pt idx="42">
                  <c:v>-110.816766634</c:v>
                </c:pt>
                <c:pt idx="43">
                  <c:v>-117.057656335</c:v>
                </c:pt>
                <c:pt idx="44">
                  <c:v>-122.750026606</c:v>
                </c:pt>
                <c:pt idx="45">
                  <c:v>-127.782324794</c:v>
                </c:pt>
                <c:pt idx="46">
                  <c:v>-132.052733435</c:v>
                </c:pt>
                <c:pt idx="47">
                  <c:v>-135.472587396</c:v>
                </c:pt>
                <c:pt idx="48">
                  <c:v>-137.969431754</c:v>
                </c:pt>
                <c:pt idx="49">
                  <c:v>-139.489573266</c:v>
                </c:pt>
                <c:pt idx="50">
                  <c:v>-140</c:v>
                </c:pt>
                <c:pt idx="51">
                  <c:v>-139.489573266</c:v>
                </c:pt>
                <c:pt idx="52">
                  <c:v>-137.969431754</c:v>
                </c:pt>
                <c:pt idx="53">
                  <c:v>-135.472587396</c:v>
                </c:pt>
                <c:pt idx="54">
                  <c:v>-132.052733435</c:v>
                </c:pt>
                <c:pt idx="55">
                  <c:v>-127.782324794</c:v>
                </c:pt>
                <c:pt idx="56">
                  <c:v>-122.750026606</c:v>
                </c:pt>
                <c:pt idx="57">
                  <c:v>-117.057656335</c:v>
                </c:pt>
                <c:pt idx="58">
                  <c:v>-110.816766634</c:v>
                </c:pt>
                <c:pt idx="59">
                  <c:v>-104.145028699</c:v>
                </c:pt>
                <c:pt idx="60">
                  <c:v>-97.1625789484</c:v>
                </c:pt>
                <c:pt idx="61">
                  <c:v>-89.9884855884</c:v>
                </c:pt>
                <c:pt idx="62">
                  <c:v>-82.7374768687</c:v>
                </c:pt>
                <c:pt idx="63">
                  <c:v>-75.5170510133</c:v>
                </c:pt>
                <c:pt idx="64">
                  <c:v>-68.4250607393</c:v>
                </c:pt>
                <c:pt idx="65">
                  <c:v>-61.5478350214</c:v>
                </c:pt>
                <c:pt idx="66">
                  <c:v>-54.9588694504</c:v>
                </c:pt>
                <c:pt idx="67">
                  <c:v>-48.7180862173</c:v>
                </c:pt>
                <c:pt idx="68">
                  <c:v>-42.8716372081</c:v>
                </c:pt>
                <c:pt idx="69">
                  <c:v>-37.4522003661</c:v>
                </c:pt>
                <c:pt idx="70">
                  <c:v>-32.4797013563</c:v>
                </c:pt>
                <c:pt idx="71">
                  <c:v>-27.9623802028</c:v>
                </c:pt>
                <c:pt idx="72">
                  <c:v>-23.8981160418</c:v>
                </c:pt>
                <c:pt idx="73">
                  <c:v>-20.2759221309</c:v>
                </c:pt>
                <c:pt idx="74">
                  <c:v>-17.0775271196</c:v>
                </c:pt>
                <c:pt idx="75">
                  <c:v>-14.278966433</c:v>
                </c:pt>
                <c:pt idx="76">
                  <c:v>-11.8521184072</c:v>
                </c:pt>
                <c:pt idx="77">
                  <c:v>-9.76613246183</c:v>
                </c:pt>
                <c:pt idx="78">
                  <c:v>-7.98871006117</c:v>
                </c:pt>
                <c:pt idx="79">
                  <c:v>-6.48721255855</c:v>
                </c:pt>
                <c:pt idx="80">
                  <c:v>-5.22958247917</c:v>
                </c:pt>
                <c:pt idx="81">
                  <c:v>-4.18507577424</c:v>
                </c:pt>
                <c:pt idx="82">
                  <c:v>-3.32481170143</c:v>
                </c:pt>
                <c:pt idx="83">
                  <c:v>-2.62215405208</c:v>
                </c:pt>
                <c:pt idx="84">
                  <c:v>-2.05294243395</c:v>
                </c:pt>
                <c:pt idx="85">
                  <c:v>-1.59559534329</c:v>
                </c:pt>
                <c:pt idx="86">
                  <c:v>-1.23110804316</c:v>
                </c:pt>
                <c:pt idx="87">
                  <c:v>-0.942968091478</c:v>
                </c:pt>
                <c:pt idx="88">
                  <c:v>-0.717010054261</c:v>
                </c:pt>
                <c:pt idx="89">
                  <c:v>-0.541228819526</c:v>
                </c:pt>
                <c:pt idx="90">
                  <c:v>-0.40556829999</c:v>
                </c:pt>
                <c:pt idx="91">
                  <c:v>-0.301699444586</c:v>
                </c:pt>
                <c:pt idx="92">
                  <c:v>-0.222798590457</c:v>
                </c:pt>
                <c:pt idx="93">
                  <c:v>-0.163334447257</c:v>
                </c:pt>
                <c:pt idx="94">
                  <c:v>-0.118869532683</c:v>
                </c:pt>
                <c:pt idx="95">
                  <c:v>-0.0858797444592</c:v>
                </c:pt>
                <c:pt idx="96">
                  <c:v>-0.0615939919025</c:v>
                </c:pt>
                <c:pt idx="97">
                  <c:v>-0.0438544208153</c:v>
                </c:pt>
                <c:pt idx="98">
                  <c:v>-0.0309967262406</c:v>
                </c:pt>
                <c:pt idx="99">
                  <c:v>-0.0217493206273</c:v>
                </c:pt>
                <c:pt idx="100">
                  <c:v>-0.0151496633981</c:v>
                </c:pt>
              </c:numCache>
            </c:numRef>
          </c:yVal>
        </c:ser>
        <c:ser>
          <c:idx val="1"/>
          <c:order val="1"/>
          <c:tx>
            <c:v>移动阱 280 μK</c:v>
          </c:tx>
          <c:spPr>
            <a:solidFill xmlns:a="http://schemas.openxmlformats.org/drawingml/2006/main">
              <a:srgbClr val="CB6C28"/>
            </a:solidFill>
            <a:ln xmlns:a="http://schemas.openxmlformats.org/drawingml/2006/main" w="24765">
              <a:solidFill>
                <a:srgbClr val="CB6C28"/>
              </a:solidFill>
            </a:ln>
          </c:spPr>
          <c:marker>
            <c:symbol val="none"/>
            <c:size val="4"/>
          </c:marker>
          <c:xVal>
            <c:numRef>
              <c:f>'Chart Data'!$C$2:$C$102</c:f>
              <c:numCache>
                <c:formatCode>General</c:formatCode>
                <c:ptCount val="101"/>
                <c:pt idx="0">
                  <c:v>-2.5</c:v>
                </c:pt>
                <c:pt idx="1">
                  <c:v>-2.45</c:v>
                </c:pt>
                <c:pt idx="2">
                  <c:v>-2.4</c:v>
                </c:pt>
                <c:pt idx="3">
                  <c:v>-2.35</c:v>
                </c:pt>
                <c:pt idx="4">
                  <c:v>-2.3</c:v>
                </c:pt>
                <c:pt idx="5">
                  <c:v>-2.25</c:v>
                </c:pt>
                <c:pt idx="6">
                  <c:v>-2.2</c:v>
                </c:pt>
                <c:pt idx="7">
                  <c:v>-2.15</c:v>
                </c:pt>
                <c:pt idx="8">
                  <c:v>-2.1</c:v>
                </c:pt>
                <c:pt idx="9">
                  <c:v>-2.05</c:v>
                </c:pt>
                <c:pt idx="10">
                  <c:v>-2</c:v>
                </c:pt>
                <c:pt idx="11">
                  <c:v>-1.95</c:v>
                </c:pt>
                <c:pt idx="12">
                  <c:v>-1.9</c:v>
                </c:pt>
                <c:pt idx="13">
                  <c:v>-1.85</c:v>
                </c:pt>
                <c:pt idx="14">
                  <c:v>-1.8</c:v>
                </c:pt>
                <c:pt idx="15">
                  <c:v>-1.75</c:v>
                </c:pt>
                <c:pt idx="16">
                  <c:v>-1.7</c:v>
                </c:pt>
                <c:pt idx="17">
                  <c:v>-1.65</c:v>
                </c:pt>
                <c:pt idx="18">
                  <c:v>-1.6</c:v>
                </c:pt>
                <c:pt idx="19">
                  <c:v>-1.55</c:v>
                </c:pt>
                <c:pt idx="20">
                  <c:v>-1.5</c:v>
                </c:pt>
                <c:pt idx="21">
                  <c:v>-1.45</c:v>
                </c:pt>
                <c:pt idx="22">
                  <c:v>-1.4</c:v>
                </c:pt>
                <c:pt idx="23">
                  <c:v>-1.35</c:v>
                </c:pt>
                <c:pt idx="24">
                  <c:v>-1.3</c:v>
                </c:pt>
                <c:pt idx="25">
                  <c:v>-1.25</c:v>
                </c:pt>
                <c:pt idx="26">
                  <c:v>-1.2</c:v>
                </c:pt>
                <c:pt idx="27">
                  <c:v>-1.15</c:v>
                </c:pt>
                <c:pt idx="28">
                  <c:v>-1.1</c:v>
                </c:pt>
                <c:pt idx="29">
                  <c:v>-1.05</c:v>
                </c:pt>
                <c:pt idx="30">
                  <c:v>-1</c:v>
                </c:pt>
                <c:pt idx="31">
                  <c:v>-0.95</c:v>
                </c:pt>
                <c:pt idx="32">
                  <c:v>-0.9</c:v>
                </c:pt>
                <c:pt idx="33">
                  <c:v>-0.85</c:v>
                </c:pt>
                <c:pt idx="34">
                  <c:v>-0.8</c:v>
                </c:pt>
                <c:pt idx="35">
                  <c:v>-0.75</c:v>
                </c:pt>
                <c:pt idx="36">
                  <c:v>-0.7</c:v>
                </c:pt>
                <c:pt idx="37">
                  <c:v>-0.65</c:v>
                </c:pt>
                <c:pt idx="38">
                  <c:v>-0.6</c:v>
                </c:pt>
                <c:pt idx="39">
                  <c:v>-0.55</c:v>
                </c:pt>
                <c:pt idx="40">
                  <c:v>-0.5</c:v>
                </c:pt>
                <c:pt idx="41">
                  <c:v>-0.45</c:v>
                </c:pt>
                <c:pt idx="42">
                  <c:v>-0.4</c:v>
                </c:pt>
                <c:pt idx="43">
                  <c:v>-0.35</c:v>
                </c:pt>
                <c:pt idx="44">
                  <c:v>-0.3</c:v>
                </c:pt>
                <c:pt idx="45">
                  <c:v>-0.25</c:v>
                </c:pt>
                <c:pt idx="46">
                  <c:v>-0.2</c:v>
                </c:pt>
                <c:pt idx="47">
                  <c:v>-0.15</c:v>
                </c:pt>
                <c:pt idx="48">
                  <c:v>-0.1</c:v>
                </c:pt>
                <c:pt idx="49">
                  <c:v>-0.05</c:v>
                </c:pt>
                <c:pt idx="50">
                  <c:v>0</c:v>
                </c:pt>
                <c:pt idx="51">
                  <c:v>0.05</c:v>
                </c:pt>
                <c:pt idx="52">
                  <c:v>0.1</c:v>
                </c:pt>
                <c:pt idx="53">
                  <c:v>0.15</c:v>
                </c:pt>
                <c:pt idx="54">
                  <c:v>0.2</c:v>
                </c:pt>
                <c:pt idx="55">
                  <c:v>0.25</c:v>
                </c:pt>
                <c:pt idx="56">
                  <c:v>0.3</c:v>
                </c:pt>
                <c:pt idx="57">
                  <c:v>0.35</c:v>
                </c:pt>
                <c:pt idx="58">
                  <c:v>0.4</c:v>
                </c:pt>
                <c:pt idx="59">
                  <c:v>0.45</c:v>
                </c:pt>
                <c:pt idx="60">
                  <c:v>0.5</c:v>
                </c:pt>
                <c:pt idx="61">
                  <c:v>0.55</c:v>
                </c:pt>
                <c:pt idx="62">
                  <c:v>0.6</c:v>
                </c:pt>
                <c:pt idx="63">
                  <c:v>0.65</c:v>
                </c:pt>
                <c:pt idx="64">
                  <c:v>0.7</c:v>
                </c:pt>
                <c:pt idx="65">
                  <c:v>0.75</c:v>
                </c:pt>
                <c:pt idx="66">
                  <c:v>0.8</c:v>
                </c:pt>
                <c:pt idx="67">
                  <c:v>0.85</c:v>
                </c:pt>
                <c:pt idx="68">
                  <c:v>0.9</c:v>
                </c:pt>
                <c:pt idx="69">
                  <c:v>0.95</c:v>
                </c:pt>
                <c:pt idx="70">
                  <c:v>1</c:v>
                </c:pt>
                <c:pt idx="71">
                  <c:v>1.05</c:v>
                </c:pt>
                <c:pt idx="72">
                  <c:v>1.1</c:v>
                </c:pt>
                <c:pt idx="73">
                  <c:v>1.15</c:v>
                </c:pt>
                <c:pt idx="74">
                  <c:v>1.2</c:v>
                </c:pt>
                <c:pt idx="75">
                  <c:v>1.25</c:v>
                </c:pt>
                <c:pt idx="76">
                  <c:v>1.3</c:v>
                </c:pt>
                <c:pt idx="77">
                  <c:v>1.35</c:v>
                </c:pt>
                <c:pt idx="78">
                  <c:v>1.4</c:v>
                </c:pt>
                <c:pt idx="79">
                  <c:v>1.45</c:v>
                </c:pt>
                <c:pt idx="80">
                  <c:v>1.5</c:v>
                </c:pt>
                <c:pt idx="81">
                  <c:v>1.55</c:v>
                </c:pt>
                <c:pt idx="82">
                  <c:v>1.6</c:v>
                </c:pt>
                <c:pt idx="83">
                  <c:v>1.65</c:v>
                </c:pt>
                <c:pt idx="84">
                  <c:v>1.7</c:v>
                </c:pt>
                <c:pt idx="85">
                  <c:v>1.75</c:v>
                </c:pt>
                <c:pt idx="86">
                  <c:v>1.8</c:v>
                </c:pt>
                <c:pt idx="87">
                  <c:v>1.85</c:v>
                </c:pt>
                <c:pt idx="88">
                  <c:v>1.9</c:v>
                </c:pt>
                <c:pt idx="89">
                  <c:v>1.95</c:v>
                </c:pt>
                <c:pt idx="90">
                  <c:v>2</c:v>
                </c:pt>
                <c:pt idx="91">
                  <c:v>2.05</c:v>
                </c:pt>
                <c:pt idx="92">
                  <c:v>2.1</c:v>
                </c:pt>
                <c:pt idx="93">
                  <c:v>2.15</c:v>
                </c:pt>
                <c:pt idx="94">
                  <c:v>2.2</c:v>
                </c:pt>
                <c:pt idx="95">
                  <c:v>2.25</c:v>
                </c:pt>
                <c:pt idx="96">
                  <c:v>2.3</c:v>
                </c:pt>
                <c:pt idx="97">
                  <c:v>2.35</c:v>
                </c:pt>
                <c:pt idx="98">
                  <c:v>2.4</c:v>
                </c:pt>
                <c:pt idx="99">
                  <c:v>2.45</c:v>
                </c:pt>
                <c:pt idx="100">
                  <c:v>2.5</c:v>
                </c:pt>
              </c:numCache>
            </c:numRef>
          </c:xVal>
          <c:yVal>
            <c:numRef>
              <c:f>'Chart Data'!$D$2:$D$102</c:f>
              <c:numCache>
                <c:formatCode>0</c:formatCode>
                <c:ptCount val="101"/>
                <c:pt idx="0">
                  <c:v>-0.0302993267962</c:v>
                </c:pt>
                <c:pt idx="1">
                  <c:v>-0.0434986412546</c:v>
                </c:pt>
                <c:pt idx="2">
                  <c:v>-0.0619934524813</c:v>
                </c:pt>
                <c:pt idx="3">
                  <c:v>-0.0877088416306</c:v>
                </c:pt>
                <c:pt idx="4">
                  <c:v>-0.123187983805</c:v>
                </c:pt>
                <c:pt idx="5">
                  <c:v>-0.171759488918</c:v>
                </c:pt>
                <c:pt idx="6">
                  <c:v>-0.237739065366</c:v>
                </c:pt>
                <c:pt idx="7">
                  <c:v>-0.326668894514</c:v>
                </c:pt>
                <c:pt idx="8">
                  <c:v>-0.445597180914</c:v>
                </c:pt>
                <c:pt idx="9">
                  <c:v>-0.603398889172</c:v>
                </c:pt>
                <c:pt idx="10">
                  <c:v>-0.811136599981</c:v>
                </c:pt>
                <c:pt idx="11">
                  <c:v>-1.08245763905</c:v>
                </c:pt>
                <c:pt idx="12">
                  <c:v>-1.43402010852</c:v>
                </c:pt>
                <c:pt idx="13">
                  <c:v>-1.88593618296</c:v>
                </c:pt>
                <c:pt idx="14">
                  <c:v>-2.46221608631</c:v>
                </c:pt>
                <c:pt idx="15">
                  <c:v>-3.19119068657</c:v>
                </c:pt>
                <c:pt idx="16">
                  <c:v>-4.1058848679</c:v>
                </c:pt>
                <c:pt idx="17">
                  <c:v>-5.24430810417</c:v>
                </c:pt>
                <c:pt idx="18">
                  <c:v>-6.64962340285</c:v>
                </c:pt>
                <c:pt idx="19">
                  <c:v>-8.37015154848</c:v>
                </c:pt>
                <c:pt idx="20">
                  <c:v>-10.4591649583</c:v>
                </c:pt>
                <c:pt idx="21">
                  <c:v>-12.9744251171</c:v>
                </c:pt>
                <c:pt idx="22">
                  <c:v>-15.9774201223</c:v>
                </c:pt>
                <c:pt idx="23">
                  <c:v>-19.5322649237</c:v>
                </c:pt>
                <c:pt idx="24">
                  <c:v>-23.7042368143</c:v>
                </c:pt>
                <c:pt idx="25">
                  <c:v>-28.557932866</c:v>
                </c:pt>
                <c:pt idx="26">
                  <c:v>-34.1550542392</c:v>
                </c:pt>
                <c:pt idx="27">
                  <c:v>-40.5518442617</c:v>
                </c:pt>
                <c:pt idx="28">
                  <c:v>-47.7962320835</c:v>
                </c:pt>
                <c:pt idx="29">
                  <c:v>-55.9247604055</c:v>
                </c:pt>
                <c:pt idx="30">
                  <c:v>-64.9594027126</c:v>
                </c:pt>
                <c:pt idx="31">
                  <c:v>-74.9044007322</c:v>
                </c:pt>
                <c:pt idx="32">
                  <c:v>-85.7432744163</c:v>
                </c:pt>
                <c:pt idx="33">
                  <c:v>-97.4361724346</c:v>
                </c:pt>
                <c:pt idx="34">
                  <c:v>-109.917738901</c:v>
                </c:pt>
                <c:pt idx="35">
                  <c:v>-123.095670043</c:v>
                </c:pt>
                <c:pt idx="36">
                  <c:v>-136.850121479</c:v>
                </c:pt>
                <c:pt idx="37">
                  <c:v>-151.034102027</c:v>
                </c:pt>
                <c:pt idx="38">
                  <c:v>-165.474953737</c:v>
                </c:pt>
                <c:pt idx="39">
                  <c:v>-179.976971177</c:v>
                </c:pt>
                <c:pt idx="40">
                  <c:v>-194.325157897</c:v>
                </c:pt>
                <c:pt idx="41">
                  <c:v>-208.290057399</c:v>
                </c:pt>
                <c:pt idx="42">
                  <c:v>-221.633533269</c:v>
                </c:pt>
                <c:pt idx="43">
                  <c:v>-234.115312671</c:v>
                </c:pt>
                <c:pt idx="44">
                  <c:v>-245.500053212</c:v>
                </c:pt>
                <c:pt idx="45">
                  <c:v>-255.564649588</c:v>
                </c:pt>
                <c:pt idx="46">
                  <c:v>-264.10546687</c:v>
                </c:pt>
                <c:pt idx="47">
                  <c:v>-270.945174792</c:v>
                </c:pt>
                <c:pt idx="48">
                  <c:v>-275.938863507</c:v>
                </c:pt>
                <c:pt idx="49">
                  <c:v>-278.979146532</c:v>
                </c:pt>
                <c:pt idx="50">
                  <c:v>-280</c:v>
                </c:pt>
                <c:pt idx="51">
                  <c:v>-278.979146532</c:v>
                </c:pt>
                <c:pt idx="52">
                  <c:v>-275.938863507</c:v>
                </c:pt>
                <c:pt idx="53">
                  <c:v>-270.945174792</c:v>
                </c:pt>
                <c:pt idx="54">
                  <c:v>-264.10546687</c:v>
                </c:pt>
                <c:pt idx="55">
                  <c:v>-255.564649588</c:v>
                </c:pt>
                <c:pt idx="56">
                  <c:v>-245.500053212</c:v>
                </c:pt>
                <c:pt idx="57">
                  <c:v>-234.115312671</c:v>
                </c:pt>
                <c:pt idx="58">
                  <c:v>-221.633533269</c:v>
                </c:pt>
                <c:pt idx="59">
                  <c:v>-208.290057399</c:v>
                </c:pt>
                <c:pt idx="60">
                  <c:v>-194.325157897</c:v>
                </c:pt>
                <c:pt idx="61">
                  <c:v>-179.976971177</c:v>
                </c:pt>
                <c:pt idx="62">
                  <c:v>-165.474953737</c:v>
                </c:pt>
                <c:pt idx="63">
                  <c:v>-151.034102027</c:v>
                </c:pt>
                <c:pt idx="64">
                  <c:v>-136.850121479</c:v>
                </c:pt>
                <c:pt idx="65">
                  <c:v>-123.095670043</c:v>
                </c:pt>
                <c:pt idx="66">
                  <c:v>-109.917738901</c:v>
                </c:pt>
                <c:pt idx="67">
                  <c:v>-97.4361724346</c:v>
                </c:pt>
                <c:pt idx="68">
                  <c:v>-85.7432744163</c:v>
                </c:pt>
                <c:pt idx="69">
                  <c:v>-74.9044007322</c:v>
                </c:pt>
                <c:pt idx="70">
                  <c:v>-64.9594027126</c:v>
                </c:pt>
                <c:pt idx="71">
                  <c:v>-55.9247604055</c:v>
                </c:pt>
                <c:pt idx="72">
                  <c:v>-47.7962320835</c:v>
                </c:pt>
                <c:pt idx="73">
                  <c:v>-40.5518442617</c:v>
                </c:pt>
                <c:pt idx="74">
                  <c:v>-34.1550542392</c:v>
                </c:pt>
                <c:pt idx="75">
                  <c:v>-28.557932866</c:v>
                </c:pt>
                <c:pt idx="76">
                  <c:v>-23.7042368143</c:v>
                </c:pt>
                <c:pt idx="77">
                  <c:v>-19.5322649237</c:v>
                </c:pt>
                <c:pt idx="78">
                  <c:v>-15.9774201223</c:v>
                </c:pt>
                <c:pt idx="79">
                  <c:v>-12.9744251171</c:v>
                </c:pt>
                <c:pt idx="80">
                  <c:v>-10.4591649583</c:v>
                </c:pt>
                <c:pt idx="81">
                  <c:v>-8.37015154848</c:v>
                </c:pt>
                <c:pt idx="82">
                  <c:v>-6.64962340285</c:v>
                </c:pt>
                <c:pt idx="83">
                  <c:v>-5.24430810417</c:v>
                </c:pt>
                <c:pt idx="84">
                  <c:v>-4.1058848679</c:v>
                </c:pt>
                <c:pt idx="85">
                  <c:v>-3.19119068657</c:v>
                </c:pt>
                <c:pt idx="86">
                  <c:v>-2.46221608631</c:v>
                </c:pt>
                <c:pt idx="87">
                  <c:v>-1.88593618296</c:v>
                </c:pt>
                <c:pt idx="88">
                  <c:v>-1.43402010852</c:v>
                </c:pt>
                <c:pt idx="89">
                  <c:v>-1.08245763905</c:v>
                </c:pt>
                <c:pt idx="90">
                  <c:v>-0.811136599981</c:v>
                </c:pt>
                <c:pt idx="91">
                  <c:v>-0.603398889172</c:v>
                </c:pt>
                <c:pt idx="92">
                  <c:v>-0.445597180914</c:v>
                </c:pt>
                <c:pt idx="93">
                  <c:v>-0.326668894514</c:v>
                </c:pt>
                <c:pt idx="94">
                  <c:v>-0.237739065366</c:v>
                </c:pt>
                <c:pt idx="95">
                  <c:v>-0.171759488918</c:v>
                </c:pt>
                <c:pt idx="96">
                  <c:v>-0.123187983805</c:v>
                </c:pt>
                <c:pt idx="97">
                  <c:v>-0.0877088416306</c:v>
                </c:pt>
                <c:pt idx="98">
                  <c:v>-0.0619934524813</c:v>
                </c:pt>
                <c:pt idx="99">
                  <c:v>-0.0434986412546</c:v>
                </c:pt>
                <c:pt idx="100">
                  <c:v>-0.0302993267962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iragino Sans GB"/>
                  <a:ea typeface="Hiragino Sans GB"/>
                  <a:cs typeface="Hiragino Sans GB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20"/>
          <c:min val="-300"/>
        </c:scaling>
        <c:delete val="0"/>
        <c:axPos val="l"/>
        <c:majorGridlines>
          <c:spPr>
            <a:ln xmlns:a="http://schemas.openxmlformats.org/drawingml/2006/main" w="6668">
              <a:solidFill>
                <a:srgbClr val="DEE5EA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solidFill>
                      <a:srgbClr val="526575"/>
                    </a:solidFill>
                    <a:latin typeface="Hiragino Sans GB"/>
                    <a:ea typeface="Hiragino Sans GB"/>
                    <a:cs typeface="Hiragino Sans GB"/>
                  </a:rPr>
                  <a:t>U / kB（μK）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526575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</c:title>
        <c:numFmt formatCode="0"/>
        <c:majorTickMark val="none"/>
        <c:minorTickMark val="none"/>
        <c:tickLblPos val="low"/>
        <c:spPr>
          <a:ln xmlns:a="http://schemas.openxmlformats.org/drawingml/2006/main" w="9525">
            <a:solidFill>
              <a:srgbClr val="8C98A3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26575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50112"/>
      </c:valAx>
      <c:val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solidFill>
                      <a:srgbClr val="526575"/>
                    </a:solidFill>
                    <a:latin typeface="Hiragino Sans GB"/>
                    <a:ea typeface="Hiragino Sans GB"/>
                    <a:cs typeface="Hiragino Sans GB"/>
                  </a:rPr>
                  <a:t>离阱中心的位置（μm）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526575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</c:title>
        <c:numFmt formatCode="0.0"/>
        <c:majorTickMark val="none"/>
        <c:minorTickMark val="none"/>
        <c:tickLblPos val="low"/>
        <c:spPr>
          <a:ln xmlns:a="http://schemas.openxmlformats.org/drawingml/2006/main" w="9525">
            <a:solidFill>
              <a:srgbClr val="8C98A3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26575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72768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25">
              <a:solidFill>
                <a:srgbClr val="172B3A"/>
              </a:solidFill>
              <a:latin typeface="Hiragino Sans GB"/>
              <a:ea typeface="Hiragino Sans GB"/>
              <a:cs typeface="Hiragino Sans GB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静止阱的力</c:v>
          </c:tx>
          <c:spPr>
            <a:solidFill xmlns:a="http://schemas.openxmlformats.org/drawingml/2006/main">
              <a:srgbClr val="17679B"/>
            </a:solidFill>
            <a:ln xmlns:a="http://schemas.openxmlformats.org/drawingml/2006/main" w="24765">
              <a:solidFill>
                <a:srgbClr val="17679B"/>
              </a:solidFill>
            </a:ln>
          </c:spPr>
          <c:marker>
            <c:symbol val="none"/>
            <c:size val="4"/>
          </c:marker>
          <c:xVal>
            <c:numRef>
              <c:f>'Chart Data'!$A$2:$A$102</c:f>
              <c:numCache>
                <c:formatCode>General</c:formatCode>
                <c:ptCount val="101"/>
                <c:pt idx="0">
                  <c:v>-2.5</c:v>
                </c:pt>
                <c:pt idx="1">
                  <c:v>-2.45</c:v>
                </c:pt>
                <c:pt idx="2">
                  <c:v>-2.4</c:v>
                </c:pt>
                <c:pt idx="3">
                  <c:v>-2.35</c:v>
                </c:pt>
                <c:pt idx="4">
                  <c:v>-2.3</c:v>
                </c:pt>
                <c:pt idx="5">
                  <c:v>-2.25</c:v>
                </c:pt>
                <c:pt idx="6">
                  <c:v>-2.2</c:v>
                </c:pt>
                <c:pt idx="7">
                  <c:v>-2.15</c:v>
                </c:pt>
                <c:pt idx="8">
                  <c:v>-2.1</c:v>
                </c:pt>
                <c:pt idx="9">
                  <c:v>-2.05</c:v>
                </c:pt>
                <c:pt idx="10">
                  <c:v>-2</c:v>
                </c:pt>
                <c:pt idx="11">
                  <c:v>-1.95</c:v>
                </c:pt>
                <c:pt idx="12">
                  <c:v>-1.9</c:v>
                </c:pt>
                <c:pt idx="13">
                  <c:v>-1.85</c:v>
                </c:pt>
                <c:pt idx="14">
                  <c:v>-1.8</c:v>
                </c:pt>
                <c:pt idx="15">
                  <c:v>-1.75</c:v>
                </c:pt>
                <c:pt idx="16">
                  <c:v>-1.7</c:v>
                </c:pt>
                <c:pt idx="17">
                  <c:v>-1.65</c:v>
                </c:pt>
                <c:pt idx="18">
                  <c:v>-1.6</c:v>
                </c:pt>
                <c:pt idx="19">
                  <c:v>-1.55</c:v>
                </c:pt>
                <c:pt idx="20">
                  <c:v>-1.5</c:v>
                </c:pt>
                <c:pt idx="21">
                  <c:v>-1.45</c:v>
                </c:pt>
                <c:pt idx="22">
                  <c:v>-1.4</c:v>
                </c:pt>
                <c:pt idx="23">
                  <c:v>-1.35</c:v>
                </c:pt>
                <c:pt idx="24">
                  <c:v>-1.3</c:v>
                </c:pt>
                <c:pt idx="25">
                  <c:v>-1.25</c:v>
                </c:pt>
                <c:pt idx="26">
                  <c:v>-1.2</c:v>
                </c:pt>
                <c:pt idx="27">
                  <c:v>-1.15</c:v>
                </c:pt>
                <c:pt idx="28">
                  <c:v>-1.1</c:v>
                </c:pt>
                <c:pt idx="29">
                  <c:v>-1.05</c:v>
                </c:pt>
                <c:pt idx="30">
                  <c:v>-1</c:v>
                </c:pt>
                <c:pt idx="31">
                  <c:v>-0.95</c:v>
                </c:pt>
                <c:pt idx="32">
                  <c:v>-0.9</c:v>
                </c:pt>
                <c:pt idx="33">
                  <c:v>-0.85</c:v>
                </c:pt>
                <c:pt idx="34">
                  <c:v>-0.8</c:v>
                </c:pt>
                <c:pt idx="35">
                  <c:v>-0.75</c:v>
                </c:pt>
                <c:pt idx="36">
                  <c:v>-0.7</c:v>
                </c:pt>
                <c:pt idx="37">
                  <c:v>-0.65</c:v>
                </c:pt>
                <c:pt idx="38">
                  <c:v>-0.6</c:v>
                </c:pt>
                <c:pt idx="39">
                  <c:v>-0.55</c:v>
                </c:pt>
                <c:pt idx="40">
                  <c:v>-0.5</c:v>
                </c:pt>
                <c:pt idx="41">
                  <c:v>-0.45</c:v>
                </c:pt>
                <c:pt idx="42">
                  <c:v>-0.4</c:v>
                </c:pt>
                <c:pt idx="43">
                  <c:v>-0.35</c:v>
                </c:pt>
                <c:pt idx="44">
                  <c:v>-0.3</c:v>
                </c:pt>
                <c:pt idx="45">
                  <c:v>-0.25</c:v>
                </c:pt>
                <c:pt idx="46">
                  <c:v>-0.2</c:v>
                </c:pt>
                <c:pt idx="47">
                  <c:v>-0.15</c:v>
                </c:pt>
                <c:pt idx="48">
                  <c:v>-0.1</c:v>
                </c:pt>
                <c:pt idx="49">
                  <c:v>-0.05</c:v>
                </c:pt>
                <c:pt idx="50">
                  <c:v>0</c:v>
                </c:pt>
                <c:pt idx="51">
                  <c:v>0.05</c:v>
                </c:pt>
                <c:pt idx="52">
                  <c:v>0.1</c:v>
                </c:pt>
                <c:pt idx="53">
                  <c:v>0.15</c:v>
                </c:pt>
                <c:pt idx="54">
                  <c:v>0.2</c:v>
                </c:pt>
                <c:pt idx="55">
                  <c:v>0.25</c:v>
                </c:pt>
                <c:pt idx="56">
                  <c:v>0.3</c:v>
                </c:pt>
                <c:pt idx="57">
                  <c:v>0.35</c:v>
                </c:pt>
                <c:pt idx="58">
                  <c:v>0.4</c:v>
                </c:pt>
                <c:pt idx="59">
                  <c:v>0.45</c:v>
                </c:pt>
                <c:pt idx="60">
                  <c:v>0.5</c:v>
                </c:pt>
                <c:pt idx="61">
                  <c:v>0.55</c:v>
                </c:pt>
                <c:pt idx="62">
                  <c:v>0.6</c:v>
                </c:pt>
                <c:pt idx="63">
                  <c:v>0.65</c:v>
                </c:pt>
                <c:pt idx="64">
                  <c:v>0.7</c:v>
                </c:pt>
                <c:pt idx="65">
                  <c:v>0.75</c:v>
                </c:pt>
                <c:pt idx="66">
                  <c:v>0.8</c:v>
                </c:pt>
                <c:pt idx="67">
                  <c:v>0.85</c:v>
                </c:pt>
                <c:pt idx="68">
                  <c:v>0.9</c:v>
                </c:pt>
                <c:pt idx="69">
                  <c:v>0.95</c:v>
                </c:pt>
                <c:pt idx="70">
                  <c:v>1</c:v>
                </c:pt>
                <c:pt idx="71">
                  <c:v>1.05</c:v>
                </c:pt>
                <c:pt idx="72">
                  <c:v>1.1</c:v>
                </c:pt>
                <c:pt idx="73">
                  <c:v>1.15</c:v>
                </c:pt>
                <c:pt idx="74">
                  <c:v>1.2</c:v>
                </c:pt>
                <c:pt idx="75">
                  <c:v>1.25</c:v>
                </c:pt>
                <c:pt idx="76">
                  <c:v>1.3</c:v>
                </c:pt>
                <c:pt idx="77">
                  <c:v>1.35</c:v>
                </c:pt>
                <c:pt idx="78">
                  <c:v>1.4</c:v>
                </c:pt>
                <c:pt idx="79">
                  <c:v>1.45</c:v>
                </c:pt>
                <c:pt idx="80">
                  <c:v>1.5</c:v>
                </c:pt>
                <c:pt idx="81">
                  <c:v>1.55</c:v>
                </c:pt>
                <c:pt idx="82">
                  <c:v>1.6</c:v>
                </c:pt>
                <c:pt idx="83">
                  <c:v>1.65</c:v>
                </c:pt>
                <c:pt idx="84">
                  <c:v>1.7</c:v>
                </c:pt>
                <c:pt idx="85">
                  <c:v>1.75</c:v>
                </c:pt>
                <c:pt idx="86">
                  <c:v>1.8</c:v>
                </c:pt>
                <c:pt idx="87">
                  <c:v>1.85</c:v>
                </c:pt>
                <c:pt idx="88">
                  <c:v>1.9</c:v>
                </c:pt>
                <c:pt idx="89">
                  <c:v>1.95</c:v>
                </c:pt>
                <c:pt idx="90">
                  <c:v>2</c:v>
                </c:pt>
                <c:pt idx="91">
                  <c:v>2.05</c:v>
                </c:pt>
                <c:pt idx="92">
                  <c:v>2.1</c:v>
                </c:pt>
                <c:pt idx="93">
                  <c:v>2.15</c:v>
                </c:pt>
                <c:pt idx="94">
                  <c:v>2.2</c:v>
                </c:pt>
                <c:pt idx="95">
                  <c:v>2.25</c:v>
                </c:pt>
                <c:pt idx="96">
                  <c:v>2.3</c:v>
                </c:pt>
                <c:pt idx="97">
                  <c:v>2.35</c:v>
                </c:pt>
                <c:pt idx="98">
                  <c:v>2.4</c:v>
                </c:pt>
                <c:pt idx="99">
                  <c:v>2.45</c:v>
                </c:pt>
                <c:pt idx="100">
                  <c:v>2.5</c:v>
                </c:pt>
              </c:numCache>
            </c:numRef>
          </c:xVal>
          <c:yVal>
            <c:numRef>
              <c:f>'Chart Data'!$B$2:$B$102</c:f>
              <c:numCache>
                <c:formatCode>0.0</c:formatCode>
                <c:ptCount val="101"/>
                <c:pt idx="0">
                  <c:v>0.00152796899853</c:v>
                </c:pt>
                <c:pt idx="1">
                  <c:v>0.00214972709615</c:v>
                </c:pt>
                <c:pt idx="2">
                  <c:v>0.00300122544553</c:v>
                </c:pt>
                <c:pt idx="3">
                  <c:v>0.0041576965819</c:v>
                </c:pt>
                <c:pt idx="4">
                  <c:v>0.00571528297612</c:v>
                </c:pt>
                <c:pt idx="5">
                  <c:v>0.00779551501038</c:v>
                </c:pt>
                <c:pt idx="6">
                  <c:v>0.0105502994563</c:v>
                </c:pt>
                <c:pt idx="7">
                  <c:v>0.0141673230691</c:v>
                </c:pt>
                <c:pt idx="8">
                  <c:v>0.0188757094702</c:v>
                </c:pt>
                <c:pt idx="9">
                  <c:v>0.0249516874793</c:v>
                </c:pt>
                <c:pt idx="10">
                  <c:v>0.0327239370481</c:v>
                </c:pt>
                <c:pt idx="11">
                  <c:v>0.0425781782593</c:v>
                </c:pt>
                <c:pt idx="12">
                  <c:v>0.054960464822</c:v>
                </c:pt>
                <c:pt idx="13">
                  <c:v>0.0703785437119</c:v>
                </c:pt>
                <c:pt idx="14">
                  <c:v>0.0894005569323</c:v>
                </c:pt>
                <c:pt idx="15">
                  <c:v>0.112650301744</c:v>
                </c:pt>
                <c:pt idx="16">
                  <c:v>0.14079824564</c:v>
                </c:pt>
                <c:pt idx="17">
                  <c:v>0.17454752605</c:v>
                </c:pt>
                <c:pt idx="18">
                  <c:v>0.214614266089</c:v>
                </c:pt>
                <c:pt idx="19">
                  <c:v>0.261701718404</c:v>
                </c:pt>
                <c:pt idx="20">
                  <c:v>0.316468017545</c:v>
                </c:pt>
                <c:pt idx="21">
                  <c:v>0.379487679773</c:v>
                </c:pt>
                <c:pt idx="22">
                  <c:v>0.451207433126</c:v>
                </c:pt>
                <c:pt idx="23">
                  <c:v>0.531897476027</c:v>
                </c:pt>
                <c:pt idx="24">
                  <c:v>0.621599826276</c:v>
                </c:pt>
                <c:pt idx="25">
                  <c:v>0.720075999956</c:v>
                </c:pt>
                <c:pt idx="26">
                  <c:v>0.826756808771</c:v>
                </c:pt>
                <c:pt idx="27">
                  <c:v>0.940697533967</c:v>
                </c:pt>
                <c:pt idx="28">
                  <c:v>1.06054207076</c:v>
                </c:pt>
                <c:pt idx="29">
                  <c:v>1.18449978458</c:v>
                </c:pt>
                <c:pt idx="30">
                  <c:v>1.31033873031</c:v>
                </c:pt>
                <c:pt idx="31">
                  <c:v>1.43539851952</c:v>
                </c:pt>
                <c:pt idx="32">
                  <c:v>1.55662545798</c:v>
                </c:pt>
                <c:pt idx="33">
                  <c:v>1.67063161561</c:v>
                </c:pt>
                <c:pt idx="34">
                  <c:v>1.77377826045</c:v>
                </c:pt>
                <c:pt idx="35">
                  <c:v>1.86228264025</c:v>
                </c:pt>
                <c:pt idx="36">
                  <c:v>1.93234550893</c:v>
                </c:pt>
                <c:pt idx="37">
                  <c:v>1.98029517501</c:v>
                </c:pt>
                <c:pt idx="38">
                  <c:v>2.00274231341</c:v>
                </c:pt>
                <c:pt idx="39">
                  <c:v>1.99673846012</c:v>
                </c:pt>
                <c:pt idx="40">
                  <c:v>1.95993012583</c:v>
                </c:pt>
                <c:pt idx="41">
                  <c:v>1.89069993069</c:v>
                </c:pt>
                <c:pt idx="42">
                  <c:v>1.78828616305</c:v>
                </c:pt>
                <c:pt idx="43">
                  <c:v>1.65287274912</c:v>
                </c:pt>
                <c:pt idx="44">
                  <c:v>1.48564279188</c:v>
                </c:pt>
                <c:pt idx="45">
                  <c:v>1.28879055405</c:v>
                </c:pt>
                <c:pt idx="46">
                  <c:v>1.065488929</c:v>
                </c:pt>
                <c:pt idx="47">
                  <c:v>0.819811932132</c:v>
                </c:pt>
                <c:pt idx="48">
                  <c:v>0.556614385218</c:v>
                </c:pt>
                <c:pt idx="49">
                  <c:v>0.281373569786</c:v>
                </c:pt>
                <c:pt idx="50">
                  <c:v>0</c:v>
                </c:pt>
                <c:pt idx="51">
                  <c:v>-0.281373569786</c:v>
                </c:pt>
                <c:pt idx="52">
                  <c:v>-0.556614385218</c:v>
                </c:pt>
                <c:pt idx="53">
                  <c:v>-0.819811932132</c:v>
                </c:pt>
                <c:pt idx="54">
                  <c:v>-1.065488929</c:v>
                </c:pt>
                <c:pt idx="55">
                  <c:v>-1.28879055405</c:v>
                </c:pt>
                <c:pt idx="56">
                  <c:v>-1.48564279188</c:v>
                </c:pt>
                <c:pt idx="57">
                  <c:v>-1.65287274912</c:v>
                </c:pt>
                <c:pt idx="58">
                  <c:v>-1.78828616305</c:v>
                </c:pt>
                <c:pt idx="59">
                  <c:v>-1.89069993069</c:v>
                </c:pt>
                <c:pt idx="60">
                  <c:v>-1.95993012583</c:v>
                </c:pt>
                <c:pt idx="61">
                  <c:v>-1.99673846012</c:v>
                </c:pt>
                <c:pt idx="62">
                  <c:v>-2.00274231341</c:v>
                </c:pt>
                <c:pt idx="63">
                  <c:v>-1.98029517501</c:v>
                </c:pt>
                <c:pt idx="64">
                  <c:v>-1.93234550893</c:v>
                </c:pt>
                <c:pt idx="65">
                  <c:v>-1.86228264025</c:v>
                </c:pt>
                <c:pt idx="66">
                  <c:v>-1.77377826045</c:v>
                </c:pt>
                <c:pt idx="67">
                  <c:v>-1.67063161561</c:v>
                </c:pt>
                <c:pt idx="68">
                  <c:v>-1.55662545798</c:v>
                </c:pt>
                <c:pt idx="69">
                  <c:v>-1.43539851952</c:v>
                </c:pt>
                <c:pt idx="70">
                  <c:v>-1.31033873031</c:v>
                </c:pt>
                <c:pt idx="71">
                  <c:v>-1.18449978458</c:v>
                </c:pt>
                <c:pt idx="72">
                  <c:v>-1.06054207076</c:v>
                </c:pt>
                <c:pt idx="73">
                  <c:v>-0.940697533967</c:v>
                </c:pt>
                <c:pt idx="74">
                  <c:v>-0.826756808771</c:v>
                </c:pt>
                <c:pt idx="75">
                  <c:v>-0.720075999956</c:v>
                </c:pt>
                <c:pt idx="76">
                  <c:v>-0.621599826276</c:v>
                </c:pt>
                <c:pt idx="77">
                  <c:v>-0.531897476027</c:v>
                </c:pt>
                <c:pt idx="78">
                  <c:v>-0.451207433126</c:v>
                </c:pt>
                <c:pt idx="79">
                  <c:v>-0.379487679773</c:v>
                </c:pt>
                <c:pt idx="80">
                  <c:v>-0.316468017545</c:v>
                </c:pt>
                <c:pt idx="81">
                  <c:v>-0.261701718404</c:v>
                </c:pt>
                <c:pt idx="82">
                  <c:v>-0.214614266089</c:v>
                </c:pt>
                <c:pt idx="83">
                  <c:v>-0.17454752605</c:v>
                </c:pt>
                <c:pt idx="84">
                  <c:v>-0.14079824564</c:v>
                </c:pt>
                <c:pt idx="85">
                  <c:v>-0.112650301744</c:v>
                </c:pt>
                <c:pt idx="86">
                  <c:v>-0.0894005569323</c:v>
                </c:pt>
                <c:pt idx="87">
                  <c:v>-0.0703785437119</c:v>
                </c:pt>
                <c:pt idx="88">
                  <c:v>-0.054960464822</c:v>
                </c:pt>
                <c:pt idx="89">
                  <c:v>-0.0425781782593</c:v>
                </c:pt>
                <c:pt idx="90">
                  <c:v>-0.0327239370481</c:v>
                </c:pt>
                <c:pt idx="91">
                  <c:v>-0.0249516874793</c:v>
                </c:pt>
                <c:pt idx="92">
                  <c:v>-0.0188757094702</c:v>
                </c:pt>
                <c:pt idx="93">
                  <c:v>-0.0141673230691</c:v>
                </c:pt>
                <c:pt idx="94">
                  <c:v>-0.0105502994563</c:v>
                </c:pt>
                <c:pt idx="95">
                  <c:v>-0.00779551501038</c:v>
                </c:pt>
                <c:pt idx="96">
                  <c:v>-0.00571528297612</c:v>
                </c:pt>
                <c:pt idx="97">
                  <c:v>-0.0041576965819</c:v>
                </c:pt>
                <c:pt idx="98">
                  <c:v>-0.00300122544553</c:v>
                </c:pt>
                <c:pt idx="99">
                  <c:v>-0.00214972709615</c:v>
                </c:pt>
                <c:pt idx="100">
                  <c:v>-0.00152796899853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iragino Sans GB"/>
                  <a:ea typeface="Hiragino Sans GB"/>
                  <a:cs typeface="Hiragino Sans GB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6668">
              <a:solidFill>
                <a:srgbClr val="DEE5EA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solidFill>
                      <a:srgbClr val="526575"/>
                    </a:solidFill>
                    <a:latin typeface="Hiragino Sans GB"/>
                    <a:ea typeface="Hiragino Sans GB"/>
                    <a:cs typeface="Hiragino Sans GB"/>
                  </a:rPr>
                  <a:t>力（10⁻²¹ N）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526575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</c:title>
        <c:numFmt formatCode="0.0"/>
        <c:majorTickMark val="none"/>
        <c:minorTickMark val="none"/>
        <c:tickLblPos val="low"/>
        <c:spPr>
          <a:ln xmlns:a="http://schemas.openxmlformats.org/drawingml/2006/main" w="9525">
            <a:solidFill>
              <a:srgbClr val="8C98A3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26575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50112"/>
      </c:valAx>
      <c:val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solidFill>
                      <a:srgbClr val="526575"/>
                    </a:solidFill>
                    <a:latin typeface="Hiragino Sans GB"/>
                    <a:ea typeface="Hiragino Sans GB"/>
                    <a:cs typeface="Hiragino Sans GB"/>
                  </a:rPr>
                  <a:t>离阱中心的位置（μm）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526575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</c:title>
        <c:numFmt formatCode="0.0"/>
        <c:majorTickMark val="none"/>
        <c:minorTickMark val="none"/>
        <c:tickLblPos val="low"/>
        <c:spPr>
          <a:ln xmlns:a="http://schemas.openxmlformats.org/drawingml/2006/main" w="9525">
            <a:solidFill>
              <a:srgbClr val="8C98A3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26575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72768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横向 x</c:v>
          </c:tx>
          <c:spPr>
            <a:solidFill xmlns:a="http://schemas.openxmlformats.org/drawingml/2006/main">
              <a:srgbClr val="17679B"/>
            </a:solidFill>
            <a:ln xmlns:a="http://schemas.openxmlformats.org/drawingml/2006/main" w="24765">
              <a:solidFill>
                <a:srgbClr val="17679B"/>
              </a:solidFill>
            </a:ln>
          </c:spPr>
          <c:marker>
            <c:symbol val="none"/>
            <c:size val="4"/>
          </c:marker>
          <c:xVal>
            <c:numRef>
              <c:f>'Chart Data'!$A$2:$A$130</c:f>
              <c:numCache>
                <c:formatCode>General</c:formatCode>
                <c:ptCount val="129"/>
                <c:pt idx="0">
                  <c:v>-8</c:v>
                </c:pt>
                <c:pt idx="1">
                  <c:v>-7.875</c:v>
                </c:pt>
                <c:pt idx="2">
                  <c:v>-7.75</c:v>
                </c:pt>
                <c:pt idx="3">
                  <c:v>-7.625</c:v>
                </c:pt>
                <c:pt idx="4">
                  <c:v>-7.5</c:v>
                </c:pt>
                <c:pt idx="5">
                  <c:v>-7.375</c:v>
                </c:pt>
                <c:pt idx="6">
                  <c:v>-7.25</c:v>
                </c:pt>
                <c:pt idx="7">
                  <c:v>-7.125</c:v>
                </c:pt>
                <c:pt idx="8">
                  <c:v>-7</c:v>
                </c:pt>
                <c:pt idx="9">
                  <c:v>-6.875</c:v>
                </c:pt>
                <c:pt idx="10">
                  <c:v>-6.75</c:v>
                </c:pt>
                <c:pt idx="11">
                  <c:v>-6.625</c:v>
                </c:pt>
                <c:pt idx="12">
                  <c:v>-6.5</c:v>
                </c:pt>
                <c:pt idx="13">
                  <c:v>-6.375</c:v>
                </c:pt>
                <c:pt idx="14">
                  <c:v>-6.25</c:v>
                </c:pt>
                <c:pt idx="15">
                  <c:v>-6.125</c:v>
                </c:pt>
                <c:pt idx="16">
                  <c:v>-6</c:v>
                </c:pt>
                <c:pt idx="17">
                  <c:v>-5.875</c:v>
                </c:pt>
                <c:pt idx="18">
                  <c:v>-5.75</c:v>
                </c:pt>
                <c:pt idx="19">
                  <c:v>-5.625</c:v>
                </c:pt>
                <c:pt idx="20">
                  <c:v>-5.5</c:v>
                </c:pt>
                <c:pt idx="21">
                  <c:v>-5.375</c:v>
                </c:pt>
                <c:pt idx="22">
                  <c:v>-5.25</c:v>
                </c:pt>
                <c:pt idx="23">
                  <c:v>-5.125</c:v>
                </c:pt>
                <c:pt idx="24">
                  <c:v>-5</c:v>
                </c:pt>
                <c:pt idx="25">
                  <c:v>-4.875</c:v>
                </c:pt>
                <c:pt idx="26">
                  <c:v>-4.75</c:v>
                </c:pt>
                <c:pt idx="27">
                  <c:v>-4.625</c:v>
                </c:pt>
                <c:pt idx="28">
                  <c:v>-4.5</c:v>
                </c:pt>
                <c:pt idx="29">
                  <c:v>-4.375</c:v>
                </c:pt>
                <c:pt idx="30">
                  <c:v>-4.25</c:v>
                </c:pt>
                <c:pt idx="31">
                  <c:v>-4.125</c:v>
                </c:pt>
                <c:pt idx="32">
                  <c:v>-4</c:v>
                </c:pt>
                <c:pt idx="33">
                  <c:v>-3.875</c:v>
                </c:pt>
                <c:pt idx="34">
                  <c:v>-3.75</c:v>
                </c:pt>
                <c:pt idx="35">
                  <c:v>-3.625</c:v>
                </c:pt>
                <c:pt idx="36">
                  <c:v>-3.5</c:v>
                </c:pt>
                <c:pt idx="37">
                  <c:v>-3.375</c:v>
                </c:pt>
                <c:pt idx="38">
                  <c:v>-3.25</c:v>
                </c:pt>
                <c:pt idx="39">
                  <c:v>-3.125</c:v>
                </c:pt>
                <c:pt idx="40">
                  <c:v>-3</c:v>
                </c:pt>
                <c:pt idx="41">
                  <c:v>-2.875</c:v>
                </c:pt>
                <c:pt idx="42">
                  <c:v>-2.75</c:v>
                </c:pt>
                <c:pt idx="43">
                  <c:v>-2.625</c:v>
                </c:pt>
                <c:pt idx="44">
                  <c:v>-2.5</c:v>
                </c:pt>
                <c:pt idx="45">
                  <c:v>-2.375</c:v>
                </c:pt>
                <c:pt idx="46">
                  <c:v>-2.25</c:v>
                </c:pt>
                <c:pt idx="47">
                  <c:v>-2.125</c:v>
                </c:pt>
                <c:pt idx="48">
                  <c:v>-2</c:v>
                </c:pt>
                <c:pt idx="49">
                  <c:v>-1.875</c:v>
                </c:pt>
                <c:pt idx="50">
                  <c:v>-1.75</c:v>
                </c:pt>
                <c:pt idx="51">
                  <c:v>-1.625</c:v>
                </c:pt>
                <c:pt idx="52">
                  <c:v>-1.5</c:v>
                </c:pt>
                <c:pt idx="53">
                  <c:v>-1.375</c:v>
                </c:pt>
                <c:pt idx="54">
                  <c:v>-1.25</c:v>
                </c:pt>
                <c:pt idx="55">
                  <c:v>-1.125</c:v>
                </c:pt>
                <c:pt idx="56">
                  <c:v>-1</c:v>
                </c:pt>
                <c:pt idx="57">
                  <c:v>-0.875</c:v>
                </c:pt>
                <c:pt idx="58">
                  <c:v>-0.75</c:v>
                </c:pt>
                <c:pt idx="59">
                  <c:v>-0.625</c:v>
                </c:pt>
                <c:pt idx="60">
                  <c:v>-0.5</c:v>
                </c:pt>
                <c:pt idx="61">
                  <c:v>-0.375</c:v>
                </c:pt>
                <c:pt idx="62">
                  <c:v>-0.25</c:v>
                </c:pt>
                <c:pt idx="63">
                  <c:v>-0.125</c:v>
                </c:pt>
                <c:pt idx="64">
                  <c:v>0</c:v>
                </c:pt>
                <c:pt idx="65">
                  <c:v>0.125</c:v>
                </c:pt>
                <c:pt idx="66">
                  <c:v>0.25</c:v>
                </c:pt>
                <c:pt idx="67">
                  <c:v>0.375</c:v>
                </c:pt>
                <c:pt idx="68">
                  <c:v>0.5</c:v>
                </c:pt>
                <c:pt idx="69">
                  <c:v>0.625</c:v>
                </c:pt>
                <c:pt idx="70">
                  <c:v>0.75</c:v>
                </c:pt>
                <c:pt idx="71">
                  <c:v>0.875</c:v>
                </c:pt>
                <c:pt idx="72">
                  <c:v>1</c:v>
                </c:pt>
                <c:pt idx="73">
                  <c:v>1.125</c:v>
                </c:pt>
                <c:pt idx="74">
                  <c:v>1.25</c:v>
                </c:pt>
                <c:pt idx="75">
                  <c:v>1.375</c:v>
                </c:pt>
                <c:pt idx="76">
                  <c:v>1.5</c:v>
                </c:pt>
                <c:pt idx="77">
                  <c:v>1.625</c:v>
                </c:pt>
                <c:pt idx="78">
                  <c:v>1.75</c:v>
                </c:pt>
                <c:pt idx="79">
                  <c:v>1.875</c:v>
                </c:pt>
                <c:pt idx="80">
                  <c:v>2</c:v>
                </c:pt>
                <c:pt idx="81">
                  <c:v>2.125</c:v>
                </c:pt>
                <c:pt idx="82">
                  <c:v>2.25</c:v>
                </c:pt>
                <c:pt idx="83">
                  <c:v>2.375</c:v>
                </c:pt>
                <c:pt idx="84">
                  <c:v>2.5</c:v>
                </c:pt>
                <c:pt idx="85">
                  <c:v>2.625</c:v>
                </c:pt>
                <c:pt idx="86">
                  <c:v>2.75</c:v>
                </c:pt>
                <c:pt idx="87">
                  <c:v>2.875</c:v>
                </c:pt>
                <c:pt idx="88">
                  <c:v>3</c:v>
                </c:pt>
                <c:pt idx="89">
                  <c:v>3.125</c:v>
                </c:pt>
                <c:pt idx="90">
                  <c:v>3.25</c:v>
                </c:pt>
                <c:pt idx="91">
                  <c:v>3.375</c:v>
                </c:pt>
                <c:pt idx="92">
                  <c:v>3.5</c:v>
                </c:pt>
                <c:pt idx="93">
                  <c:v>3.625</c:v>
                </c:pt>
                <c:pt idx="94">
                  <c:v>3.75</c:v>
                </c:pt>
                <c:pt idx="95">
                  <c:v>3.875</c:v>
                </c:pt>
                <c:pt idx="96">
                  <c:v>4</c:v>
                </c:pt>
                <c:pt idx="97">
                  <c:v>4.125</c:v>
                </c:pt>
                <c:pt idx="98">
                  <c:v>4.25</c:v>
                </c:pt>
                <c:pt idx="99">
                  <c:v>4.375</c:v>
                </c:pt>
                <c:pt idx="100">
                  <c:v>4.5</c:v>
                </c:pt>
                <c:pt idx="101">
                  <c:v>4.625</c:v>
                </c:pt>
                <c:pt idx="102">
                  <c:v>4.75</c:v>
                </c:pt>
                <c:pt idx="103">
                  <c:v>4.875</c:v>
                </c:pt>
                <c:pt idx="104">
                  <c:v>5</c:v>
                </c:pt>
                <c:pt idx="105">
                  <c:v>5.125</c:v>
                </c:pt>
                <c:pt idx="106">
                  <c:v>5.25</c:v>
                </c:pt>
                <c:pt idx="107">
                  <c:v>5.375</c:v>
                </c:pt>
                <c:pt idx="108">
                  <c:v>5.5</c:v>
                </c:pt>
                <c:pt idx="109">
                  <c:v>5.625</c:v>
                </c:pt>
                <c:pt idx="110">
                  <c:v>5.75</c:v>
                </c:pt>
                <c:pt idx="111">
                  <c:v>5.875</c:v>
                </c:pt>
                <c:pt idx="112">
                  <c:v>6</c:v>
                </c:pt>
                <c:pt idx="113">
                  <c:v>6.125</c:v>
                </c:pt>
                <c:pt idx="114">
                  <c:v>6.25</c:v>
                </c:pt>
                <c:pt idx="115">
                  <c:v>6.375</c:v>
                </c:pt>
                <c:pt idx="116">
                  <c:v>6.5</c:v>
                </c:pt>
                <c:pt idx="117">
                  <c:v>6.625</c:v>
                </c:pt>
                <c:pt idx="118">
                  <c:v>6.75</c:v>
                </c:pt>
                <c:pt idx="119">
                  <c:v>6.875</c:v>
                </c:pt>
                <c:pt idx="120">
                  <c:v>7</c:v>
                </c:pt>
                <c:pt idx="121">
                  <c:v>7.125</c:v>
                </c:pt>
                <c:pt idx="122">
                  <c:v>7.25</c:v>
                </c:pt>
                <c:pt idx="123">
                  <c:v>7.375</c:v>
                </c:pt>
                <c:pt idx="124">
                  <c:v>7.5</c:v>
                </c:pt>
                <c:pt idx="125">
                  <c:v>7.625</c:v>
                </c:pt>
                <c:pt idx="126">
                  <c:v>7.75</c:v>
                </c:pt>
                <c:pt idx="127">
                  <c:v>7.875</c:v>
                </c:pt>
                <c:pt idx="128">
                  <c:v>8</c:v>
                </c:pt>
              </c:numCache>
            </c:numRef>
          </c:xVal>
          <c:yVal>
            <c:numRef>
              <c:f>'Chart Data'!$B$2:$B$130</c:f>
              <c:numCache>
                <c:formatCode>0</c:formatCode>
                <c:ptCount val="129"/>
                <c:pt idx="0">
                  <c:v>-3.44432007074E-39</c:v>
                </c:pt>
                <c:pt idx="1">
                  <c:v>-6.25491203483E-38</c:v>
                </c:pt>
                <c:pt idx="2">
                  <c:v>-1.08520124966E-36</c:v>
                </c:pt>
                <c:pt idx="3">
                  <c:v>-1.79874971741E-35</c:v>
                </c:pt>
                <c:pt idx="4">
                  <c:v>-2.84841042748E-34</c:v>
                </c:pt>
                <c:pt idx="5">
                  <c:v>-4.30929048031E-33</c:v>
                </c:pt>
                <c:pt idx="6">
                  <c:v>-6.22845523859E-32</c:v>
                </c:pt>
                <c:pt idx="7">
                  <c:v>-8.60055148854E-31</c:v>
                </c:pt>
                <c:pt idx="8">
                  <c:v>-1.13460221581E-29</c:v>
                </c:pt>
                <c:pt idx="9">
                  <c:v>-1.4299877903E-28</c:v>
                </c:pt>
                <c:pt idx="10">
                  <c:v>-1.72183846704E-27</c:v>
                </c:pt>
                <c:pt idx="11">
                  <c:v>-1.98072351469E-26</c:v>
                </c:pt>
                <c:pt idx="12">
                  <c:v>-2.17684087469E-25</c:v>
                </c:pt>
                <c:pt idx="13">
                  <c:v>-2.2856034585E-24</c:v>
                </c:pt>
                <c:pt idx="14">
                  <c:v>-2.2926959309E-23</c:v>
                </c:pt>
                <c:pt idx="15">
                  <c:v>-2.19716873526E-22</c:v>
                </c:pt>
                <c:pt idx="16">
                  <c:v>-2.01164682309E-21</c:v>
                </c:pt>
                <c:pt idx="17">
                  <c:v>-1.75958979912E-20</c:v>
                </c:pt>
                <c:pt idx="18">
                  <c:v>-1.47042375488E-19</c:v>
                </c:pt>
                <c:pt idx="19">
                  <c:v>-1.17393745589E-18</c:v>
                </c:pt>
                <c:pt idx="20">
                  <c:v>-8.95403491698E-18</c:v>
                </c:pt>
                <c:pt idx="21">
                  <c:v>-6.52475159835E-17</c:v>
                </c:pt>
                <c:pt idx="22">
                  <c:v>-4.54234959531E-16</c:v>
                </c:pt>
                <c:pt idx="23">
                  <c:v>-3.02112367551E-15</c:v>
                </c:pt>
                <c:pt idx="24">
                  <c:v>-1.91967552278E-14</c:v>
                </c:pt>
                <c:pt idx="25">
                  <c:v>-1.16535575478E-13</c:v>
                </c:pt>
                <c:pt idx="26">
                  <c:v>-6.75865997238E-13</c:v>
                </c:pt>
                <c:pt idx="27">
                  <c:v>-3.74484670801E-12</c:v>
                </c:pt>
                <c:pt idx="28">
                  <c:v>-1.98234329839E-11</c:v>
                </c:pt>
                <c:pt idx="29">
                  <c:v>-1.00252465892E-10</c:v>
                </c:pt>
                <c:pt idx="30">
                  <c:v>-4.84376020871E-10</c:v>
                </c:pt>
                <c:pt idx="31">
                  <c:v>-2.23584442654E-09</c:v>
                </c:pt>
                <c:pt idx="32">
                  <c:v>-9.8598861975E-09</c:v>
                </c:pt>
                <c:pt idx="33">
                  <c:v>-4.15406796767E-08</c:v>
                </c:pt>
                <c:pt idx="34">
                  <c:v>-1.67204002195E-07</c:v>
                </c:pt>
                <c:pt idx="35">
                  <c:v>-6.42970597829E-07</c:v>
                </c:pt>
                <c:pt idx="36">
                  <c:v>-2.36214706896E-06</c:v>
                </c:pt>
                <c:pt idx="37">
                  <c:v>-8.29075589268E-06</c:v>
                </c:pt>
                <c:pt idx="38">
                  <c:v>-2.78005058102E-05</c:v>
                </c:pt>
                <c:pt idx="39">
                  <c:v>-8.90599899537E-05</c:v>
                </c:pt>
                <c:pt idx="40">
                  <c:v>-0.000272573707045</c:v>
                </c:pt>
                <c:pt idx="41">
                  <c:v>-0.000796996940625</c:v>
                </c:pt>
                <c:pt idx="42">
                  <c:v>-0.00222638733424</c:v>
                </c:pt>
                <c:pt idx="43">
                  <c:v>-0.00594177450222</c:v>
                </c:pt>
                <c:pt idx="44">
                  <c:v>-0.0151496633981</c:v>
                </c:pt>
                <c:pt idx="45">
                  <c:v>-0.0369029577653</c:v>
                </c:pt>
                <c:pt idx="46">
                  <c:v>-0.0858797444592</c:v>
                </c:pt>
                <c:pt idx="47">
                  <c:v>-0.190937699438</c:v>
                </c:pt>
                <c:pt idx="48">
                  <c:v>-0.40556829999</c:v>
                </c:pt>
                <c:pt idx="49">
                  <c:v>-0.823014892534</c:v>
                </c:pt>
                <c:pt idx="50">
                  <c:v>-1.59559534329</c:v>
                </c:pt>
                <c:pt idx="51">
                  <c:v>-2.95535190351</c:v>
                </c:pt>
                <c:pt idx="52">
                  <c:v>-5.22958247917</c:v>
                </c:pt>
                <c:pt idx="53">
                  <c:v>-8.84089448654</c:v>
                </c:pt>
                <c:pt idx="54">
                  <c:v>-14.278966433</c:v>
                </c:pt>
                <c:pt idx="55">
                  <c:v>-22.0327503034</c:v>
                </c:pt>
                <c:pt idx="56">
                  <c:v>-32.4797013563</c:v>
                </c:pt>
                <c:pt idx="57">
                  <c:v>-45.7432183341</c:v>
                </c:pt>
                <c:pt idx="58">
                  <c:v>-61.5478350214</c:v>
                </c:pt>
                <c:pt idx="59">
                  <c:v>-79.1170744778</c:v>
                </c:pt>
                <c:pt idx="60">
                  <c:v>-97.1625789484</c:v>
                </c:pt>
                <c:pt idx="61">
                  <c:v>-113.99852234</c:v>
                </c:pt>
                <c:pt idx="62">
                  <c:v>-127.782324794</c:v>
                </c:pt>
                <c:pt idx="63">
                  <c:v>-136.84020718</c:v>
                </c:pt>
                <c:pt idx="64">
                  <c:v>-140</c:v>
                </c:pt>
                <c:pt idx="65">
                  <c:v>-136.84020718</c:v>
                </c:pt>
                <c:pt idx="66">
                  <c:v>-127.782324794</c:v>
                </c:pt>
                <c:pt idx="67">
                  <c:v>-113.99852234</c:v>
                </c:pt>
                <c:pt idx="68">
                  <c:v>-97.1625789484</c:v>
                </c:pt>
                <c:pt idx="69">
                  <c:v>-79.1170744778</c:v>
                </c:pt>
                <c:pt idx="70">
                  <c:v>-61.5478350214</c:v>
                </c:pt>
                <c:pt idx="71">
                  <c:v>-45.7432183341</c:v>
                </c:pt>
                <c:pt idx="72">
                  <c:v>-32.4797013563</c:v>
                </c:pt>
                <c:pt idx="73">
                  <c:v>-22.0327503034</c:v>
                </c:pt>
                <c:pt idx="74">
                  <c:v>-14.278966433</c:v>
                </c:pt>
                <c:pt idx="75">
                  <c:v>-8.84089448654</c:v>
                </c:pt>
                <c:pt idx="76">
                  <c:v>-5.22958247917</c:v>
                </c:pt>
                <c:pt idx="77">
                  <c:v>-2.95535190351</c:v>
                </c:pt>
                <c:pt idx="78">
                  <c:v>-1.59559534329</c:v>
                </c:pt>
                <c:pt idx="79">
                  <c:v>-0.823014892534</c:v>
                </c:pt>
                <c:pt idx="80">
                  <c:v>-0.40556829999</c:v>
                </c:pt>
                <c:pt idx="81">
                  <c:v>-0.190937699438</c:v>
                </c:pt>
                <c:pt idx="82">
                  <c:v>-0.0858797444592</c:v>
                </c:pt>
                <c:pt idx="83">
                  <c:v>-0.0369029577653</c:v>
                </c:pt>
                <c:pt idx="84">
                  <c:v>-0.0151496633981</c:v>
                </c:pt>
                <c:pt idx="85">
                  <c:v>-0.00594177450222</c:v>
                </c:pt>
                <c:pt idx="86">
                  <c:v>-0.00222638733424</c:v>
                </c:pt>
                <c:pt idx="87">
                  <c:v>-0.000796996940625</c:v>
                </c:pt>
                <c:pt idx="88">
                  <c:v>-0.000272573707045</c:v>
                </c:pt>
                <c:pt idx="89">
                  <c:v>-8.90599899537E-05</c:v>
                </c:pt>
                <c:pt idx="90">
                  <c:v>-2.78005058102E-05</c:v>
                </c:pt>
                <c:pt idx="91">
                  <c:v>-8.29075589268E-06</c:v>
                </c:pt>
                <c:pt idx="92">
                  <c:v>-2.36214706896E-06</c:v>
                </c:pt>
                <c:pt idx="93">
                  <c:v>-6.42970597829E-07</c:v>
                </c:pt>
                <c:pt idx="94">
                  <c:v>-1.67204002195E-07</c:v>
                </c:pt>
                <c:pt idx="95">
                  <c:v>-4.15406796767E-08</c:v>
                </c:pt>
                <c:pt idx="96">
                  <c:v>-9.8598861975E-09</c:v>
                </c:pt>
                <c:pt idx="97">
                  <c:v>-2.23584442654E-09</c:v>
                </c:pt>
                <c:pt idx="98">
                  <c:v>-4.84376020871E-10</c:v>
                </c:pt>
                <c:pt idx="99">
                  <c:v>-1.00252465892E-10</c:v>
                </c:pt>
                <c:pt idx="100">
                  <c:v>-1.98234329839E-11</c:v>
                </c:pt>
                <c:pt idx="101">
                  <c:v>-3.74484670801E-12</c:v>
                </c:pt>
                <c:pt idx="102">
                  <c:v>-6.75865997238E-13</c:v>
                </c:pt>
                <c:pt idx="103">
                  <c:v>-1.16535575478E-13</c:v>
                </c:pt>
                <c:pt idx="104">
                  <c:v>-1.91967552278E-14</c:v>
                </c:pt>
                <c:pt idx="105">
                  <c:v>-3.02112367551E-15</c:v>
                </c:pt>
                <c:pt idx="106">
                  <c:v>-4.54234959531E-16</c:v>
                </c:pt>
                <c:pt idx="107">
                  <c:v>-6.52475159835E-17</c:v>
                </c:pt>
                <c:pt idx="108">
                  <c:v>-8.95403491698E-18</c:v>
                </c:pt>
                <c:pt idx="109">
                  <c:v>-1.17393745589E-18</c:v>
                </c:pt>
                <c:pt idx="110">
                  <c:v>-1.47042375488E-19</c:v>
                </c:pt>
                <c:pt idx="111">
                  <c:v>-1.75958979912E-20</c:v>
                </c:pt>
                <c:pt idx="112">
                  <c:v>-2.01164682309E-21</c:v>
                </c:pt>
                <c:pt idx="113">
                  <c:v>-2.19716873526E-22</c:v>
                </c:pt>
                <c:pt idx="114">
                  <c:v>-2.2926959309E-23</c:v>
                </c:pt>
                <c:pt idx="115">
                  <c:v>-2.2856034585E-24</c:v>
                </c:pt>
                <c:pt idx="116">
                  <c:v>-2.17684087469E-25</c:v>
                </c:pt>
                <c:pt idx="117">
                  <c:v>-1.98072351469E-26</c:v>
                </c:pt>
                <c:pt idx="118">
                  <c:v>-1.72183846704E-27</c:v>
                </c:pt>
                <c:pt idx="119">
                  <c:v>-1.4299877903E-28</c:v>
                </c:pt>
                <c:pt idx="120">
                  <c:v>-1.13460221581E-29</c:v>
                </c:pt>
                <c:pt idx="121">
                  <c:v>-8.60055148854E-31</c:v>
                </c:pt>
                <c:pt idx="122">
                  <c:v>-6.22845523859E-32</c:v>
                </c:pt>
                <c:pt idx="123">
                  <c:v>-4.30929048031E-33</c:v>
                </c:pt>
                <c:pt idx="124">
                  <c:v>-2.84841042748E-34</c:v>
                </c:pt>
                <c:pt idx="125">
                  <c:v>-1.79874971741E-35</c:v>
                </c:pt>
                <c:pt idx="126">
                  <c:v>-1.08520124966E-36</c:v>
                </c:pt>
                <c:pt idx="127">
                  <c:v>-6.25491203483E-38</c:v>
                </c:pt>
                <c:pt idx="128">
                  <c:v>-3.44432007074E-39</c:v>
                </c:pt>
              </c:numCache>
            </c:numRef>
          </c:yVal>
        </c:ser>
        <c:ser>
          <c:idx val="1"/>
          <c:order val="1"/>
          <c:tx>
            <c:v>沿光轴 z</c:v>
          </c:tx>
          <c:spPr>
            <a:solidFill xmlns:a="http://schemas.openxmlformats.org/drawingml/2006/main">
              <a:srgbClr val="CB6C28"/>
            </a:solidFill>
            <a:ln xmlns:a="http://schemas.openxmlformats.org/drawingml/2006/main" w="24765">
              <a:solidFill>
                <a:srgbClr val="CB6C28"/>
              </a:solidFill>
            </a:ln>
          </c:spPr>
          <c:marker>
            <c:symbol val="none"/>
            <c:size val="4"/>
          </c:marker>
          <c:xVal>
            <c:numRef>
              <c:f>'Chart Data'!$C$2:$C$130</c:f>
              <c:numCache>
                <c:formatCode>General</c:formatCode>
                <c:ptCount val="129"/>
                <c:pt idx="0">
                  <c:v>-8</c:v>
                </c:pt>
                <c:pt idx="1">
                  <c:v>-7.875</c:v>
                </c:pt>
                <c:pt idx="2">
                  <c:v>-7.75</c:v>
                </c:pt>
                <c:pt idx="3">
                  <c:v>-7.625</c:v>
                </c:pt>
                <c:pt idx="4">
                  <c:v>-7.5</c:v>
                </c:pt>
                <c:pt idx="5">
                  <c:v>-7.375</c:v>
                </c:pt>
                <c:pt idx="6">
                  <c:v>-7.25</c:v>
                </c:pt>
                <c:pt idx="7">
                  <c:v>-7.125</c:v>
                </c:pt>
                <c:pt idx="8">
                  <c:v>-7</c:v>
                </c:pt>
                <c:pt idx="9">
                  <c:v>-6.875</c:v>
                </c:pt>
                <c:pt idx="10">
                  <c:v>-6.75</c:v>
                </c:pt>
                <c:pt idx="11">
                  <c:v>-6.625</c:v>
                </c:pt>
                <c:pt idx="12">
                  <c:v>-6.5</c:v>
                </c:pt>
                <c:pt idx="13">
                  <c:v>-6.375</c:v>
                </c:pt>
                <c:pt idx="14">
                  <c:v>-6.25</c:v>
                </c:pt>
                <c:pt idx="15">
                  <c:v>-6.125</c:v>
                </c:pt>
                <c:pt idx="16">
                  <c:v>-6</c:v>
                </c:pt>
                <c:pt idx="17">
                  <c:v>-5.875</c:v>
                </c:pt>
                <c:pt idx="18">
                  <c:v>-5.75</c:v>
                </c:pt>
                <c:pt idx="19">
                  <c:v>-5.625</c:v>
                </c:pt>
                <c:pt idx="20">
                  <c:v>-5.5</c:v>
                </c:pt>
                <c:pt idx="21">
                  <c:v>-5.375</c:v>
                </c:pt>
                <c:pt idx="22">
                  <c:v>-5.25</c:v>
                </c:pt>
                <c:pt idx="23">
                  <c:v>-5.125</c:v>
                </c:pt>
                <c:pt idx="24">
                  <c:v>-5</c:v>
                </c:pt>
                <c:pt idx="25">
                  <c:v>-4.875</c:v>
                </c:pt>
                <c:pt idx="26">
                  <c:v>-4.75</c:v>
                </c:pt>
                <c:pt idx="27">
                  <c:v>-4.625</c:v>
                </c:pt>
                <c:pt idx="28">
                  <c:v>-4.5</c:v>
                </c:pt>
                <c:pt idx="29">
                  <c:v>-4.375</c:v>
                </c:pt>
                <c:pt idx="30">
                  <c:v>-4.25</c:v>
                </c:pt>
                <c:pt idx="31">
                  <c:v>-4.125</c:v>
                </c:pt>
                <c:pt idx="32">
                  <c:v>-4</c:v>
                </c:pt>
                <c:pt idx="33">
                  <c:v>-3.875</c:v>
                </c:pt>
                <c:pt idx="34">
                  <c:v>-3.75</c:v>
                </c:pt>
                <c:pt idx="35">
                  <c:v>-3.625</c:v>
                </c:pt>
                <c:pt idx="36">
                  <c:v>-3.5</c:v>
                </c:pt>
                <c:pt idx="37">
                  <c:v>-3.375</c:v>
                </c:pt>
                <c:pt idx="38">
                  <c:v>-3.25</c:v>
                </c:pt>
                <c:pt idx="39">
                  <c:v>-3.125</c:v>
                </c:pt>
                <c:pt idx="40">
                  <c:v>-3</c:v>
                </c:pt>
                <c:pt idx="41">
                  <c:v>-2.875</c:v>
                </c:pt>
                <c:pt idx="42">
                  <c:v>-2.75</c:v>
                </c:pt>
                <c:pt idx="43">
                  <c:v>-2.625</c:v>
                </c:pt>
                <c:pt idx="44">
                  <c:v>-2.5</c:v>
                </c:pt>
                <c:pt idx="45">
                  <c:v>-2.375</c:v>
                </c:pt>
                <c:pt idx="46">
                  <c:v>-2.25</c:v>
                </c:pt>
                <c:pt idx="47">
                  <c:v>-2.125</c:v>
                </c:pt>
                <c:pt idx="48">
                  <c:v>-2</c:v>
                </c:pt>
                <c:pt idx="49">
                  <c:v>-1.875</c:v>
                </c:pt>
                <c:pt idx="50">
                  <c:v>-1.75</c:v>
                </c:pt>
                <c:pt idx="51">
                  <c:v>-1.625</c:v>
                </c:pt>
                <c:pt idx="52">
                  <c:v>-1.5</c:v>
                </c:pt>
                <c:pt idx="53">
                  <c:v>-1.375</c:v>
                </c:pt>
                <c:pt idx="54">
                  <c:v>-1.25</c:v>
                </c:pt>
                <c:pt idx="55">
                  <c:v>-1.125</c:v>
                </c:pt>
                <c:pt idx="56">
                  <c:v>-1</c:v>
                </c:pt>
                <c:pt idx="57">
                  <c:v>-0.875</c:v>
                </c:pt>
                <c:pt idx="58">
                  <c:v>-0.75</c:v>
                </c:pt>
                <c:pt idx="59">
                  <c:v>-0.625</c:v>
                </c:pt>
                <c:pt idx="60">
                  <c:v>-0.5</c:v>
                </c:pt>
                <c:pt idx="61">
                  <c:v>-0.375</c:v>
                </c:pt>
                <c:pt idx="62">
                  <c:v>-0.25</c:v>
                </c:pt>
                <c:pt idx="63">
                  <c:v>-0.125</c:v>
                </c:pt>
                <c:pt idx="64">
                  <c:v>0</c:v>
                </c:pt>
                <c:pt idx="65">
                  <c:v>0.125</c:v>
                </c:pt>
                <c:pt idx="66">
                  <c:v>0.25</c:v>
                </c:pt>
                <c:pt idx="67">
                  <c:v>0.375</c:v>
                </c:pt>
                <c:pt idx="68">
                  <c:v>0.5</c:v>
                </c:pt>
                <c:pt idx="69">
                  <c:v>0.625</c:v>
                </c:pt>
                <c:pt idx="70">
                  <c:v>0.75</c:v>
                </c:pt>
                <c:pt idx="71">
                  <c:v>0.875</c:v>
                </c:pt>
                <c:pt idx="72">
                  <c:v>1</c:v>
                </c:pt>
                <c:pt idx="73">
                  <c:v>1.125</c:v>
                </c:pt>
                <c:pt idx="74">
                  <c:v>1.25</c:v>
                </c:pt>
                <c:pt idx="75">
                  <c:v>1.375</c:v>
                </c:pt>
                <c:pt idx="76">
                  <c:v>1.5</c:v>
                </c:pt>
                <c:pt idx="77">
                  <c:v>1.625</c:v>
                </c:pt>
                <c:pt idx="78">
                  <c:v>1.75</c:v>
                </c:pt>
                <c:pt idx="79">
                  <c:v>1.875</c:v>
                </c:pt>
                <c:pt idx="80">
                  <c:v>2</c:v>
                </c:pt>
                <c:pt idx="81">
                  <c:v>2.125</c:v>
                </c:pt>
                <c:pt idx="82">
                  <c:v>2.25</c:v>
                </c:pt>
                <c:pt idx="83">
                  <c:v>2.375</c:v>
                </c:pt>
                <c:pt idx="84">
                  <c:v>2.5</c:v>
                </c:pt>
                <c:pt idx="85">
                  <c:v>2.625</c:v>
                </c:pt>
                <c:pt idx="86">
                  <c:v>2.75</c:v>
                </c:pt>
                <c:pt idx="87">
                  <c:v>2.875</c:v>
                </c:pt>
                <c:pt idx="88">
                  <c:v>3</c:v>
                </c:pt>
                <c:pt idx="89">
                  <c:v>3.125</c:v>
                </c:pt>
                <c:pt idx="90">
                  <c:v>3.25</c:v>
                </c:pt>
                <c:pt idx="91">
                  <c:v>3.375</c:v>
                </c:pt>
                <c:pt idx="92">
                  <c:v>3.5</c:v>
                </c:pt>
                <c:pt idx="93">
                  <c:v>3.625</c:v>
                </c:pt>
                <c:pt idx="94">
                  <c:v>3.75</c:v>
                </c:pt>
                <c:pt idx="95">
                  <c:v>3.875</c:v>
                </c:pt>
                <c:pt idx="96">
                  <c:v>4</c:v>
                </c:pt>
                <c:pt idx="97">
                  <c:v>4.125</c:v>
                </c:pt>
                <c:pt idx="98">
                  <c:v>4.25</c:v>
                </c:pt>
                <c:pt idx="99">
                  <c:v>4.375</c:v>
                </c:pt>
                <c:pt idx="100">
                  <c:v>4.5</c:v>
                </c:pt>
                <c:pt idx="101">
                  <c:v>4.625</c:v>
                </c:pt>
                <c:pt idx="102">
                  <c:v>4.75</c:v>
                </c:pt>
                <c:pt idx="103">
                  <c:v>4.875</c:v>
                </c:pt>
                <c:pt idx="104">
                  <c:v>5</c:v>
                </c:pt>
                <c:pt idx="105">
                  <c:v>5.125</c:v>
                </c:pt>
                <c:pt idx="106">
                  <c:v>5.25</c:v>
                </c:pt>
                <c:pt idx="107">
                  <c:v>5.375</c:v>
                </c:pt>
                <c:pt idx="108">
                  <c:v>5.5</c:v>
                </c:pt>
                <c:pt idx="109">
                  <c:v>5.625</c:v>
                </c:pt>
                <c:pt idx="110">
                  <c:v>5.75</c:v>
                </c:pt>
                <c:pt idx="111">
                  <c:v>5.875</c:v>
                </c:pt>
                <c:pt idx="112">
                  <c:v>6</c:v>
                </c:pt>
                <c:pt idx="113">
                  <c:v>6.125</c:v>
                </c:pt>
                <c:pt idx="114">
                  <c:v>6.25</c:v>
                </c:pt>
                <c:pt idx="115">
                  <c:v>6.375</c:v>
                </c:pt>
                <c:pt idx="116">
                  <c:v>6.5</c:v>
                </c:pt>
                <c:pt idx="117">
                  <c:v>6.625</c:v>
                </c:pt>
                <c:pt idx="118">
                  <c:v>6.75</c:v>
                </c:pt>
                <c:pt idx="119">
                  <c:v>6.875</c:v>
                </c:pt>
                <c:pt idx="120">
                  <c:v>7</c:v>
                </c:pt>
                <c:pt idx="121">
                  <c:v>7.125</c:v>
                </c:pt>
                <c:pt idx="122">
                  <c:v>7.25</c:v>
                </c:pt>
                <c:pt idx="123">
                  <c:v>7.375</c:v>
                </c:pt>
                <c:pt idx="124">
                  <c:v>7.5</c:v>
                </c:pt>
                <c:pt idx="125">
                  <c:v>7.625</c:v>
                </c:pt>
                <c:pt idx="126">
                  <c:v>7.75</c:v>
                </c:pt>
                <c:pt idx="127">
                  <c:v>7.875</c:v>
                </c:pt>
                <c:pt idx="128">
                  <c:v>8</c:v>
                </c:pt>
              </c:numCache>
            </c:numRef>
          </c:xVal>
          <c:yVal>
            <c:numRef>
              <c:f>'Chart Data'!$D$2:$D$130</c:f>
              <c:numCache>
                <c:formatCode>0</c:formatCode>
                <c:ptCount val="129"/>
                <c:pt idx="0">
                  <c:v>-28.5974643139</c:v>
                </c:pt>
                <c:pt idx="1">
                  <c:v>-29.3208798164</c:v>
                </c:pt>
                <c:pt idx="2">
                  <c:v>-30.0695552472</c:v>
                </c:pt>
                <c:pt idx="3">
                  <c:v>-30.8445341816</c:v>
                </c:pt>
                <c:pt idx="4">
                  <c:v>-31.6469036162</c:v>
                </c:pt>
                <c:pt idx="5">
                  <c:v>-32.4777950634</c:v>
                </c:pt>
                <c:pt idx="6">
                  <c:v>-33.3383855266</c:v>
                </c:pt>
                <c:pt idx="7">
                  <c:v>-34.2298983198</c:v>
                </c:pt>
                <c:pt idx="8">
                  <c:v>-35.1536036946</c:v>
                </c:pt>
                <c:pt idx="9">
                  <c:v>-36.1108192292</c:v>
                </c:pt>
                <c:pt idx="10">
                  <c:v>-37.1029099255</c:v>
                </c:pt>
                <c:pt idx="11">
                  <c:v>-38.1312879559</c:v>
                </c:pt>
                <c:pt idx="12">
                  <c:v>-39.1974119879</c:v>
                </c:pt>
                <c:pt idx="13">
                  <c:v>-40.3027860073</c:v>
                </c:pt>
                <c:pt idx="14">
                  <c:v>-41.4489575474</c:v>
                </c:pt>
                <c:pt idx="15">
                  <c:v>-42.6375152208</c:v>
                </c:pt>
                <c:pt idx="16">
                  <c:v>-43.8700854325</c:v>
                </c:pt>
                <c:pt idx="17">
                  <c:v>-45.148328141</c:v>
                </c:pt>
                <c:pt idx="18">
                  <c:v>-46.4739315152</c:v>
                </c:pt>
                <c:pt idx="19">
                  <c:v>-47.8486053145</c:v>
                </c:pt>
                <c:pt idx="20">
                  <c:v>-49.2740728039</c:v>
                </c:pt>
                <c:pt idx="21">
                  <c:v>-50.7520609892</c:v>
                </c:pt>
                <c:pt idx="22">
                  <c:v>-52.2842889411</c:v>
                </c:pt>
                <c:pt idx="23">
                  <c:v>-53.8724539483</c:v>
                </c:pt>
                <c:pt idx="24">
                  <c:v>-55.5182152243</c:v>
                </c:pt>
                <c:pt idx="25">
                  <c:v>-57.223174865</c:v>
                </c:pt>
                <c:pt idx="26">
                  <c:v>-58.9888557381</c:v>
                </c:pt>
                <c:pt idx="27">
                  <c:v>-60.8166759711</c:v>
                </c:pt>
                <c:pt idx="28">
                  <c:v>-62.7079196904</c:v>
                </c:pt>
                <c:pt idx="29">
                  <c:v>-64.6637036662</c:v>
                </c:pt>
                <c:pt idx="30">
                  <c:v>-66.6849395214</c:v>
                </c:pt>
                <c:pt idx="31">
                  <c:v>-68.7722911902</c:v>
                </c:pt>
                <c:pt idx="32">
                  <c:v>-70.9261273471</c:v>
                </c:pt>
                <c:pt idx="33">
                  <c:v>-73.1464685926</c:v>
                </c:pt>
                <c:pt idx="34">
                  <c:v>-75.4329292741</c:v>
                </c:pt>
                <c:pt idx="35">
                  <c:v>-77.7846539399</c:v>
                </c:pt>
                <c:pt idx="36">
                  <c:v>-80.2002485939</c:v>
                </c:pt>
                <c:pt idx="37">
                  <c:v>-82.6777071244</c:v>
                </c:pt>
                <c:pt idx="38">
                  <c:v>-85.214333542</c:v>
                </c:pt>
                <c:pt idx="39">
                  <c:v>-87.8066609775</c:v>
                </c:pt>
                <c:pt idx="40">
                  <c:v>-90.450368764</c:v>
                </c:pt>
                <c:pt idx="41">
                  <c:v>-93.1401993564</c:v>
                </c:pt>
                <c:pt idx="42">
                  <c:v>-95.8698773238</c:v>
                </c:pt>
                <c:pt idx="43">
                  <c:v>-98.6320331696</c:v>
                </c:pt>
                <c:pt idx="44">
                  <c:v>-101.41813528</c:v>
                </c:pt>
                <c:pt idx="45">
                  <c:v>-104.218433836</c:v>
                </c:pt>
                <c:pt idx="46">
                  <c:v>-107.021921016</c:v>
                </c:pt>
                <c:pt idx="47">
                  <c:v>-109.816312234</c:v>
                </c:pt>
                <c:pt idx="48">
                  <c:v>-112.588053396</c:v>
                </c:pt>
                <c:pt idx="49">
                  <c:v>-115.322359227</c:v>
                </c:pt>
                <c:pt idx="50">
                  <c:v>-118.003287462</c:v>
                </c:pt>
                <c:pt idx="51">
                  <c:v>-120.613853166</c:v>
                </c:pt>
                <c:pt idx="52">
                  <c:v>-123.136186419</c:v>
                </c:pt>
                <c:pt idx="53">
                  <c:v>-125.551735245</c:v>
                </c:pt>
                <c:pt idx="54">
                  <c:v>-127.841513804</c:v>
                </c:pt>
                <c:pt idx="55">
                  <c:v>-129.986393639</c:v>
                </c:pt>
                <c:pt idx="56">
                  <c:v>-131.967433214</c:v>
                </c:pt>
                <c:pt idx="57">
                  <c:v>-133.766238308</c:v>
                </c:pt>
                <c:pt idx="58">
                  <c:v>-135.365343086</c:v>
                </c:pt>
                <c:pt idx="59">
                  <c:v>-136.748599287</c:v>
                </c:pt>
                <c:pt idx="60">
                  <c:v>-137.901559014</c:v>
                </c:pt>
                <c:pt idx="61">
                  <c:v>-138.811835404</c:v>
                </c:pt>
                <c:pt idx="62">
                  <c:v>-139.469425219</c:v>
                </c:pt>
                <c:pt idx="63">
                  <c:v>-139.866978208</c:v>
                </c:pt>
                <c:pt idx="64">
                  <c:v>-140</c:v>
                </c:pt>
                <c:pt idx="65">
                  <c:v>-139.866978208</c:v>
                </c:pt>
                <c:pt idx="66">
                  <c:v>-139.469425219</c:v>
                </c:pt>
                <c:pt idx="67">
                  <c:v>-138.811835404</c:v>
                </c:pt>
                <c:pt idx="68">
                  <c:v>-137.901559014</c:v>
                </c:pt>
                <c:pt idx="69">
                  <c:v>-136.748599287</c:v>
                </c:pt>
                <c:pt idx="70">
                  <c:v>-135.365343086</c:v>
                </c:pt>
                <c:pt idx="71">
                  <c:v>-133.766238308</c:v>
                </c:pt>
                <c:pt idx="72">
                  <c:v>-131.967433214</c:v>
                </c:pt>
                <c:pt idx="73">
                  <c:v>-129.986393639</c:v>
                </c:pt>
                <c:pt idx="74">
                  <c:v>-127.841513804</c:v>
                </c:pt>
                <c:pt idx="75">
                  <c:v>-125.551735245</c:v>
                </c:pt>
                <c:pt idx="76">
                  <c:v>-123.136186419</c:v>
                </c:pt>
                <c:pt idx="77">
                  <c:v>-120.613853166</c:v>
                </c:pt>
                <c:pt idx="78">
                  <c:v>-118.003287462</c:v>
                </c:pt>
                <c:pt idx="79">
                  <c:v>-115.322359227</c:v>
                </c:pt>
                <c:pt idx="80">
                  <c:v>-112.588053396</c:v>
                </c:pt>
                <c:pt idx="81">
                  <c:v>-109.816312234</c:v>
                </c:pt>
                <c:pt idx="82">
                  <c:v>-107.021921016</c:v>
                </c:pt>
                <c:pt idx="83">
                  <c:v>-104.218433836</c:v>
                </c:pt>
                <c:pt idx="84">
                  <c:v>-101.41813528</c:v>
                </c:pt>
                <c:pt idx="85">
                  <c:v>-98.6320331696</c:v>
                </c:pt>
                <c:pt idx="86">
                  <c:v>-95.8698773238</c:v>
                </c:pt>
                <c:pt idx="87">
                  <c:v>-93.1401993564</c:v>
                </c:pt>
                <c:pt idx="88">
                  <c:v>-90.450368764</c:v>
                </c:pt>
                <c:pt idx="89">
                  <c:v>-87.8066609775</c:v>
                </c:pt>
                <c:pt idx="90">
                  <c:v>-85.214333542</c:v>
                </c:pt>
                <c:pt idx="91">
                  <c:v>-82.6777071244</c:v>
                </c:pt>
                <c:pt idx="92">
                  <c:v>-80.2002485939</c:v>
                </c:pt>
                <c:pt idx="93">
                  <c:v>-77.7846539399</c:v>
                </c:pt>
                <c:pt idx="94">
                  <c:v>-75.4329292741</c:v>
                </c:pt>
                <c:pt idx="95">
                  <c:v>-73.1464685926</c:v>
                </c:pt>
                <c:pt idx="96">
                  <c:v>-70.9261273471</c:v>
                </c:pt>
                <c:pt idx="97">
                  <c:v>-68.7722911902</c:v>
                </c:pt>
                <c:pt idx="98">
                  <c:v>-66.6849395214</c:v>
                </c:pt>
                <c:pt idx="99">
                  <c:v>-64.6637036662</c:v>
                </c:pt>
                <c:pt idx="100">
                  <c:v>-62.7079196904</c:v>
                </c:pt>
                <c:pt idx="101">
                  <c:v>-60.8166759711</c:v>
                </c:pt>
                <c:pt idx="102">
                  <c:v>-58.9888557381</c:v>
                </c:pt>
                <c:pt idx="103">
                  <c:v>-57.223174865</c:v>
                </c:pt>
                <c:pt idx="104">
                  <c:v>-55.5182152243</c:v>
                </c:pt>
                <c:pt idx="105">
                  <c:v>-53.8724539483</c:v>
                </c:pt>
                <c:pt idx="106">
                  <c:v>-52.2842889411</c:v>
                </c:pt>
                <c:pt idx="107">
                  <c:v>-50.7520609892</c:v>
                </c:pt>
                <c:pt idx="108">
                  <c:v>-49.2740728039</c:v>
                </c:pt>
                <c:pt idx="109">
                  <c:v>-47.8486053145</c:v>
                </c:pt>
                <c:pt idx="110">
                  <c:v>-46.4739315152</c:v>
                </c:pt>
                <c:pt idx="111">
                  <c:v>-45.148328141</c:v>
                </c:pt>
                <c:pt idx="112">
                  <c:v>-43.8700854325</c:v>
                </c:pt>
                <c:pt idx="113">
                  <c:v>-42.6375152208</c:v>
                </c:pt>
                <c:pt idx="114">
                  <c:v>-41.4489575474</c:v>
                </c:pt>
                <c:pt idx="115">
                  <c:v>-40.3027860073</c:v>
                </c:pt>
                <c:pt idx="116">
                  <c:v>-39.1974119879</c:v>
                </c:pt>
                <c:pt idx="117">
                  <c:v>-38.1312879559</c:v>
                </c:pt>
                <c:pt idx="118">
                  <c:v>-37.1029099255</c:v>
                </c:pt>
                <c:pt idx="119">
                  <c:v>-36.1108192292</c:v>
                </c:pt>
                <c:pt idx="120">
                  <c:v>-35.1536036946</c:v>
                </c:pt>
                <c:pt idx="121">
                  <c:v>-34.2298983198</c:v>
                </c:pt>
                <c:pt idx="122">
                  <c:v>-33.3383855266</c:v>
                </c:pt>
                <c:pt idx="123">
                  <c:v>-32.4777950634</c:v>
                </c:pt>
                <c:pt idx="124">
                  <c:v>-31.6469036162</c:v>
                </c:pt>
                <c:pt idx="125">
                  <c:v>-30.8445341816</c:v>
                </c:pt>
                <c:pt idx="126">
                  <c:v>-30.0695552472</c:v>
                </c:pt>
                <c:pt idx="127">
                  <c:v>-29.3208798164</c:v>
                </c:pt>
                <c:pt idx="128">
                  <c:v>-28.5974643139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iragino Sans GB"/>
                  <a:ea typeface="Hiragino Sans GB"/>
                  <a:cs typeface="Hiragino Sans GB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0"/>
          <c:min val="-150"/>
        </c:scaling>
        <c:delete val="0"/>
        <c:axPos val="l"/>
        <c:majorGridlines>
          <c:spPr>
            <a:ln xmlns:a="http://schemas.openxmlformats.org/drawingml/2006/main" w="6668">
              <a:solidFill>
                <a:srgbClr val="DEE5EA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solidFill>
                      <a:srgbClr val="526575"/>
                    </a:solidFill>
                    <a:latin typeface="Hiragino Sans GB"/>
                    <a:ea typeface="Hiragino Sans GB"/>
                    <a:cs typeface="Hiragino Sans GB"/>
                  </a:rPr>
                  <a:t>U / kB（μK）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526575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</c:title>
        <c:numFmt formatCode="0"/>
        <c:majorTickMark val="none"/>
        <c:minorTickMark val="none"/>
        <c:tickLblPos val="low"/>
        <c:spPr>
          <a:ln xmlns:a="http://schemas.openxmlformats.org/drawingml/2006/main" w="9525">
            <a:solidFill>
              <a:srgbClr val="8C98A3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26575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50112"/>
      </c:valAx>
      <c:val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solidFill>
                      <a:srgbClr val="526575"/>
                    </a:solidFill>
                    <a:latin typeface="Hiragino Sans GB"/>
                    <a:ea typeface="Hiragino Sans GB"/>
                    <a:cs typeface="Hiragino Sans GB"/>
                  </a:rPr>
                  <a:t>离焦点的距离（μm）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526575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</c:title>
        <c:numFmt formatCode="0.0"/>
        <c:majorTickMark val="none"/>
        <c:minorTickMark val="none"/>
        <c:tickLblPos val="low"/>
        <c:spPr>
          <a:ln xmlns:a="http://schemas.openxmlformats.org/drawingml/2006/main" w="9525">
            <a:solidFill>
              <a:srgbClr val="8C98A3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26575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72768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25">
              <a:solidFill>
                <a:srgbClr val="172B3A"/>
              </a:solidFill>
              <a:latin typeface="Hiragino Sans GB"/>
              <a:ea typeface="Hiragino Sans GB"/>
              <a:cs typeface="Hiragino Sans GB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样本数</c:v>
          </c:tx>
          <c:spPr>
            <a:solidFill xmlns:a="http://schemas.openxmlformats.org/drawingml/2006/main">
              <a:srgbClr val="17679B"/>
            </a:solidFill>
            <a:ln xmlns:a="http://schemas.openxmlformats.org/drawingml/2006/main" w="24765">
              <a:solidFill>
                <a:srgbClr val="17679B"/>
              </a:solidFill>
            </a:ln>
          </c:spPr>
          <c:cat>
            <c:numRef>
              <c:f>'Chart Data'!$A$2:$A$25</c:f>
              <c:numCache>
                <c:formatCode>0</c:formatCode>
                <c:ptCount val="24"/>
                <c:pt idx="0">
                  <c:v>82.5</c:v>
                </c:pt>
                <c:pt idx="1">
                  <c:v>87.5</c:v>
                </c:pt>
                <c:pt idx="2">
                  <c:v>92.5</c:v>
                </c:pt>
                <c:pt idx="3">
                  <c:v>97.5</c:v>
                </c:pt>
                <c:pt idx="4">
                  <c:v>102.5</c:v>
                </c:pt>
                <c:pt idx="5">
                  <c:v>107.5</c:v>
                </c:pt>
                <c:pt idx="6">
                  <c:v>112.5</c:v>
                </c:pt>
                <c:pt idx="7">
                  <c:v>117.5</c:v>
                </c:pt>
                <c:pt idx="8">
                  <c:v>122.5</c:v>
                </c:pt>
                <c:pt idx="9">
                  <c:v>127.5</c:v>
                </c:pt>
                <c:pt idx="10">
                  <c:v>132.5</c:v>
                </c:pt>
                <c:pt idx="11">
                  <c:v>137.5</c:v>
                </c:pt>
                <c:pt idx="12">
                  <c:v>142.5</c:v>
                </c:pt>
                <c:pt idx="13">
                  <c:v>147.5</c:v>
                </c:pt>
                <c:pt idx="14">
                  <c:v>152.5</c:v>
                </c:pt>
                <c:pt idx="15">
                  <c:v>157.5</c:v>
                </c:pt>
                <c:pt idx="16">
                  <c:v>162.5</c:v>
                </c:pt>
                <c:pt idx="17">
                  <c:v>167.5</c:v>
                </c:pt>
                <c:pt idx="18">
                  <c:v>172.5</c:v>
                </c:pt>
                <c:pt idx="19">
                  <c:v>177.5</c:v>
                </c:pt>
                <c:pt idx="20">
                  <c:v>182.5</c:v>
                </c:pt>
                <c:pt idx="21">
                  <c:v>187.5</c:v>
                </c:pt>
                <c:pt idx="22">
                  <c:v>192.5</c:v>
                </c:pt>
                <c:pt idx="23">
                  <c:v>197.5</c:v>
                </c:pt>
              </c:numCache>
            </c:numRef>
          </c:cat>
          <c:val>
            <c:numRef>
              <c:f>'Chart Data'!$B$2:$B$25</c:f>
              <c:numCache>
                <c:formatCode>0</c:formatCode>
                <c:ptCount val="24"/>
                <c:pt idx="0">
                  <c:v>3</c:v>
                </c:pt>
                <c:pt idx="1">
                  <c:v>2</c:v>
                </c:pt>
                <c:pt idx="2">
                  <c:v>7</c:v>
                </c:pt>
                <c:pt idx="3">
                  <c:v>19</c:v>
                </c:pt>
                <c:pt idx="4">
                  <c:v>41</c:v>
                </c:pt>
                <c:pt idx="5">
                  <c:v>63</c:v>
                </c:pt>
                <c:pt idx="6">
                  <c:v>118</c:v>
                </c:pt>
                <c:pt idx="7">
                  <c:v>157</c:v>
                </c:pt>
                <c:pt idx="8">
                  <c:v>298</c:v>
                </c:pt>
                <c:pt idx="9">
                  <c:v>373</c:v>
                </c:pt>
                <c:pt idx="10">
                  <c:v>473</c:v>
                </c:pt>
                <c:pt idx="11">
                  <c:v>529</c:v>
                </c:pt>
                <c:pt idx="12">
                  <c:v>537</c:v>
                </c:pt>
                <c:pt idx="13">
                  <c:v>435</c:v>
                </c:pt>
                <c:pt idx="14">
                  <c:v>376</c:v>
                </c:pt>
                <c:pt idx="15">
                  <c:v>270</c:v>
                </c:pt>
                <c:pt idx="16">
                  <c:v>177</c:v>
                </c:pt>
                <c:pt idx="17">
                  <c:v>110</c:v>
                </c:pt>
                <c:pt idx="18">
                  <c:v>59</c:v>
                </c:pt>
                <c:pt idx="19">
                  <c:v>26</c:v>
                </c:pt>
                <c:pt idx="20">
                  <c:v>12</c:v>
                </c:pt>
                <c:pt idx="21">
                  <c:v>5</c:v>
                </c:pt>
                <c:pt idx="22">
                  <c:v>5</c:v>
                </c:pt>
                <c:pt idx="23">
                  <c:v>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iragino Sans GB"/>
                  <a:ea typeface="Hiragino Sans GB"/>
                  <a:cs typeface="Hiragino Sans GB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solidFill>
                      <a:srgbClr val="526575"/>
                    </a:solidFill>
                    <a:latin typeface="Hiragino Sans GB"/>
                    <a:ea typeface="Hiragino Sans GB"/>
                    <a:cs typeface="Hiragino Sans GB"/>
                  </a:rPr>
                  <a:t>SLM 阱深（μK）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526575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</c:title>
        <c:numFmt formatCode="0"/>
        <c:majorTickMark val="none"/>
        <c:minorTickMark val="none"/>
        <c:tickLblPos val="low"/>
        <c:spPr>
          <a:ln xmlns:a="http://schemas.openxmlformats.org/drawingml/2006/main" w="9525">
            <a:solidFill>
              <a:srgbClr val="8C98A3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26575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6668">
              <a:solidFill>
                <a:srgbClr val="DEE5EA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solidFill>
                      <a:srgbClr val="526575"/>
                    </a:solidFill>
                    <a:latin typeface="Hiragino Sans GB"/>
                    <a:ea typeface="Hiragino Sans GB"/>
                    <a:cs typeface="Hiragino Sans GB"/>
                  </a:rPr>
                  <a:t>样本数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526575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</c:title>
        <c:numFmt formatCode="0"/>
        <c:majorTickMark val="none"/>
        <c:minorTickMark val="none"/>
        <c:tickLblPos val="low"/>
        <c:spPr>
          <a:ln xmlns:a="http://schemas.openxmlformats.org/drawingml/2006/main" w="9525">
            <a:solidFill>
              <a:srgbClr val="8C98A3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26575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5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一颗点代表一条初始轨迹</c:v>
          </c:tx>
          <c:spPr>
            <a:solidFill xmlns:a="http://schemas.openxmlformats.org/drawingml/2006/main">
              <a:srgbClr val="17679B"/>
            </a:solidFill>
            <a:ln xmlns:a="http://schemas.openxmlformats.org/drawingml/2006/main" w="0">
              <a:solidFill>
                <a:srgbClr val="17679B"/>
              </a:solidFill>
            </a:ln>
          </c:spPr>
          <c:marker>
            <c:symbol val="circle"/>
            <c:size val="7"/>
            <c:spPr>
              <a:solidFill xmlns:a="http://schemas.openxmlformats.org/drawingml/2006/main">
                <a:srgbClr val="17679B"/>
              </a:solidFill>
            </c:spPr>
          </c:marker>
          <c:xVal>
            <c:numRef>
              <c:f>'Chart Data'!$A$2:$A$181</c:f>
              <c:numCache>
                <c:formatCode>General</c:formatCode>
                <c:ptCount val="180"/>
                <c:pt idx="0">
                  <c:v>-0.558487069452</c:v>
                </c:pt>
                <c:pt idx="1">
                  <c:v>-0.0827410278626</c:v>
                </c:pt>
                <c:pt idx="2">
                  <c:v>-0.344245233792</c:v>
                </c:pt>
                <c:pt idx="3">
                  <c:v>-0.106897121547</c:v>
                </c:pt>
                <c:pt idx="4">
                  <c:v>0.108698265148</c:v>
                </c:pt>
                <c:pt idx="5">
                  <c:v>-0.383399043998</c:v>
                </c:pt>
                <c:pt idx="6">
                  <c:v>0.163394893531</c:v>
                </c:pt>
                <c:pt idx="7">
                  <c:v>-0.0313459340205</c:v>
                </c:pt>
                <c:pt idx="8">
                  <c:v>-0.178819767153</c:v>
                </c:pt>
                <c:pt idx="9">
                  <c:v>-0.197580550268</c:v>
                </c:pt>
                <c:pt idx="10">
                  <c:v>-0.0798936263219</c:v>
                </c:pt>
                <c:pt idx="11">
                  <c:v>-0.183714478732</c:v>
                </c:pt>
                <c:pt idx="12">
                  <c:v>0.21529363185</c:v>
                </c:pt>
                <c:pt idx="13">
                  <c:v>-0.27880414517</c:v>
                </c:pt>
                <c:pt idx="14">
                  <c:v>0.0777363990958</c:v>
                </c:pt>
                <c:pt idx="15">
                  <c:v>0.0808985198653</c:v>
                </c:pt>
                <c:pt idx="16">
                  <c:v>-0.071183608994</c:v>
                </c:pt>
                <c:pt idx="17">
                  <c:v>-0.267162144263</c:v>
                </c:pt>
                <c:pt idx="18">
                  <c:v>0.0116023435683</c:v>
                </c:pt>
                <c:pt idx="19">
                  <c:v>0.0660993609815</c:v>
                </c:pt>
                <c:pt idx="20">
                  <c:v>0.136757831814</c:v>
                </c:pt>
                <c:pt idx="21">
                  <c:v>0.386240117428</c:v>
                </c:pt>
                <c:pt idx="22">
                  <c:v>0.0270520696506</c:v>
                </c:pt>
                <c:pt idx="23">
                  <c:v>-0.00906734423356</c:v>
                </c:pt>
                <c:pt idx="24">
                  <c:v>-0.215717771017</c:v>
                </c:pt>
                <c:pt idx="25">
                  <c:v>0.0219759922439</c:v>
                </c:pt>
                <c:pt idx="26">
                  <c:v>-0.0301063282886</c:v>
                </c:pt>
                <c:pt idx="27">
                  <c:v>0.102652999784</c:v>
                </c:pt>
                <c:pt idx="28">
                  <c:v>0.00238273714319</c:v>
                </c:pt>
                <c:pt idx="29">
                  <c:v>0.0180887195564</c:v>
                </c:pt>
                <c:pt idx="30">
                  <c:v>0.0539308520817</c:v>
                </c:pt>
                <c:pt idx="31">
                  <c:v>0.128693194325</c:v>
                </c:pt>
                <c:pt idx="32">
                  <c:v>-0.328370589263</c:v>
                </c:pt>
                <c:pt idx="33">
                  <c:v>0.0110591955689</c:v>
                </c:pt>
                <c:pt idx="34">
                  <c:v>0.113997573396</c:v>
                </c:pt>
                <c:pt idx="35">
                  <c:v>-0.220785614254</c:v>
                </c:pt>
                <c:pt idx="36">
                  <c:v>-0.210553587429</c:v>
                </c:pt>
                <c:pt idx="37">
                  <c:v>-0.229908016034</c:v>
                </c:pt>
                <c:pt idx="38">
                  <c:v>-0.0712402712957</c:v>
                </c:pt>
                <c:pt idx="39">
                  <c:v>-0.037896696328</c:v>
                </c:pt>
                <c:pt idx="40">
                  <c:v>-0.00899868649925</c:v>
                </c:pt>
                <c:pt idx="41">
                  <c:v>0.0606325043832</c:v>
                </c:pt>
                <c:pt idx="42">
                  <c:v>-0.33196060729</c:v>
                </c:pt>
                <c:pt idx="43">
                  <c:v>0.0458053257716</c:v>
                </c:pt>
                <c:pt idx="44">
                  <c:v>0.0344325091816</c:v>
                </c:pt>
                <c:pt idx="45">
                  <c:v>-0.214396138274</c:v>
                </c:pt>
                <c:pt idx="46">
                  <c:v>0.467343773732</c:v>
                </c:pt>
                <c:pt idx="47">
                  <c:v>0.0803394220746</c:v>
                </c:pt>
                <c:pt idx="48">
                  <c:v>-0.0565968432948</c:v>
                </c:pt>
                <c:pt idx="49">
                  <c:v>-0.335063327231</c:v>
                </c:pt>
                <c:pt idx="50">
                  <c:v>-0.0489851842367</c:v>
                </c:pt>
                <c:pt idx="51">
                  <c:v>-0.331515355038</c:v>
                </c:pt>
                <c:pt idx="52">
                  <c:v>-0.104039987503</c:v>
                </c:pt>
                <c:pt idx="53">
                  <c:v>-0.0941822882581</c:v>
                </c:pt>
                <c:pt idx="54">
                  <c:v>0.154910924376</c:v>
                </c:pt>
                <c:pt idx="55">
                  <c:v>-0.169168995208</c:v>
                </c:pt>
                <c:pt idx="56">
                  <c:v>0.116382039383</c:v>
                </c:pt>
                <c:pt idx="57">
                  <c:v>-0.345853175007</c:v>
                </c:pt>
                <c:pt idx="58">
                  <c:v>-0.0483701509885</c:v>
                </c:pt>
                <c:pt idx="59">
                  <c:v>-0.0365724995211</c:v>
                </c:pt>
                <c:pt idx="60">
                  <c:v>0.0681057667643</c:v>
                </c:pt>
                <c:pt idx="61">
                  <c:v>-0.260238238402</c:v>
                </c:pt>
                <c:pt idx="62">
                  <c:v>-0.021863779105</c:v>
                </c:pt>
                <c:pt idx="63">
                  <c:v>-0.174711415556</c:v>
                </c:pt>
                <c:pt idx="64">
                  <c:v>0.00766516744936</c:v>
                </c:pt>
                <c:pt idx="65">
                  <c:v>0.013355811603</c:v>
                </c:pt>
                <c:pt idx="66">
                  <c:v>-0.288372576688</c:v>
                </c:pt>
                <c:pt idx="67">
                  <c:v>-0.145354678663</c:v>
                </c:pt>
                <c:pt idx="68">
                  <c:v>0.419026171129</c:v>
                </c:pt>
                <c:pt idx="69">
                  <c:v>-0.408486507782</c:v>
                </c:pt>
                <c:pt idx="70">
                  <c:v>-0.155735599885</c:v>
                </c:pt>
                <c:pt idx="71">
                  <c:v>0.150626796617</c:v>
                </c:pt>
                <c:pt idx="72">
                  <c:v>-0.0194674504855</c:v>
                </c:pt>
                <c:pt idx="73">
                  <c:v>-0.0141931730634</c:v>
                </c:pt>
                <c:pt idx="74">
                  <c:v>-0.212062361594</c:v>
                </c:pt>
                <c:pt idx="75">
                  <c:v>0.000445706445894</c:v>
                </c:pt>
                <c:pt idx="76">
                  <c:v>-0.128710460461</c:v>
                </c:pt>
                <c:pt idx="77">
                  <c:v>6.28530053849E-05</c:v>
                </c:pt>
                <c:pt idx="78">
                  <c:v>0.100295524632</c:v>
                </c:pt>
                <c:pt idx="79">
                  <c:v>-0.220437560522</c:v>
                </c:pt>
                <c:pt idx="80">
                  <c:v>-0.137052057234</c:v>
                </c:pt>
                <c:pt idx="81">
                  <c:v>0.316414483443</c:v>
                </c:pt>
                <c:pt idx="82">
                  <c:v>0.0918558823395</c:v>
                </c:pt>
                <c:pt idx="83">
                  <c:v>0.124319199425</c:v>
                </c:pt>
                <c:pt idx="84">
                  <c:v>0.0263133211416</c:v>
                </c:pt>
                <c:pt idx="85">
                  <c:v>-0.0777727321196</c:v>
                </c:pt>
                <c:pt idx="86">
                  <c:v>-0.29064794852</c:v>
                </c:pt>
                <c:pt idx="87">
                  <c:v>0.0161216542617</c:v>
                </c:pt>
                <c:pt idx="88">
                  <c:v>0.128406958484</c:v>
                </c:pt>
                <c:pt idx="89">
                  <c:v>-0.124591624683</c:v>
                </c:pt>
                <c:pt idx="90">
                  <c:v>-0.209176773529</c:v>
                </c:pt>
                <c:pt idx="91">
                  <c:v>0.202999428187</c:v>
                </c:pt>
                <c:pt idx="92">
                  <c:v>0.117799238938</c:v>
                </c:pt>
                <c:pt idx="93">
                  <c:v>-0.340979838995</c:v>
                </c:pt>
                <c:pt idx="94">
                  <c:v>-0.290707261466</c:v>
                </c:pt>
                <c:pt idx="95">
                  <c:v>0.0902717907217</c:v>
                </c:pt>
                <c:pt idx="96">
                  <c:v>0.140379786255</c:v>
                </c:pt>
                <c:pt idx="97">
                  <c:v>0.167215372663</c:v>
                </c:pt>
                <c:pt idx="98">
                  <c:v>-0.130574109556</c:v>
                </c:pt>
                <c:pt idx="99">
                  <c:v>0.0880887885453</c:v>
                </c:pt>
                <c:pt idx="100">
                  <c:v>0.420470072708</c:v>
                </c:pt>
                <c:pt idx="101">
                  <c:v>0.376070368217</c:v>
                </c:pt>
                <c:pt idx="102">
                  <c:v>-0.0064572230073</c:v>
                </c:pt>
                <c:pt idx="103">
                  <c:v>0.0201288921745</c:v>
                </c:pt>
                <c:pt idx="104">
                  <c:v>0.0875107382513</c:v>
                </c:pt>
                <c:pt idx="105">
                  <c:v>-0.151800246757</c:v>
                </c:pt>
                <c:pt idx="106">
                  <c:v>-0.114329807048</c:v>
                </c:pt>
                <c:pt idx="107">
                  <c:v>0.178752997225</c:v>
                </c:pt>
                <c:pt idx="108">
                  <c:v>-0.00170052428275</c:v>
                </c:pt>
                <c:pt idx="109">
                  <c:v>0.101223756139</c:v>
                </c:pt>
                <c:pt idx="110">
                  <c:v>-0.0195475800034</c:v>
                </c:pt>
                <c:pt idx="111">
                  <c:v>-0.179932401671</c:v>
                </c:pt>
                <c:pt idx="112">
                  <c:v>0.0635680616117</c:v>
                </c:pt>
                <c:pt idx="113">
                  <c:v>-0.144548388387</c:v>
                </c:pt>
                <c:pt idx="114">
                  <c:v>-0.0430556507216</c:v>
                </c:pt>
                <c:pt idx="115">
                  <c:v>0.316743671733</c:v>
                </c:pt>
                <c:pt idx="116">
                  <c:v>0.0584965342101</c:v>
                </c:pt>
                <c:pt idx="117">
                  <c:v>0.143439608714</c:v>
                </c:pt>
                <c:pt idx="118">
                  <c:v>-0.125450484473</c:v>
                </c:pt>
                <c:pt idx="119">
                  <c:v>0.112041769837</c:v>
                </c:pt>
                <c:pt idx="120">
                  <c:v>-0.19795691307</c:v>
                </c:pt>
                <c:pt idx="121">
                  <c:v>-0.187578334438</c:v>
                </c:pt>
                <c:pt idx="122">
                  <c:v>-0.037837038403</c:v>
                </c:pt>
                <c:pt idx="123">
                  <c:v>0.139919650687</c:v>
                </c:pt>
                <c:pt idx="124">
                  <c:v>-0.195556540873</c:v>
                </c:pt>
                <c:pt idx="125">
                  <c:v>-0.00957016340936</c:v>
                </c:pt>
                <c:pt idx="126">
                  <c:v>-0.564666822524</c:v>
                </c:pt>
                <c:pt idx="127">
                  <c:v>-0.0803501807477</c:v>
                </c:pt>
                <c:pt idx="128">
                  <c:v>-0.167751984486</c:v>
                </c:pt>
                <c:pt idx="129">
                  <c:v>0.139012962006</c:v>
                </c:pt>
                <c:pt idx="130">
                  <c:v>0.0155562820072</c:v>
                </c:pt>
                <c:pt idx="131">
                  <c:v>0.149274756567</c:v>
                </c:pt>
                <c:pt idx="132">
                  <c:v>-0.19219556634</c:v>
                </c:pt>
                <c:pt idx="133">
                  <c:v>0.327423547797</c:v>
                </c:pt>
                <c:pt idx="134">
                  <c:v>-0.219308819996</c:v>
                </c:pt>
                <c:pt idx="135">
                  <c:v>-0.27068557872</c:v>
                </c:pt>
                <c:pt idx="136">
                  <c:v>0.197528358932</c:v>
                </c:pt>
                <c:pt idx="137">
                  <c:v>-0.0579416536334</c:v>
                </c:pt>
                <c:pt idx="138">
                  <c:v>-0.15607423291</c:v>
                </c:pt>
                <c:pt idx="139">
                  <c:v>-0.0632823220336</c:v>
                </c:pt>
                <c:pt idx="140">
                  <c:v>0.295198027562</c:v>
                </c:pt>
                <c:pt idx="141">
                  <c:v>0.0301897319736</c:v>
                </c:pt>
                <c:pt idx="142">
                  <c:v>0.165807453212</c:v>
                </c:pt>
                <c:pt idx="143">
                  <c:v>0.07940978297</c:v>
                </c:pt>
                <c:pt idx="144">
                  <c:v>-0.419598496714</c:v>
                </c:pt>
                <c:pt idx="145">
                  <c:v>0.00505266162568</c:v>
                </c:pt>
                <c:pt idx="146">
                  <c:v>0.0199200735448</c:v>
                </c:pt>
                <c:pt idx="147">
                  <c:v>-0.132229888546</c:v>
                </c:pt>
                <c:pt idx="148">
                  <c:v>0.309596666</c:v>
                </c:pt>
                <c:pt idx="149">
                  <c:v>0.110351144961</c:v>
                </c:pt>
                <c:pt idx="150">
                  <c:v>-0.0475671316324</c:v>
                </c:pt>
                <c:pt idx="151">
                  <c:v>-0.311291829655</c:v>
                </c:pt>
                <c:pt idx="152">
                  <c:v>0.23773921124</c:v>
                </c:pt>
                <c:pt idx="153">
                  <c:v>0.0684816391043</c:v>
                </c:pt>
                <c:pt idx="154">
                  <c:v>0.153225391694</c:v>
                </c:pt>
                <c:pt idx="155">
                  <c:v>0.360911473762</c:v>
                </c:pt>
                <c:pt idx="156">
                  <c:v>-0.0543098901167</c:v>
                </c:pt>
                <c:pt idx="157">
                  <c:v>0.0803331969209</c:v>
                </c:pt>
                <c:pt idx="158">
                  <c:v>0.0935301226873</c:v>
                </c:pt>
                <c:pt idx="159">
                  <c:v>-0.0769508912719</c:v>
                </c:pt>
                <c:pt idx="160">
                  <c:v>0.00709639119448</c:v>
                </c:pt>
                <c:pt idx="161">
                  <c:v>-0.533116353411</c:v>
                </c:pt>
                <c:pt idx="162">
                  <c:v>-0.0518457569121</c:v>
                </c:pt>
                <c:pt idx="163">
                  <c:v>-0.375052085036</c:v>
                </c:pt>
                <c:pt idx="164">
                  <c:v>0.0525778100105</c:v>
                </c:pt>
                <c:pt idx="165">
                  <c:v>-0.0420840045251</c:v>
                </c:pt>
                <c:pt idx="166">
                  <c:v>-0.0113102140798</c:v>
                </c:pt>
                <c:pt idx="167">
                  <c:v>-0.204866533167</c:v>
                </c:pt>
                <c:pt idx="168">
                  <c:v>-0.147629482177</c:v>
                </c:pt>
                <c:pt idx="169">
                  <c:v>-0.00543090291165</c:v>
                </c:pt>
                <c:pt idx="170">
                  <c:v>-0.103790731145</c:v>
                </c:pt>
                <c:pt idx="171">
                  <c:v>0.109917172765</c:v>
                </c:pt>
                <c:pt idx="172">
                  <c:v>0.242425769993</c:v>
                </c:pt>
                <c:pt idx="173">
                  <c:v>0.167372613747</c:v>
                </c:pt>
                <c:pt idx="174">
                  <c:v>0.242601573744</c:v>
                </c:pt>
                <c:pt idx="175">
                  <c:v>-0.229155035502</c:v>
                </c:pt>
                <c:pt idx="176">
                  <c:v>0.223302543878</c:v>
                </c:pt>
                <c:pt idx="177">
                  <c:v>-0.0677518666909</c:v>
                </c:pt>
                <c:pt idx="178">
                  <c:v>-0.201157282226</c:v>
                </c:pt>
                <c:pt idx="179">
                  <c:v>0.110439160816</c:v>
                </c:pt>
              </c:numCache>
            </c:numRef>
          </c:xVal>
          <c:yVal>
            <c:numRef>
              <c:f>'Chart Data'!$B$2:$B$181</c:f>
              <c:numCache>
                <c:formatCode>0</c:formatCode>
                <c:ptCount val="180"/>
                <c:pt idx="0">
                  <c:v>4.48000764054</c:v>
                </c:pt>
                <c:pt idx="1">
                  <c:v>-0.287337395697</c:v>
                </c:pt>
                <c:pt idx="2">
                  <c:v>2.04821687774</c:v>
                </c:pt>
                <c:pt idx="3">
                  <c:v>-1.19315078116</c:v>
                </c:pt>
                <c:pt idx="4">
                  <c:v>-0.554079956492</c:v>
                </c:pt>
                <c:pt idx="5">
                  <c:v>4.57739230054</c:v>
                </c:pt>
                <c:pt idx="6">
                  <c:v>1.06564233216</c:v>
                </c:pt>
                <c:pt idx="7">
                  <c:v>0.541864880978</c:v>
                </c:pt>
                <c:pt idx="8">
                  <c:v>4.33357639724</c:v>
                </c:pt>
                <c:pt idx="9">
                  <c:v>-4.52290470514</c:v>
                </c:pt>
                <c:pt idx="10">
                  <c:v>5.52060578987</c:v>
                </c:pt>
                <c:pt idx="11">
                  <c:v>-1.4529233521</c:v>
                </c:pt>
                <c:pt idx="12">
                  <c:v>-1.35273199283</c:v>
                </c:pt>
                <c:pt idx="13">
                  <c:v>-2.2205262604</c:v>
                </c:pt>
                <c:pt idx="14">
                  <c:v>-0.537723188659</c:v>
                </c:pt>
                <c:pt idx="15">
                  <c:v>-3.5514240302</c:v>
                </c:pt>
                <c:pt idx="16">
                  <c:v>-3.00219642087</c:v>
                </c:pt>
                <c:pt idx="17">
                  <c:v>1.13300232186</c:v>
                </c:pt>
                <c:pt idx="18">
                  <c:v>2.12762572208</c:v>
                </c:pt>
                <c:pt idx="19">
                  <c:v>1.01132615337</c:v>
                </c:pt>
                <c:pt idx="20">
                  <c:v>-5.04759974364</c:v>
                </c:pt>
                <c:pt idx="21">
                  <c:v>-1.78685116778</c:v>
                </c:pt>
                <c:pt idx="22">
                  <c:v>-2.00505456769</c:v>
                </c:pt>
                <c:pt idx="23">
                  <c:v>3.69700562724</c:v>
                </c:pt>
                <c:pt idx="24">
                  <c:v>1.46030417092</c:v>
                </c:pt>
                <c:pt idx="25">
                  <c:v>-4.42754933276</c:v>
                </c:pt>
                <c:pt idx="26">
                  <c:v>5.51401701446</c:v>
                </c:pt>
                <c:pt idx="27">
                  <c:v>-2.39306730008</c:v>
                </c:pt>
                <c:pt idx="28">
                  <c:v>-3.80358855248</c:v>
                </c:pt>
                <c:pt idx="29">
                  <c:v>0.819896803225</c:v>
                </c:pt>
                <c:pt idx="30">
                  <c:v>-4.86218133065</c:v>
                </c:pt>
                <c:pt idx="31">
                  <c:v>0.660681641422</c:v>
                </c:pt>
                <c:pt idx="32">
                  <c:v>0.756983856781</c:v>
                </c:pt>
                <c:pt idx="33">
                  <c:v>-5.62981331949</c:v>
                </c:pt>
                <c:pt idx="34">
                  <c:v>1.20034870084</c:v>
                </c:pt>
                <c:pt idx="35">
                  <c:v>-1.71113002582</c:v>
                </c:pt>
                <c:pt idx="36">
                  <c:v>-4.43574320221</c:v>
                </c:pt>
                <c:pt idx="37">
                  <c:v>1.73569703969</c:v>
                </c:pt>
                <c:pt idx="38">
                  <c:v>-5.01416308355</c:v>
                </c:pt>
                <c:pt idx="39">
                  <c:v>0.847410259613</c:v>
                </c:pt>
                <c:pt idx="40">
                  <c:v>-2.71171909325</c:v>
                </c:pt>
                <c:pt idx="41">
                  <c:v>-4.93319073565</c:v>
                </c:pt>
                <c:pt idx="42">
                  <c:v>-3.29198809907</c:v>
                </c:pt>
                <c:pt idx="43">
                  <c:v>1.84986710119</c:v>
                </c:pt>
                <c:pt idx="44">
                  <c:v>-2.9200512672</c:v>
                </c:pt>
                <c:pt idx="45">
                  <c:v>0.772040817938</c:v>
                </c:pt>
                <c:pt idx="46">
                  <c:v>0.305447584522</c:v>
                </c:pt>
                <c:pt idx="47">
                  <c:v>-0.936088382233</c:v>
                </c:pt>
                <c:pt idx="48">
                  <c:v>1.17819594959</c:v>
                </c:pt>
                <c:pt idx="49">
                  <c:v>0.864899586157</c:v>
                </c:pt>
                <c:pt idx="50">
                  <c:v>-1.28544473861</c:v>
                </c:pt>
                <c:pt idx="51">
                  <c:v>-1.59208190336</c:v>
                </c:pt>
                <c:pt idx="52">
                  <c:v>4.54735086572</c:v>
                </c:pt>
                <c:pt idx="53">
                  <c:v>-2.40599634307</c:v>
                </c:pt>
                <c:pt idx="54">
                  <c:v>5.24300402055</c:v>
                </c:pt>
                <c:pt idx="55">
                  <c:v>3.16643105706</c:v>
                </c:pt>
                <c:pt idx="56">
                  <c:v>-2.72583113212</c:v>
                </c:pt>
                <c:pt idx="57">
                  <c:v>2.41925623955</c:v>
                </c:pt>
                <c:pt idx="58">
                  <c:v>1.07727143463</c:v>
                </c:pt>
                <c:pt idx="59">
                  <c:v>4.27607289046</c:v>
                </c:pt>
                <c:pt idx="60">
                  <c:v>2.9173939701</c:v>
                </c:pt>
                <c:pt idx="61">
                  <c:v>-1.20030314253</c:v>
                </c:pt>
                <c:pt idx="62">
                  <c:v>-2.30882353031</c:v>
                </c:pt>
                <c:pt idx="63">
                  <c:v>-0.287269513608</c:v>
                </c:pt>
                <c:pt idx="64">
                  <c:v>0.892280145283</c:v>
                </c:pt>
                <c:pt idx="65">
                  <c:v>0.731956696857</c:v>
                </c:pt>
                <c:pt idx="66">
                  <c:v>0.677560608756</c:v>
                </c:pt>
                <c:pt idx="67">
                  <c:v>-2.41010496815</c:v>
                </c:pt>
                <c:pt idx="68">
                  <c:v>-0.481656853459</c:v>
                </c:pt>
                <c:pt idx="69">
                  <c:v>2.76798006924</c:v>
                </c:pt>
                <c:pt idx="70">
                  <c:v>-0.727933307864</c:v>
                </c:pt>
                <c:pt idx="71">
                  <c:v>2.34033644026</c:v>
                </c:pt>
                <c:pt idx="72">
                  <c:v>-0.203325566812</c:v>
                </c:pt>
                <c:pt idx="73">
                  <c:v>1.35063187673</c:v>
                </c:pt>
                <c:pt idx="74">
                  <c:v>-2.35704123791</c:v>
                </c:pt>
                <c:pt idx="75">
                  <c:v>-0.791825871021</c:v>
                </c:pt>
                <c:pt idx="76">
                  <c:v>-2.57350215721</c:v>
                </c:pt>
                <c:pt idx="77">
                  <c:v>-0.493495115816</c:v>
                </c:pt>
                <c:pt idx="78">
                  <c:v>-1.59626416683</c:v>
                </c:pt>
                <c:pt idx="79">
                  <c:v>-5.87166212982</c:v>
                </c:pt>
                <c:pt idx="80">
                  <c:v>-4.2005390876</c:v>
                </c:pt>
                <c:pt idx="81">
                  <c:v>1.523173292</c:v>
                </c:pt>
                <c:pt idx="82">
                  <c:v>0.219338038078</c:v>
                </c:pt>
                <c:pt idx="83">
                  <c:v>5.80679745461</c:v>
                </c:pt>
                <c:pt idx="84">
                  <c:v>-1.4883362739</c:v>
                </c:pt>
                <c:pt idx="85">
                  <c:v>0.266197863559</c:v>
                </c:pt>
                <c:pt idx="86">
                  <c:v>4.81230711815</c:v>
                </c:pt>
                <c:pt idx="87">
                  <c:v>-5.88129282865</c:v>
                </c:pt>
                <c:pt idx="88">
                  <c:v>-4.12675182209</c:v>
                </c:pt>
                <c:pt idx="89">
                  <c:v>3.34409652956</c:v>
                </c:pt>
                <c:pt idx="90">
                  <c:v>-1.70527709731</c:v>
                </c:pt>
                <c:pt idx="91">
                  <c:v>0.552394678408</c:v>
                </c:pt>
                <c:pt idx="92">
                  <c:v>3.74738196068</c:v>
                </c:pt>
                <c:pt idx="93">
                  <c:v>-0.301365995794</c:v>
                </c:pt>
                <c:pt idx="94">
                  <c:v>7.02217275573</c:v>
                </c:pt>
                <c:pt idx="95">
                  <c:v>-0.193964748941</c:v>
                </c:pt>
                <c:pt idx="96">
                  <c:v>-1.39621015828</c:v>
                </c:pt>
                <c:pt idx="97">
                  <c:v>-1.12661805339</c:v>
                </c:pt>
                <c:pt idx="98">
                  <c:v>-3.99263813897</c:v>
                </c:pt>
                <c:pt idx="99">
                  <c:v>-4.87732274685</c:v>
                </c:pt>
                <c:pt idx="100">
                  <c:v>1.5783791134</c:v>
                </c:pt>
                <c:pt idx="101">
                  <c:v>2.63817843703</c:v>
                </c:pt>
                <c:pt idx="102">
                  <c:v>0.193990105945</c:v>
                </c:pt>
                <c:pt idx="103">
                  <c:v>1.97905300642</c:v>
                </c:pt>
                <c:pt idx="104">
                  <c:v>3.3776629499</c:v>
                </c:pt>
                <c:pt idx="105">
                  <c:v>-0.783956074405</c:v>
                </c:pt>
                <c:pt idx="106">
                  <c:v>0.251869340464</c:v>
                </c:pt>
                <c:pt idx="107">
                  <c:v>3.50020300246</c:v>
                </c:pt>
                <c:pt idx="108">
                  <c:v>-1.90631920008</c:v>
                </c:pt>
                <c:pt idx="109">
                  <c:v>-0.259216526907</c:v>
                </c:pt>
                <c:pt idx="110">
                  <c:v>-9.74558259454</c:v>
                </c:pt>
                <c:pt idx="111">
                  <c:v>4.46134883775</c:v>
                </c:pt>
                <c:pt idx="112">
                  <c:v>-1.53235710308</c:v>
                </c:pt>
                <c:pt idx="113">
                  <c:v>-1.047357849</c:v>
                </c:pt>
                <c:pt idx="114">
                  <c:v>-6.36975673434</c:v>
                </c:pt>
                <c:pt idx="115">
                  <c:v>-0.0604164024121</c:v>
                </c:pt>
                <c:pt idx="116">
                  <c:v>1.78550657351</c:v>
                </c:pt>
                <c:pt idx="117">
                  <c:v>-1.49277030826</c:v>
                </c:pt>
                <c:pt idx="118">
                  <c:v>0.152834850407</c:v>
                </c:pt>
                <c:pt idx="119">
                  <c:v>0.191702218667</c:v>
                </c:pt>
                <c:pt idx="120">
                  <c:v>-7.96461355019</c:v>
                </c:pt>
                <c:pt idx="121">
                  <c:v>0.191162680142</c:v>
                </c:pt>
                <c:pt idx="122">
                  <c:v>-4.55749765573</c:v>
                </c:pt>
                <c:pt idx="123">
                  <c:v>-1.05856352416</c:v>
                </c:pt>
                <c:pt idx="124">
                  <c:v>-0.219268445666</c:v>
                </c:pt>
                <c:pt idx="125">
                  <c:v>-0.94434464958</c:v>
                </c:pt>
                <c:pt idx="126">
                  <c:v>1.70537612638</c:v>
                </c:pt>
                <c:pt idx="127">
                  <c:v>-5.49811050006</c:v>
                </c:pt>
                <c:pt idx="128">
                  <c:v>2.03176506791</c:v>
                </c:pt>
                <c:pt idx="129">
                  <c:v>-2.42477277848</c:v>
                </c:pt>
                <c:pt idx="130">
                  <c:v>3.87869423316</c:v>
                </c:pt>
                <c:pt idx="131">
                  <c:v>0.0615079949378</c:v>
                </c:pt>
                <c:pt idx="132">
                  <c:v>-1.59064790616</c:v>
                </c:pt>
                <c:pt idx="133">
                  <c:v>-2.49865665024</c:v>
                </c:pt>
                <c:pt idx="134">
                  <c:v>-2.43857571277</c:v>
                </c:pt>
                <c:pt idx="135">
                  <c:v>2.58216479295</c:v>
                </c:pt>
                <c:pt idx="136">
                  <c:v>-3.21625480208</c:v>
                </c:pt>
                <c:pt idx="137">
                  <c:v>-1.39032248967</c:v>
                </c:pt>
                <c:pt idx="138">
                  <c:v>1.4780811141</c:v>
                </c:pt>
                <c:pt idx="139">
                  <c:v>1.50407912982</c:v>
                </c:pt>
                <c:pt idx="140">
                  <c:v>3.80675520527</c:v>
                </c:pt>
                <c:pt idx="141">
                  <c:v>4.25965367737</c:v>
                </c:pt>
                <c:pt idx="142">
                  <c:v>2.72706859152</c:v>
                </c:pt>
                <c:pt idx="143">
                  <c:v>-1.58732843671</c:v>
                </c:pt>
                <c:pt idx="144">
                  <c:v>3.11281297428</c:v>
                </c:pt>
                <c:pt idx="145">
                  <c:v>-0.669971316293</c:v>
                </c:pt>
                <c:pt idx="146">
                  <c:v>2.201771562</c:v>
                </c:pt>
                <c:pt idx="147">
                  <c:v>-7.86626729575</c:v>
                </c:pt>
                <c:pt idx="148">
                  <c:v>-1.74532796604</c:v>
                </c:pt>
                <c:pt idx="149">
                  <c:v>-0.687005599014</c:v>
                </c:pt>
                <c:pt idx="150">
                  <c:v>4.32051477726</c:v>
                </c:pt>
                <c:pt idx="151">
                  <c:v>-0.372746637316</c:v>
                </c:pt>
                <c:pt idx="152">
                  <c:v>-4.31074194715</c:v>
                </c:pt>
                <c:pt idx="153">
                  <c:v>0.968668100339</c:v>
                </c:pt>
                <c:pt idx="154">
                  <c:v>-0.297918787745</c:v>
                </c:pt>
                <c:pt idx="155">
                  <c:v>1.52520203237</c:v>
                </c:pt>
                <c:pt idx="156">
                  <c:v>-4.71664447507</c:v>
                </c:pt>
                <c:pt idx="157">
                  <c:v>-5.4926816679</c:v>
                </c:pt>
                <c:pt idx="158">
                  <c:v>-0.322962744502</c:v>
                </c:pt>
                <c:pt idx="159">
                  <c:v>0.421476343785</c:v>
                </c:pt>
                <c:pt idx="160">
                  <c:v>1.05813741793</c:v>
                </c:pt>
                <c:pt idx="161">
                  <c:v>-3.67702547384</c:v>
                </c:pt>
                <c:pt idx="162">
                  <c:v>-1.17392294077</c:v>
                </c:pt>
                <c:pt idx="163">
                  <c:v>-1.00988043324</c:v>
                </c:pt>
                <c:pt idx="164">
                  <c:v>-1.83044565777</c:v>
                </c:pt>
                <c:pt idx="165">
                  <c:v>-1.61978367079</c:v>
                </c:pt>
                <c:pt idx="166">
                  <c:v>-2.38424116639</c:v>
                </c:pt>
                <c:pt idx="167">
                  <c:v>-0.510221065048</c:v>
                </c:pt>
                <c:pt idx="168">
                  <c:v>-0.167994749154</c:v>
                </c:pt>
                <c:pt idx="169">
                  <c:v>-2.07504963505</c:v>
                </c:pt>
                <c:pt idx="170">
                  <c:v>1.88790710879</c:v>
                </c:pt>
                <c:pt idx="171">
                  <c:v>-5.12771891611</c:v>
                </c:pt>
                <c:pt idx="172">
                  <c:v>-2.24988176818</c:v>
                </c:pt>
                <c:pt idx="173">
                  <c:v>-1.00457086552</c:v>
                </c:pt>
                <c:pt idx="174">
                  <c:v>-0.598104907695</c:v>
                </c:pt>
                <c:pt idx="175">
                  <c:v>-5.38980551948</c:v>
                </c:pt>
                <c:pt idx="176">
                  <c:v>-0.199371574652</c:v>
                </c:pt>
                <c:pt idx="177">
                  <c:v>-1.45361553825</c:v>
                </c:pt>
                <c:pt idx="178">
                  <c:v>-5.53458407937</c:v>
                </c:pt>
                <c:pt idx="179">
                  <c:v>-4.00218778881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iragino Sans GB"/>
                  <a:ea typeface="Hiragino Sans GB"/>
                  <a:cs typeface="Hiragino Sans GB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0"/>
          <c:min val="-10"/>
        </c:scaling>
        <c:delete val="0"/>
        <c:axPos val="l"/>
        <c:majorGridlines>
          <c:spPr>
            <a:ln xmlns:a="http://schemas.openxmlformats.org/drawingml/2006/main" w="6668">
              <a:solidFill>
                <a:srgbClr val="DEE5EA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solidFill>
                      <a:srgbClr val="526575"/>
                    </a:solidFill>
                    <a:latin typeface="Hiragino Sans GB"/>
                    <a:ea typeface="Hiragino Sans GB"/>
                    <a:cs typeface="Hiragino Sans GB"/>
                  </a:rPr>
                  <a:t>初始 vx（cm/s）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526575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</c:title>
        <c:numFmt formatCode="0"/>
        <c:majorTickMark val="none"/>
        <c:minorTickMark val="none"/>
        <c:tickLblPos val="low"/>
        <c:spPr>
          <a:ln xmlns:a="http://schemas.openxmlformats.org/drawingml/2006/main" w="9525">
            <a:solidFill>
              <a:srgbClr val="8C98A3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26575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50112"/>
      </c:valAx>
      <c:valAx>
        <c:axId val="48650112"/>
        <c:scaling>
          <c:orientation val="minMax"/>
          <c:max val="0.7"/>
          <c:min val="-0.7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solidFill>
                      <a:srgbClr val="526575"/>
                    </a:solidFill>
                    <a:latin typeface="Hiragino Sans GB"/>
                    <a:ea typeface="Hiragino Sans GB"/>
                    <a:cs typeface="Hiragino Sans GB"/>
                  </a:rPr>
                  <a:t>初始 x（μm）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526575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</c:title>
        <c:numFmt formatCode="0.0"/>
        <c:majorTickMark val="none"/>
        <c:minorTickMark val="none"/>
        <c:tickLblPos val="low"/>
        <c:spPr>
          <a:ln xmlns:a="http://schemas.openxmlformats.org/drawingml/2006/main" w="9525">
            <a:solidFill>
              <a:srgbClr val="8C98A3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26575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72768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6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AOD 中心</c:v>
          </c:tx>
          <c:spPr>
            <a:solidFill xmlns:a="http://schemas.openxmlformats.org/drawingml/2006/main">
              <a:srgbClr val="17679B"/>
            </a:solidFill>
            <a:ln xmlns:a="http://schemas.openxmlformats.org/drawingml/2006/main" w="24765">
              <a:solidFill>
                <a:srgbClr val="17679B"/>
              </a:solidFill>
            </a:ln>
          </c:spPr>
          <c:marker>
            <c:symbol val="none"/>
            <c:size val="4"/>
          </c:marker>
          <c:xVal>
            <c:numRef>
              <c:f>'Chart Data'!$A$2:$A$162</c:f>
              <c:numCache>
                <c:formatCode>General</c:formatCode>
                <c:ptCount val="161"/>
                <c:pt idx="0">
                  <c:v>0</c:v>
                </c:pt>
                <c:pt idx="1">
                  <c:v>2.5</c:v>
                </c:pt>
                <c:pt idx="2">
                  <c:v>5</c:v>
                </c:pt>
                <c:pt idx="3">
                  <c:v>7.5</c:v>
                </c:pt>
                <c:pt idx="4">
                  <c:v>10</c:v>
                </c:pt>
                <c:pt idx="5">
                  <c:v>12.5</c:v>
                </c:pt>
                <c:pt idx="6">
                  <c:v>15</c:v>
                </c:pt>
                <c:pt idx="7">
                  <c:v>17.5</c:v>
                </c:pt>
                <c:pt idx="8">
                  <c:v>20</c:v>
                </c:pt>
                <c:pt idx="9">
                  <c:v>22.5</c:v>
                </c:pt>
                <c:pt idx="10">
                  <c:v>25</c:v>
                </c:pt>
                <c:pt idx="11">
                  <c:v>27.5</c:v>
                </c:pt>
                <c:pt idx="12">
                  <c:v>30</c:v>
                </c:pt>
                <c:pt idx="13">
                  <c:v>32.5</c:v>
                </c:pt>
                <c:pt idx="14">
                  <c:v>35</c:v>
                </c:pt>
                <c:pt idx="15">
                  <c:v>37.5</c:v>
                </c:pt>
                <c:pt idx="16">
                  <c:v>40</c:v>
                </c:pt>
                <c:pt idx="17">
                  <c:v>42.5</c:v>
                </c:pt>
                <c:pt idx="18">
                  <c:v>45</c:v>
                </c:pt>
                <c:pt idx="19">
                  <c:v>47.5</c:v>
                </c:pt>
                <c:pt idx="20">
                  <c:v>50</c:v>
                </c:pt>
                <c:pt idx="21">
                  <c:v>52.5</c:v>
                </c:pt>
                <c:pt idx="22">
                  <c:v>55</c:v>
                </c:pt>
                <c:pt idx="23">
                  <c:v>57.5</c:v>
                </c:pt>
                <c:pt idx="24">
                  <c:v>60</c:v>
                </c:pt>
                <c:pt idx="25">
                  <c:v>62.5</c:v>
                </c:pt>
                <c:pt idx="26">
                  <c:v>65</c:v>
                </c:pt>
                <c:pt idx="27">
                  <c:v>67.5</c:v>
                </c:pt>
                <c:pt idx="28">
                  <c:v>70</c:v>
                </c:pt>
                <c:pt idx="29">
                  <c:v>72.5</c:v>
                </c:pt>
                <c:pt idx="30">
                  <c:v>75</c:v>
                </c:pt>
                <c:pt idx="31">
                  <c:v>77.5</c:v>
                </c:pt>
                <c:pt idx="32">
                  <c:v>80</c:v>
                </c:pt>
                <c:pt idx="33">
                  <c:v>82.5</c:v>
                </c:pt>
                <c:pt idx="34">
                  <c:v>85</c:v>
                </c:pt>
                <c:pt idx="35">
                  <c:v>87.5</c:v>
                </c:pt>
                <c:pt idx="36">
                  <c:v>90</c:v>
                </c:pt>
                <c:pt idx="37">
                  <c:v>92.5</c:v>
                </c:pt>
                <c:pt idx="38">
                  <c:v>95</c:v>
                </c:pt>
                <c:pt idx="39">
                  <c:v>97.5</c:v>
                </c:pt>
                <c:pt idx="40">
                  <c:v>100</c:v>
                </c:pt>
                <c:pt idx="41">
                  <c:v>102.5</c:v>
                </c:pt>
                <c:pt idx="42">
                  <c:v>105</c:v>
                </c:pt>
                <c:pt idx="43">
                  <c:v>107.5</c:v>
                </c:pt>
                <c:pt idx="44">
                  <c:v>110</c:v>
                </c:pt>
                <c:pt idx="45">
                  <c:v>112.5</c:v>
                </c:pt>
                <c:pt idx="46">
                  <c:v>115</c:v>
                </c:pt>
                <c:pt idx="47">
                  <c:v>117.5</c:v>
                </c:pt>
                <c:pt idx="48">
                  <c:v>120</c:v>
                </c:pt>
                <c:pt idx="49">
                  <c:v>122.5</c:v>
                </c:pt>
                <c:pt idx="50">
                  <c:v>125</c:v>
                </c:pt>
                <c:pt idx="51">
                  <c:v>127.5</c:v>
                </c:pt>
                <c:pt idx="52">
                  <c:v>130</c:v>
                </c:pt>
                <c:pt idx="53">
                  <c:v>132.5</c:v>
                </c:pt>
                <c:pt idx="54">
                  <c:v>135</c:v>
                </c:pt>
                <c:pt idx="55">
                  <c:v>137.5</c:v>
                </c:pt>
                <c:pt idx="56">
                  <c:v>140</c:v>
                </c:pt>
                <c:pt idx="57">
                  <c:v>142.5</c:v>
                </c:pt>
                <c:pt idx="58">
                  <c:v>145</c:v>
                </c:pt>
                <c:pt idx="59">
                  <c:v>147.5</c:v>
                </c:pt>
                <c:pt idx="60">
                  <c:v>150</c:v>
                </c:pt>
                <c:pt idx="61">
                  <c:v>152.5</c:v>
                </c:pt>
                <c:pt idx="62">
                  <c:v>155</c:v>
                </c:pt>
                <c:pt idx="63">
                  <c:v>157.5</c:v>
                </c:pt>
                <c:pt idx="64">
                  <c:v>160</c:v>
                </c:pt>
                <c:pt idx="65">
                  <c:v>162.5</c:v>
                </c:pt>
                <c:pt idx="66">
                  <c:v>165</c:v>
                </c:pt>
                <c:pt idx="67">
                  <c:v>167.5</c:v>
                </c:pt>
                <c:pt idx="68">
                  <c:v>170</c:v>
                </c:pt>
                <c:pt idx="69">
                  <c:v>172.5</c:v>
                </c:pt>
                <c:pt idx="70">
                  <c:v>175</c:v>
                </c:pt>
                <c:pt idx="71">
                  <c:v>177.5</c:v>
                </c:pt>
                <c:pt idx="72">
                  <c:v>180</c:v>
                </c:pt>
                <c:pt idx="73">
                  <c:v>182.5</c:v>
                </c:pt>
                <c:pt idx="74">
                  <c:v>185</c:v>
                </c:pt>
                <c:pt idx="75">
                  <c:v>187.5</c:v>
                </c:pt>
                <c:pt idx="76">
                  <c:v>190</c:v>
                </c:pt>
                <c:pt idx="77">
                  <c:v>192.5</c:v>
                </c:pt>
                <c:pt idx="78">
                  <c:v>195</c:v>
                </c:pt>
                <c:pt idx="79">
                  <c:v>197.5</c:v>
                </c:pt>
                <c:pt idx="80">
                  <c:v>200</c:v>
                </c:pt>
                <c:pt idx="81">
                  <c:v>202.5</c:v>
                </c:pt>
                <c:pt idx="82">
                  <c:v>205</c:v>
                </c:pt>
                <c:pt idx="83">
                  <c:v>207.5</c:v>
                </c:pt>
                <c:pt idx="84">
                  <c:v>210</c:v>
                </c:pt>
                <c:pt idx="85">
                  <c:v>212.5</c:v>
                </c:pt>
                <c:pt idx="86">
                  <c:v>215</c:v>
                </c:pt>
                <c:pt idx="87">
                  <c:v>217.5</c:v>
                </c:pt>
                <c:pt idx="88">
                  <c:v>220</c:v>
                </c:pt>
                <c:pt idx="89">
                  <c:v>222.5</c:v>
                </c:pt>
                <c:pt idx="90">
                  <c:v>225</c:v>
                </c:pt>
                <c:pt idx="91">
                  <c:v>227.5</c:v>
                </c:pt>
                <c:pt idx="92">
                  <c:v>230</c:v>
                </c:pt>
                <c:pt idx="93">
                  <c:v>232.5</c:v>
                </c:pt>
                <c:pt idx="94">
                  <c:v>235</c:v>
                </c:pt>
                <c:pt idx="95">
                  <c:v>237.5</c:v>
                </c:pt>
                <c:pt idx="96">
                  <c:v>240</c:v>
                </c:pt>
                <c:pt idx="97">
                  <c:v>242.5</c:v>
                </c:pt>
                <c:pt idx="98">
                  <c:v>245</c:v>
                </c:pt>
                <c:pt idx="99">
                  <c:v>247.5</c:v>
                </c:pt>
                <c:pt idx="100">
                  <c:v>250</c:v>
                </c:pt>
                <c:pt idx="101">
                  <c:v>252.5</c:v>
                </c:pt>
                <c:pt idx="102">
                  <c:v>255</c:v>
                </c:pt>
                <c:pt idx="103">
                  <c:v>257.5</c:v>
                </c:pt>
                <c:pt idx="104">
                  <c:v>260</c:v>
                </c:pt>
                <c:pt idx="105">
                  <c:v>262.5</c:v>
                </c:pt>
                <c:pt idx="106">
                  <c:v>265</c:v>
                </c:pt>
                <c:pt idx="107">
                  <c:v>267.5</c:v>
                </c:pt>
                <c:pt idx="108">
                  <c:v>270</c:v>
                </c:pt>
                <c:pt idx="109">
                  <c:v>272.5</c:v>
                </c:pt>
                <c:pt idx="110">
                  <c:v>275</c:v>
                </c:pt>
                <c:pt idx="111">
                  <c:v>277.5</c:v>
                </c:pt>
                <c:pt idx="112">
                  <c:v>280</c:v>
                </c:pt>
                <c:pt idx="113">
                  <c:v>282.5</c:v>
                </c:pt>
                <c:pt idx="114">
                  <c:v>285</c:v>
                </c:pt>
                <c:pt idx="115">
                  <c:v>287.5</c:v>
                </c:pt>
                <c:pt idx="116">
                  <c:v>290</c:v>
                </c:pt>
                <c:pt idx="117">
                  <c:v>292.5</c:v>
                </c:pt>
                <c:pt idx="118">
                  <c:v>295</c:v>
                </c:pt>
                <c:pt idx="119">
                  <c:v>297.5</c:v>
                </c:pt>
                <c:pt idx="120">
                  <c:v>300</c:v>
                </c:pt>
                <c:pt idx="121">
                  <c:v>302.5</c:v>
                </c:pt>
                <c:pt idx="122">
                  <c:v>305</c:v>
                </c:pt>
                <c:pt idx="123">
                  <c:v>307.5</c:v>
                </c:pt>
                <c:pt idx="124">
                  <c:v>310</c:v>
                </c:pt>
                <c:pt idx="125">
                  <c:v>312.5</c:v>
                </c:pt>
                <c:pt idx="126">
                  <c:v>315</c:v>
                </c:pt>
                <c:pt idx="127">
                  <c:v>317.5</c:v>
                </c:pt>
                <c:pt idx="128">
                  <c:v>320</c:v>
                </c:pt>
                <c:pt idx="129">
                  <c:v>322.5</c:v>
                </c:pt>
                <c:pt idx="130">
                  <c:v>325</c:v>
                </c:pt>
                <c:pt idx="131">
                  <c:v>327.5</c:v>
                </c:pt>
                <c:pt idx="132">
                  <c:v>330</c:v>
                </c:pt>
                <c:pt idx="133">
                  <c:v>332.5</c:v>
                </c:pt>
                <c:pt idx="134">
                  <c:v>335</c:v>
                </c:pt>
                <c:pt idx="135">
                  <c:v>337.5</c:v>
                </c:pt>
                <c:pt idx="136">
                  <c:v>340</c:v>
                </c:pt>
                <c:pt idx="137">
                  <c:v>342.5</c:v>
                </c:pt>
                <c:pt idx="138">
                  <c:v>345</c:v>
                </c:pt>
                <c:pt idx="139">
                  <c:v>347.5</c:v>
                </c:pt>
                <c:pt idx="140">
                  <c:v>350</c:v>
                </c:pt>
                <c:pt idx="141">
                  <c:v>352.5</c:v>
                </c:pt>
                <c:pt idx="142">
                  <c:v>355</c:v>
                </c:pt>
                <c:pt idx="143">
                  <c:v>357.5</c:v>
                </c:pt>
                <c:pt idx="144">
                  <c:v>360</c:v>
                </c:pt>
                <c:pt idx="145">
                  <c:v>362.5</c:v>
                </c:pt>
                <c:pt idx="146">
                  <c:v>365</c:v>
                </c:pt>
                <c:pt idx="147">
                  <c:v>367.5</c:v>
                </c:pt>
                <c:pt idx="148">
                  <c:v>370</c:v>
                </c:pt>
                <c:pt idx="149">
                  <c:v>372.5</c:v>
                </c:pt>
                <c:pt idx="150">
                  <c:v>375</c:v>
                </c:pt>
                <c:pt idx="151">
                  <c:v>377.5</c:v>
                </c:pt>
                <c:pt idx="152">
                  <c:v>380</c:v>
                </c:pt>
                <c:pt idx="153">
                  <c:v>382.5</c:v>
                </c:pt>
                <c:pt idx="154">
                  <c:v>385</c:v>
                </c:pt>
                <c:pt idx="155">
                  <c:v>387.5</c:v>
                </c:pt>
                <c:pt idx="156">
                  <c:v>390</c:v>
                </c:pt>
                <c:pt idx="157">
                  <c:v>392.5</c:v>
                </c:pt>
                <c:pt idx="158">
                  <c:v>395</c:v>
                </c:pt>
                <c:pt idx="159">
                  <c:v>397.5</c:v>
                </c:pt>
                <c:pt idx="160">
                  <c:v>400</c:v>
                </c:pt>
              </c:numCache>
            </c:numRef>
          </c:xVal>
          <c:yVal>
            <c:numRef>
              <c:f>'Chart Data'!$B$2:$B$162</c:f>
              <c:numCache>
                <c:formatCode>0.0</c:formatCode>
                <c:ptCount val="16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  <c:pt idx="68">
                  <c:v>0</c:v>
                </c:pt>
                <c:pt idx="69">
                  <c:v>0</c:v>
                </c:pt>
                <c:pt idx="70">
                  <c:v>0</c:v>
                </c:pt>
                <c:pt idx="71">
                  <c:v>0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  <c:pt idx="75">
                  <c:v>0</c:v>
                </c:pt>
                <c:pt idx="76">
                  <c:v>0</c:v>
                </c:pt>
                <c:pt idx="77">
                  <c:v>4.15383548589E-05</c:v>
                </c:pt>
                <c:pt idx="78">
                  <c:v>0.00148337932408</c:v>
                </c:pt>
                <c:pt idx="79">
                  <c:v>0.00494546451838</c:v>
                </c:pt>
                <c:pt idx="80">
                  <c:v>0.0103777878926</c:v>
                </c:pt>
                <c:pt idx="81">
                  <c:v>0.0177303434015</c:v>
                </c:pt>
                <c:pt idx="82">
                  <c:v>0.026953125</c:v>
                </c:pt>
                <c:pt idx="83">
                  <c:v>0.0379961266429</c:v>
                </c:pt>
                <c:pt idx="84">
                  <c:v>0.0508093422849</c:v>
                </c:pt>
                <c:pt idx="85">
                  <c:v>0.065342765881</c:v>
                </c:pt>
                <c:pt idx="86">
                  <c:v>0.081546391386</c:v>
                </c:pt>
                <c:pt idx="87">
                  <c:v>0.0993702127546</c:v>
                </c:pt>
                <c:pt idx="88">
                  <c:v>0.118764223942</c:v>
                </c:pt>
                <c:pt idx="89">
                  <c:v>0.139678418902</c:v>
                </c:pt>
                <c:pt idx="90">
                  <c:v>0.162062791591</c:v>
                </c:pt>
                <c:pt idx="91">
                  <c:v>0.185867335962</c:v>
                </c:pt>
                <c:pt idx="92">
                  <c:v>0.211042045972</c:v>
                </c:pt>
                <c:pt idx="93">
                  <c:v>0.237536915574</c:v>
                </c:pt>
                <c:pt idx="94">
                  <c:v>0.265301938723</c:v>
                </c:pt>
                <c:pt idx="95">
                  <c:v>0.294287109375</c:v>
                </c:pt>
                <c:pt idx="96">
                  <c:v>0.324442421484</c:v>
                </c:pt>
                <c:pt idx="97">
                  <c:v>0.355717869005</c:v>
                </c:pt>
                <c:pt idx="98">
                  <c:v>0.388063445892</c:v>
                </c:pt>
                <c:pt idx="99">
                  <c:v>0.421429146101</c:v>
                </c:pt>
                <c:pt idx="100">
                  <c:v>0.455764963587</c:v>
                </c:pt>
                <c:pt idx="101">
                  <c:v>0.491020892303</c:v>
                </c:pt>
                <c:pt idx="102">
                  <c:v>0.527146926206</c:v>
                </c:pt>
                <c:pt idx="103">
                  <c:v>0.56409305925</c:v>
                </c:pt>
                <c:pt idx="104">
                  <c:v>0.601809285389</c:v>
                </c:pt>
                <c:pt idx="105">
                  <c:v>0.640245598579</c:v>
                </c:pt>
                <c:pt idx="106">
                  <c:v>0.679351992774</c:v>
                </c:pt>
                <c:pt idx="107">
                  <c:v>0.71907846193</c:v>
                </c:pt>
                <c:pt idx="108">
                  <c:v>0.759375</c:v>
                </c:pt>
                <c:pt idx="109">
                  <c:v>0.80019160094</c:v>
                </c:pt>
                <c:pt idx="110">
                  <c:v>0.841478258705</c:v>
                </c:pt>
                <c:pt idx="111">
                  <c:v>0.883184967249</c:v>
                </c:pt>
                <c:pt idx="112">
                  <c:v>0.925261720528</c:v>
                </c:pt>
                <c:pt idx="113">
                  <c:v>0.967658512496</c:v>
                </c:pt>
                <c:pt idx="114">
                  <c:v>1.01032533711</c:v>
                </c:pt>
                <c:pt idx="115">
                  <c:v>1.05321218832</c:v>
                </c:pt>
                <c:pt idx="116">
                  <c:v>1.09626906008</c:v>
                </c:pt>
                <c:pt idx="117">
                  <c:v>1.13944594635</c:v>
                </c:pt>
                <c:pt idx="118">
                  <c:v>1.18269284109</c:v>
                </c:pt>
                <c:pt idx="119">
                  <c:v>1.22595973824</c:v>
                </c:pt>
                <c:pt idx="120">
                  <c:v>1.26919663177</c:v>
                </c:pt>
                <c:pt idx="121">
                  <c:v>1.31235351562</c:v>
                </c:pt>
                <c:pt idx="122">
                  <c:v>1.35538038376</c:v>
                </c:pt>
                <c:pt idx="123">
                  <c:v>1.39822723014</c:v>
                </c:pt>
                <c:pt idx="124">
                  <c:v>1.4408440487</c:v>
                </c:pt>
                <c:pt idx="125">
                  <c:v>1.48318083342</c:v>
                </c:pt>
                <c:pt idx="126">
                  <c:v>1.52518757823</c:v>
                </c:pt>
                <c:pt idx="127">
                  <c:v>1.5668142771</c:v>
                </c:pt>
                <c:pt idx="128">
                  <c:v>1.60801092399</c:v>
                </c:pt>
                <c:pt idx="129">
                  <c:v>1.64872751284</c:v>
                </c:pt>
                <c:pt idx="130">
                  <c:v>1.68891403761</c:v>
                </c:pt>
                <c:pt idx="131">
                  <c:v>1.72852049226</c:v>
                </c:pt>
                <c:pt idx="132">
                  <c:v>1.76749687073</c:v>
                </c:pt>
                <c:pt idx="133">
                  <c:v>1.805793167</c:v>
                </c:pt>
                <c:pt idx="134">
                  <c:v>1.843359375</c:v>
                </c:pt>
                <c:pt idx="135">
                  <c:v>1.8801454887</c:v>
                </c:pt>
                <c:pt idx="136">
                  <c:v>1.91610150205</c:v>
                </c:pt>
                <c:pt idx="137">
                  <c:v>1.951177409</c:v>
                </c:pt>
                <c:pt idx="138">
                  <c:v>1.98532320352</c:v>
                </c:pt>
                <c:pt idx="139">
                  <c:v>2.01848887954</c:v>
                </c:pt>
                <c:pt idx="140">
                  <c:v>2.05062443104</c:v>
                </c:pt>
                <c:pt idx="141">
                  <c:v>2.08167985196</c:v>
                </c:pt>
                <c:pt idx="142">
                  <c:v>2.11160513627</c:v>
                </c:pt>
                <c:pt idx="143">
                  <c:v>2.1403502779</c:v>
                </c:pt>
                <c:pt idx="144">
                  <c:v>2.16786527082</c:v>
                </c:pt>
                <c:pt idx="145">
                  <c:v>2.19410010899</c:v>
                </c:pt>
                <c:pt idx="146">
                  <c:v>2.21900478636</c:v>
                </c:pt>
                <c:pt idx="147">
                  <c:v>2.24252929687</c:v>
                </c:pt>
                <c:pt idx="148">
                  <c:v>2.2646236345</c:v>
                </c:pt>
                <c:pt idx="149">
                  <c:v>2.28523779319</c:v>
                </c:pt>
                <c:pt idx="150">
                  <c:v>2.3043217669</c:v>
                </c:pt>
                <c:pt idx="151">
                  <c:v>2.32182554958</c:v>
                </c:pt>
                <c:pt idx="152">
                  <c:v>2.33769913518</c:v>
                </c:pt>
                <c:pt idx="153">
                  <c:v>2.35189251767</c:v>
                </c:pt>
                <c:pt idx="154">
                  <c:v>2.364355691</c:v>
                </c:pt>
                <c:pt idx="155">
                  <c:v>2.37503864912</c:v>
                </c:pt>
                <c:pt idx="156">
                  <c:v>2.38389138598</c:v>
                </c:pt>
                <c:pt idx="157">
                  <c:v>2.39086389555</c:v>
                </c:pt>
                <c:pt idx="158">
                  <c:v>2.39590617177</c:v>
                </c:pt>
                <c:pt idx="159">
                  <c:v>2.3989682086</c:v>
                </c:pt>
                <c:pt idx="160">
                  <c:v>2.4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iragino Sans GB"/>
                  <a:ea typeface="Hiragino Sans GB"/>
                  <a:cs typeface="Hiragino Sans GB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2.6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DEE5EA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solidFill>
                      <a:srgbClr val="526575"/>
                    </a:solidFill>
                    <a:latin typeface="Hiragino Sans GB"/>
                    <a:ea typeface="Hiragino Sans GB"/>
                    <a:cs typeface="Hiragino Sans GB"/>
                  </a:rPr>
                  <a:t>中心位置（μm）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526575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</c:title>
        <c:numFmt formatCode="0.0"/>
        <c:majorTickMark val="none"/>
        <c:minorTickMark val="none"/>
        <c:tickLblPos val="low"/>
        <c:spPr>
          <a:ln xmlns:a="http://schemas.openxmlformats.org/drawingml/2006/main" w="9525">
            <a:solidFill>
              <a:srgbClr val="8C98A3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26575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50112"/>
      </c:valAx>
      <c:val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solidFill>
                      <a:srgbClr val="526575"/>
                    </a:solidFill>
                    <a:latin typeface="Hiragino Sans GB"/>
                    <a:ea typeface="Hiragino Sans GB"/>
                    <a:cs typeface="Hiragino Sans GB"/>
                  </a:rPr>
                  <a:t>时间（μs）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526575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</c:title>
        <c:numFmt formatCode="0"/>
        <c:majorTickMark val="none"/>
        <c:minorTickMark val="none"/>
        <c:tickLblPos val="low"/>
        <c:spPr>
          <a:ln xmlns:a="http://schemas.openxmlformats.org/drawingml/2006/main" w="9525">
            <a:solidFill>
              <a:srgbClr val="8C98A3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26575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72768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7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AOD 深度</c:v>
          </c:tx>
          <c:spPr>
            <a:solidFill xmlns:a="http://schemas.openxmlformats.org/drawingml/2006/main">
              <a:srgbClr val="CB6C28"/>
            </a:solidFill>
            <a:ln xmlns:a="http://schemas.openxmlformats.org/drawingml/2006/main" w="24765">
              <a:solidFill>
                <a:srgbClr val="CB6C28"/>
              </a:solidFill>
            </a:ln>
          </c:spPr>
          <c:marker>
            <c:symbol val="none"/>
            <c:size val="4"/>
          </c:marker>
          <c:xVal>
            <c:numRef>
              <c:f>'Chart Data'!$A$2:$A$162</c:f>
              <c:numCache>
                <c:formatCode>General</c:formatCode>
                <c:ptCount val="161"/>
                <c:pt idx="0">
                  <c:v>0</c:v>
                </c:pt>
                <c:pt idx="1">
                  <c:v>2.5</c:v>
                </c:pt>
                <c:pt idx="2">
                  <c:v>5</c:v>
                </c:pt>
                <c:pt idx="3">
                  <c:v>7.5</c:v>
                </c:pt>
                <c:pt idx="4">
                  <c:v>10</c:v>
                </c:pt>
                <c:pt idx="5">
                  <c:v>12.5</c:v>
                </c:pt>
                <c:pt idx="6">
                  <c:v>15</c:v>
                </c:pt>
                <c:pt idx="7">
                  <c:v>17.5</c:v>
                </c:pt>
                <c:pt idx="8">
                  <c:v>20</c:v>
                </c:pt>
                <c:pt idx="9">
                  <c:v>22.5</c:v>
                </c:pt>
                <c:pt idx="10">
                  <c:v>25</c:v>
                </c:pt>
                <c:pt idx="11">
                  <c:v>27.5</c:v>
                </c:pt>
                <c:pt idx="12">
                  <c:v>30</c:v>
                </c:pt>
                <c:pt idx="13">
                  <c:v>32.5</c:v>
                </c:pt>
                <c:pt idx="14">
                  <c:v>35</c:v>
                </c:pt>
                <c:pt idx="15">
                  <c:v>37.5</c:v>
                </c:pt>
                <c:pt idx="16">
                  <c:v>40</c:v>
                </c:pt>
                <c:pt idx="17">
                  <c:v>42.5</c:v>
                </c:pt>
                <c:pt idx="18">
                  <c:v>45</c:v>
                </c:pt>
                <c:pt idx="19">
                  <c:v>47.5</c:v>
                </c:pt>
                <c:pt idx="20">
                  <c:v>50</c:v>
                </c:pt>
                <c:pt idx="21">
                  <c:v>52.5</c:v>
                </c:pt>
                <c:pt idx="22">
                  <c:v>55</c:v>
                </c:pt>
                <c:pt idx="23">
                  <c:v>57.5</c:v>
                </c:pt>
                <c:pt idx="24">
                  <c:v>60</c:v>
                </c:pt>
                <c:pt idx="25">
                  <c:v>62.5</c:v>
                </c:pt>
                <c:pt idx="26">
                  <c:v>65</c:v>
                </c:pt>
                <c:pt idx="27">
                  <c:v>67.5</c:v>
                </c:pt>
                <c:pt idx="28">
                  <c:v>70</c:v>
                </c:pt>
                <c:pt idx="29">
                  <c:v>72.5</c:v>
                </c:pt>
                <c:pt idx="30">
                  <c:v>75</c:v>
                </c:pt>
                <c:pt idx="31">
                  <c:v>77.5</c:v>
                </c:pt>
                <c:pt idx="32">
                  <c:v>80</c:v>
                </c:pt>
                <c:pt idx="33">
                  <c:v>82.5</c:v>
                </c:pt>
                <c:pt idx="34">
                  <c:v>85</c:v>
                </c:pt>
                <c:pt idx="35">
                  <c:v>87.5</c:v>
                </c:pt>
                <c:pt idx="36">
                  <c:v>90</c:v>
                </c:pt>
                <c:pt idx="37">
                  <c:v>92.5</c:v>
                </c:pt>
                <c:pt idx="38">
                  <c:v>95</c:v>
                </c:pt>
                <c:pt idx="39">
                  <c:v>97.5</c:v>
                </c:pt>
                <c:pt idx="40">
                  <c:v>100</c:v>
                </c:pt>
                <c:pt idx="41">
                  <c:v>102.5</c:v>
                </c:pt>
                <c:pt idx="42">
                  <c:v>105</c:v>
                </c:pt>
                <c:pt idx="43">
                  <c:v>107.5</c:v>
                </c:pt>
                <c:pt idx="44">
                  <c:v>110</c:v>
                </c:pt>
                <c:pt idx="45">
                  <c:v>112.5</c:v>
                </c:pt>
                <c:pt idx="46">
                  <c:v>115</c:v>
                </c:pt>
                <c:pt idx="47">
                  <c:v>117.5</c:v>
                </c:pt>
                <c:pt idx="48">
                  <c:v>120</c:v>
                </c:pt>
                <c:pt idx="49">
                  <c:v>122.5</c:v>
                </c:pt>
                <c:pt idx="50">
                  <c:v>125</c:v>
                </c:pt>
                <c:pt idx="51">
                  <c:v>127.5</c:v>
                </c:pt>
                <c:pt idx="52">
                  <c:v>130</c:v>
                </c:pt>
                <c:pt idx="53">
                  <c:v>132.5</c:v>
                </c:pt>
                <c:pt idx="54">
                  <c:v>135</c:v>
                </c:pt>
                <c:pt idx="55">
                  <c:v>137.5</c:v>
                </c:pt>
                <c:pt idx="56">
                  <c:v>140</c:v>
                </c:pt>
                <c:pt idx="57">
                  <c:v>142.5</c:v>
                </c:pt>
                <c:pt idx="58">
                  <c:v>145</c:v>
                </c:pt>
                <c:pt idx="59">
                  <c:v>147.5</c:v>
                </c:pt>
                <c:pt idx="60">
                  <c:v>150</c:v>
                </c:pt>
                <c:pt idx="61">
                  <c:v>152.5</c:v>
                </c:pt>
                <c:pt idx="62">
                  <c:v>155</c:v>
                </c:pt>
                <c:pt idx="63">
                  <c:v>157.5</c:v>
                </c:pt>
                <c:pt idx="64">
                  <c:v>160</c:v>
                </c:pt>
                <c:pt idx="65">
                  <c:v>162.5</c:v>
                </c:pt>
                <c:pt idx="66">
                  <c:v>165</c:v>
                </c:pt>
                <c:pt idx="67">
                  <c:v>167.5</c:v>
                </c:pt>
                <c:pt idx="68">
                  <c:v>170</c:v>
                </c:pt>
                <c:pt idx="69">
                  <c:v>172.5</c:v>
                </c:pt>
                <c:pt idx="70">
                  <c:v>175</c:v>
                </c:pt>
                <c:pt idx="71">
                  <c:v>177.5</c:v>
                </c:pt>
                <c:pt idx="72">
                  <c:v>180</c:v>
                </c:pt>
                <c:pt idx="73">
                  <c:v>182.5</c:v>
                </c:pt>
                <c:pt idx="74">
                  <c:v>185</c:v>
                </c:pt>
                <c:pt idx="75">
                  <c:v>187.5</c:v>
                </c:pt>
                <c:pt idx="76">
                  <c:v>190</c:v>
                </c:pt>
                <c:pt idx="77">
                  <c:v>192.5</c:v>
                </c:pt>
                <c:pt idx="78">
                  <c:v>195</c:v>
                </c:pt>
                <c:pt idx="79">
                  <c:v>197.5</c:v>
                </c:pt>
                <c:pt idx="80">
                  <c:v>200</c:v>
                </c:pt>
                <c:pt idx="81">
                  <c:v>202.5</c:v>
                </c:pt>
                <c:pt idx="82">
                  <c:v>205</c:v>
                </c:pt>
                <c:pt idx="83">
                  <c:v>207.5</c:v>
                </c:pt>
                <c:pt idx="84">
                  <c:v>210</c:v>
                </c:pt>
                <c:pt idx="85">
                  <c:v>212.5</c:v>
                </c:pt>
                <c:pt idx="86">
                  <c:v>215</c:v>
                </c:pt>
                <c:pt idx="87">
                  <c:v>217.5</c:v>
                </c:pt>
                <c:pt idx="88">
                  <c:v>220</c:v>
                </c:pt>
                <c:pt idx="89">
                  <c:v>222.5</c:v>
                </c:pt>
                <c:pt idx="90">
                  <c:v>225</c:v>
                </c:pt>
                <c:pt idx="91">
                  <c:v>227.5</c:v>
                </c:pt>
                <c:pt idx="92">
                  <c:v>230</c:v>
                </c:pt>
                <c:pt idx="93">
                  <c:v>232.5</c:v>
                </c:pt>
                <c:pt idx="94">
                  <c:v>235</c:v>
                </c:pt>
                <c:pt idx="95">
                  <c:v>237.5</c:v>
                </c:pt>
                <c:pt idx="96">
                  <c:v>240</c:v>
                </c:pt>
                <c:pt idx="97">
                  <c:v>242.5</c:v>
                </c:pt>
                <c:pt idx="98">
                  <c:v>245</c:v>
                </c:pt>
                <c:pt idx="99">
                  <c:v>247.5</c:v>
                </c:pt>
                <c:pt idx="100">
                  <c:v>250</c:v>
                </c:pt>
                <c:pt idx="101">
                  <c:v>252.5</c:v>
                </c:pt>
                <c:pt idx="102">
                  <c:v>255</c:v>
                </c:pt>
                <c:pt idx="103">
                  <c:v>257.5</c:v>
                </c:pt>
                <c:pt idx="104">
                  <c:v>260</c:v>
                </c:pt>
                <c:pt idx="105">
                  <c:v>262.5</c:v>
                </c:pt>
                <c:pt idx="106">
                  <c:v>265</c:v>
                </c:pt>
                <c:pt idx="107">
                  <c:v>267.5</c:v>
                </c:pt>
                <c:pt idx="108">
                  <c:v>270</c:v>
                </c:pt>
                <c:pt idx="109">
                  <c:v>272.5</c:v>
                </c:pt>
                <c:pt idx="110">
                  <c:v>275</c:v>
                </c:pt>
                <c:pt idx="111">
                  <c:v>277.5</c:v>
                </c:pt>
                <c:pt idx="112">
                  <c:v>280</c:v>
                </c:pt>
                <c:pt idx="113">
                  <c:v>282.5</c:v>
                </c:pt>
                <c:pt idx="114">
                  <c:v>285</c:v>
                </c:pt>
                <c:pt idx="115">
                  <c:v>287.5</c:v>
                </c:pt>
                <c:pt idx="116">
                  <c:v>290</c:v>
                </c:pt>
                <c:pt idx="117">
                  <c:v>292.5</c:v>
                </c:pt>
                <c:pt idx="118">
                  <c:v>295</c:v>
                </c:pt>
                <c:pt idx="119">
                  <c:v>297.5</c:v>
                </c:pt>
                <c:pt idx="120">
                  <c:v>300</c:v>
                </c:pt>
                <c:pt idx="121">
                  <c:v>302.5</c:v>
                </c:pt>
                <c:pt idx="122">
                  <c:v>305</c:v>
                </c:pt>
                <c:pt idx="123">
                  <c:v>307.5</c:v>
                </c:pt>
                <c:pt idx="124">
                  <c:v>310</c:v>
                </c:pt>
                <c:pt idx="125">
                  <c:v>312.5</c:v>
                </c:pt>
                <c:pt idx="126">
                  <c:v>315</c:v>
                </c:pt>
                <c:pt idx="127">
                  <c:v>317.5</c:v>
                </c:pt>
                <c:pt idx="128">
                  <c:v>320</c:v>
                </c:pt>
                <c:pt idx="129">
                  <c:v>322.5</c:v>
                </c:pt>
                <c:pt idx="130">
                  <c:v>325</c:v>
                </c:pt>
                <c:pt idx="131">
                  <c:v>327.5</c:v>
                </c:pt>
                <c:pt idx="132">
                  <c:v>330</c:v>
                </c:pt>
                <c:pt idx="133">
                  <c:v>332.5</c:v>
                </c:pt>
                <c:pt idx="134">
                  <c:v>335</c:v>
                </c:pt>
                <c:pt idx="135">
                  <c:v>337.5</c:v>
                </c:pt>
                <c:pt idx="136">
                  <c:v>340</c:v>
                </c:pt>
                <c:pt idx="137">
                  <c:v>342.5</c:v>
                </c:pt>
                <c:pt idx="138">
                  <c:v>345</c:v>
                </c:pt>
                <c:pt idx="139">
                  <c:v>347.5</c:v>
                </c:pt>
                <c:pt idx="140">
                  <c:v>350</c:v>
                </c:pt>
                <c:pt idx="141">
                  <c:v>352.5</c:v>
                </c:pt>
                <c:pt idx="142">
                  <c:v>355</c:v>
                </c:pt>
                <c:pt idx="143">
                  <c:v>357.5</c:v>
                </c:pt>
                <c:pt idx="144">
                  <c:v>360</c:v>
                </c:pt>
                <c:pt idx="145">
                  <c:v>362.5</c:v>
                </c:pt>
                <c:pt idx="146">
                  <c:v>365</c:v>
                </c:pt>
                <c:pt idx="147">
                  <c:v>367.5</c:v>
                </c:pt>
                <c:pt idx="148">
                  <c:v>370</c:v>
                </c:pt>
                <c:pt idx="149">
                  <c:v>372.5</c:v>
                </c:pt>
                <c:pt idx="150">
                  <c:v>375</c:v>
                </c:pt>
                <c:pt idx="151">
                  <c:v>377.5</c:v>
                </c:pt>
                <c:pt idx="152">
                  <c:v>380</c:v>
                </c:pt>
                <c:pt idx="153">
                  <c:v>382.5</c:v>
                </c:pt>
                <c:pt idx="154">
                  <c:v>385</c:v>
                </c:pt>
                <c:pt idx="155">
                  <c:v>387.5</c:v>
                </c:pt>
                <c:pt idx="156">
                  <c:v>390</c:v>
                </c:pt>
                <c:pt idx="157">
                  <c:v>392.5</c:v>
                </c:pt>
                <c:pt idx="158">
                  <c:v>395</c:v>
                </c:pt>
                <c:pt idx="159">
                  <c:v>397.5</c:v>
                </c:pt>
                <c:pt idx="160">
                  <c:v>400</c:v>
                </c:pt>
              </c:numCache>
            </c:numRef>
          </c:xVal>
          <c:yVal>
            <c:numRef>
              <c:f>'Chart Data'!$B$2:$B$162</c:f>
              <c:numCache>
                <c:formatCode>0</c:formatCode>
                <c:ptCount val="161"/>
                <c:pt idx="0">
                  <c:v>0</c:v>
                </c:pt>
                <c:pt idx="1">
                  <c:v>0.0474717881944</c:v>
                </c:pt>
                <c:pt idx="2">
                  <c:v>0.189887152778</c:v>
                </c:pt>
                <c:pt idx="3">
                  <c:v>0.42724609375</c:v>
                </c:pt>
                <c:pt idx="4">
                  <c:v>0.759548611111</c:v>
                </c:pt>
                <c:pt idx="5">
                  <c:v>1.18679470486</c:v>
                </c:pt>
                <c:pt idx="6">
                  <c:v>1.708984375</c:v>
                </c:pt>
                <c:pt idx="7">
                  <c:v>2.32611762153</c:v>
                </c:pt>
                <c:pt idx="8">
                  <c:v>3.03819444444</c:v>
                </c:pt>
                <c:pt idx="9">
                  <c:v>3.84521484375</c:v>
                </c:pt>
                <c:pt idx="10">
                  <c:v>4.74717881944</c:v>
                </c:pt>
                <c:pt idx="11">
                  <c:v>5.74408637153</c:v>
                </c:pt>
                <c:pt idx="12">
                  <c:v>6.8359375</c:v>
                </c:pt>
                <c:pt idx="13">
                  <c:v>8.02273220486</c:v>
                </c:pt>
                <c:pt idx="14">
                  <c:v>9.30447048611</c:v>
                </c:pt>
                <c:pt idx="15">
                  <c:v>10.6811523438</c:v>
                </c:pt>
                <c:pt idx="16">
                  <c:v>12.1527777778</c:v>
                </c:pt>
                <c:pt idx="17">
                  <c:v>13.7193467882</c:v>
                </c:pt>
                <c:pt idx="18">
                  <c:v>15.380859375</c:v>
                </c:pt>
                <c:pt idx="19">
                  <c:v>17.1373155382</c:v>
                </c:pt>
                <c:pt idx="20">
                  <c:v>18.9887152778</c:v>
                </c:pt>
                <c:pt idx="21">
                  <c:v>20.9350585938</c:v>
                </c:pt>
                <c:pt idx="22">
                  <c:v>22.9763454861</c:v>
                </c:pt>
                <c:pt idx="23">
                  <c:v>25.1125759549</c:v>
                </c:pt>
                <c:pt idx="24">
                  <c:v>27.34375</c:v>
                </c:pt>
                <c:pt idx="25">
                  <c:v>29.6698676215</c:v>
                </c:pt>
                <c:pt idx="26">
                  <c:v>32.0909288194</c:v>
                </c:pt>
                <c:pt idx="27">
                  <c:v>34.6069335938</c:v>
                </c:pt>
                <c:pt idx="28">
                  <c:v>37.2178819444</c:v>
                </c:pt>
                <c:pt idx="29">
                  <c:v>39.9237738715</c:v>
                </c:pt>
                <c:pt idx="30">
                  <c:v>42.724609375</c:v>
                </c:pt>
                <c:pt idx="31">
                  <c:v>45.6203884549</c:v>
                </c:pt>
                <c:pt idx="32">
                  <c:v>48.6111111111</c:v>
                </c:pt>
                <c:pt idx="33">
                  <c:v>51.6967773438</c:v>
                </c:pt>
                <c:pt idx="34">
                  <c:v>54.8773871528</c:v>
                </c:pt>
                <c:pt idx="35">
                  <c:v>58.1529405382</c:v>
                </c:pt>
                <c:pt idx="36">
                  <c:v>61.5234375</c:v>
                </c:pt>
                <c:pt idx="37">
                  <c:v>64.9888780382</c:v>
                </c:pt>
                <c:pt idx="38">
                  <c:v>68.5492621528</c:v>
                </c:pt>
                <c:pt idx="39">
                  <c:v>72.2045898438</c:v>
                </c:pt>
                <c:pt idx="40">
                  <c:v>75.9548611111</c:v>
                </c:pt>
                <c:pt idx="41">
                  <c:v>79.8000759549</c:v>
                </c:pt>
                <c:pt idx="42">
                  <c:v>83.740234375</c:v>
                </c:pt>
                <c:pt idx="43">
                  <c:v>87.7753363715</c:v>
                </c:pt>
                <c:pt idx="44">
                  <c:v>91.9053819444</c:v>
                </c:pt>
                <c:pt idx="45">
                  <c:v>96.1303710938</c:v>
                </c:pt>
                <c:pt idx="46">
                  <c:v>100.450303819</c:v>
                </c:pt>
                <c:pt idx="47">
                  <c:v>104.865180122</c:v>
                </c:pt>
                <c:pt idx="48">
                  <c:v>109.375</c:v>
                </c:pt>
                <c:pt idx="49">
                  <c:v>113.979763455</c:v>
                </c:pt>
                <c:pt idx="50">
                  <c:v>118.679470486</c:v>
                </c:pt>
                <c:pt idx="51">
                  <c:v>123.474121094</c:v>
                </c:pt>
                <c:pt idx="52">
                  <c:v>128.363715278</c:v>
                </c:pt>
                <c:pt idx="53">
                  <c:v>133.348253038</c:v>
                </c:pt>
                <c:pt idx="54">
                  <c:v>138.427734375</c:v>
                </c:pt>
                <c:pt idx="55">
                  <c:v>143.602159288</c:v>
                </c:pt>
                <c:pt idx="56">
                  <c:v>148.871527778</c:v>
                </c:pt>
                <c:pt idx="57">
                  <c:v>154.235839844</c:v>
                </c:pt>
                <c:pt idx="58">
                  <c:v>159.695095486</c:v>
                </c:pt>
                <c:pt idx="59">
                  <c:v>165.249294705</c:v>
                </c:pt>
                <c:pt idx="60">
                  <c:v>170.8984375</c:v>
                </c:pt>
                <c:pt idx="61">
                  <c:v>176.642523872</c:v>
                </c:pt>
                <c:pt idx="62">
                  <c:v>182.481553819</c:v>
                </c:pt>
                <c:pt idx="63">
                  <c:v>188.415527344</c:v>
                </c:pt>
                <c:pt idx="64">
                  <c:v>194.444444444</c:v>
                </c:pt>
                <c:pt idx="65">
                  <c:v>200.568305122</c:v>
                </c:pt>
                <c:pt idx="66">
                  <c:v>206.787109375</c:v>
                </c:pt>
                <c:pt idx="67">
                  <c:v>213.100857205</c:v>
                </c:pt>
                <c:pt idx="68">
                  <c:v>219.509548611</c:v>
                </c:pt>
                <c:pt idx="69">
                  <c:v>226.013183594</c:v>
                </c:pt>
                <c:pt idx="70">
                  <c:v>232.611762153</c:v>
                </c:pt>
                <c:pt idx="71">
                  <c:v>239.305284288</c:v>
                </c:pt>
                <c:pt idx="72">
                  <c:v>246.09375</c:v>
                </c:pt>
                <c:pt idx="73">
                  <c:v>252.977159288</c:v>
                </c:pt>
                <c:pt idx="74">
                  <c:v>259.955512153</c:v>
                </c:pt>
                <c:pt idx="75">
                  <c:v>267.028808594</c:v>
                </c:pt>
                <c:pt idx="76">
                  <c:v>274.197048611</c:v>
                </c:pt>
                <c:pt idx="77">
                  <c:v>280</c:v>
                </c:pt>
                <c:pt idx="78">
                  <c:v>280</c:v>
                </c:pt>
                <c:pt idx="79">
                  <c:v>280</c:v>
                </c:pt>
                <c:pt idx="80">
                  <c:v>280</c:v>
                </c:pt>
                <c:pt idx="81">
                  <c:v>280</c:v>
                </c:pt>
                <c:pt idx="82">
                  <c:v>280</c:v>
                </c:pt>
                <c:pt idx="83">
                  <c:v>280</c:v>
                </c:pt>
                <c:pt idx="84">
                  <c:v>280</c:v>
                </c:pt>
                <c:pt idx="85">
                  <c:v>280</c:v>
                </c:pt>
                <c:pt idx="86">
                  <c:v>280</c:v>
                </c:pt>
                <c:pt idx="87">
                  <c:v>280</c:v>
                </c:pt>
                <c:pt idx="88">
                  <c:v>280</c:v>
                </c:pt>
                <c:pt idx="89">
                  <c:v>280</c:v>
                </c:pt>
                <c:pt idx="90">
                  <c:v>280</c:v>
                </c:pt>
                <c:pt idx="91">
                  <c:v>280</c:v>
                </c:pt>
                <c:pt idx="92">
                  <c:v>280</c:v>
                </c:pt>
                <c:pt idx="93">
                  <c:v>280</c:v>
                </c:pt>
                <c:pt idx="94">
                  <c:v>280</c:v>
                </c:pt>
                <c:pt idx="95">
                  <c:v>280</c:v>
                </c:pt>
                <c:pt idx="96">
                  <c:v>280</c:v>
                </c:pt>
                <c:pt idx="97">
                  <c:v>280</c:v>
                </c:pt>
                <c:pt idx="98">
                  <c:v>280</c:v>
                </c:pt>
                <c:pt idx="99">
                  <c:v>280</c:v>
                </c:pt>
                <c:pt idx="100">
                  <c:v>280</c:v>
                </c:pt>
                <c:pt idx="101">
                  <c:v>280</c:v>
                </c:pt>
                <c:pt idx="102">
                  <c:v>280</c:v>
                </c:pt>
                <c:pt idx="103">
                  <c:v>280</c:v>
                </c:pt>
                <c:pt idx="104">
                  <c:v>280</c:v>
                </c:pt>
                <c:pt idx="105">
                  <c:v>280</c:v>
                </c:pt>
                <c:pt idx="106">
                  <c:v>280</c:v>
                </c:pt>
                <c:pt idx="107">
                  <c:v>280</c:v>
                </c:pt>
                <c:pt idx="108">
                  <c:v>280</c:v>
                </c:pt>
                <c:pt idx="109">
                  <c:v>280</c:v>
                </c:pt>
                <c:pt idx="110">
                  <c:v>280</c:v>
                </c:pt>
                <c:pt idx="111">
                  <c:v>280</c:v>
                </c:pt>
                <c:pt idx="112">
                  <c:v>280</c:v>
                </c:pt>
                <c:pt idx="113">
                  <c:v>280</c:v>
                </c:pt>
                <c:pt idx="114">
                  <c:v>280</c:v>
                </c:pt>
                <c:pt idx="115">
                  <c:v>280</c:v>
                </c:pt>
                <c:pt idx="116">
                  <c:v>280</c:v>
                </c:pt>
                <c:pt idx="117">
                  <c:v>280</c:v>
                </c:pt>
                <c:pt idx="118">
                  <c:v>280</c:v>
                </c:pt>
                <c:pt idx="119">
                  <c:v>280</c:v>
                </c:pt>
                <c:pt idx="120">
                  <c:v>280</c:v>
                </c:pt>
                <c:pt idx="121">
                  <c:v>280</c:v>
                </c:pt>
                <c:pt idx="122">
                  <c:v>280</c:v>
                </c:pt>
                <c:pt idx="123">
                  <c:v>280</c:v>
                </c:pt>
                <c:pt idx="124">
                  <c:v>280</c:v>
                </c:pt>
                <c:pt idx="125">
                  <c:v>280</c:v>
                </c:pt>
                <c:pt idx="126">
                  <c:v>280</c:v>
                </c:pt>
                <c:pt idx="127">
                  <c:v>280</c:v>
                </c:pt>
                <c:pt idx="128">
                  <c:v>280</c:v>
                </c:pt>
                <c:pt idx="129">
                  <c:v>280</c:v>
                </c:pt>
                <c:pt idx="130">
                  <c:v>280</c:v>
                </c:pt>
                <c:pt idx="131">
                  <c:v>280</c:v>
                </c:pt>
                <c:pt idx="132">
                  <c:v>280</c:v>
                </c:pt>
                <c:pt idx="133">
                  <c:v>280</c:v>
                </c:pt>
                <c:pt idx="134">
                  <c:v>280</c:v>
                </c:pt>
                <c:pt idx="135">
                  <c:v>280</c:v>
                </c:pt>
                <c:pt idx="136">
                  <c:v>280</c:v>
                </c:pt>
                <c:pt idx="137">
                  <c:v>280</c:v>
                </c:pt>
                <c:pt idx="138">
                  <c:v>280</c:v>
                </c:pt>
                <c:pt idx="139">
                  <c:v>280</c:v>
                </c:pt>
                <c:pt idx="140">
                  <c:v>280</c:v>
                </c:pt>
                <c:pt idx="141">
                  <c:v>280</c:v>
                </c:pt>
                <c:pt idx="142">
                  <c:v>280</c:v>
                </c:pt>
                <c:pt idx="143">
                  <c:v>280</c:v>
                </c:pt>
                <c:pt idx="144">
                  <c:v>280</c:v>
                </c:pt>
                <c:pt idx="145">
                  <c:v>280</c:v>
                </c:pt>
                <c:pt idx="146">
                  <c:v>280</c:v>
                </c:pt>
                <c:pt idx="147">
                  <c:v>280</c:v>
                </c:pt>
                <c:pt idx="148">
                  <c:v>280</c:v>
                </c:pt>
                <c:pt idx="149">
                  <c:v>280</c:v>
                </c:pt>
                <c:pt idx="150">
                  <c:v>280</c:v>
                </c:pt>
                <c:pt idx="151">
                  <c:v>280</c:v>
                </c:pt>
                <c:pt idx="152">
                  <c:v>280</c:v>
                </c:pt>
                <c:pt idx="153">
                  <c:v>280</c:v>
                </c:pt>
                <c:pt idx="154">
                  <c:v>280</c:v>
                </c:pt>
                <c:pt idx="155">
                  <c:v>280</c:v>
                </c:pt>
                <c:pt idx="156">
                  <c:v>280</c:v>
                </c:pt>
                <c:pt idx="157">
                  <c:v>280</c:v>
                </c:pt>
                <c:pt idx="158">
                  <c:v>280</c:v>
                </c:pt>
                <c:pt idx="159">
                  <c:v>280</c:v>
                </c:pt>
                <c:pt idx="160">
                  <c:v>280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iragino Sans GB"/>
                  <a:ea typeface="Hiragino Sans GB"/>
                  <a:cs typeface="Hiragino Sans GB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300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DEE5EA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solidFill>
                      <a:srgbClr val="526575"/>
                    </a:solidFill>
                    <a:latin typeface="Hiragino Sans GB"/>
                    <a:ea typeface="Hiragino Sans GB"/>
                    <a:cs typeface="Hiragino Sans GB"/>
                  </a:rPr>
                  <a:t>阱深（μK）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526575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</c:title>
        <c:numFmt formatCode="0"/>
        <c:majorTickMark val="none"/>
        <c:minorTickMark val="none"/>
        <c:tickLblPos val="low"/>
        <c:spPr>
          <a:ln xmlns:a="http://schemas.openxmlformats.org/drawingml/2006/main" w="9525">
            <a:solidFill>
              <a:srgbClr val="8C98A3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26575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50112"/>
      </c:valAx>
      <c:val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solidFill>
                      <a:srgbClr val="526575"/>
                    </a:solidFill>
                    <a:latin typeface="Hiragino Sans GB"/>
                    <a:ea typeface="Hiragino Sans GB"/>
                    <a:cs typeface="Hiragino Sans GB"/>
                  </a:rPr>
                  <a:t>时间（μs）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526575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</c:title>
        <c:numFmt formatCode="0"/>
        <c:majorTickMark val="none"/>
        <c:minorTickMark val="none"/>
        <c:tickLblPos val="low"/>
        <c:spPr>
          <a:ln xmlns:a="http://schemas.openxmlformats.org/drawingml/2006/main" w="9525">
            <a:solidFill>
              <a:srgbClr val="8C98A3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26575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72768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8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起初，仅 SLM</c:v>
          </c:tx>
          <c:spPr>
            <a:solidFill xmlns:a="http://schemas.openxmlformats.org/drawingml/2006/main">
              <a:srgbClr val="17679B"/>
            </a:solidFill>
            <a:ln xmlns:a="http://schemas.openxmlformats.org/drawingml/2006/main" w="24765">
              <a:solidFill>
                <a:srgbClr val="17679B"/>
              </a:solidFill>
            </a:ln>
          </c:spPr>
          <c:marker>
            <c:symbol val="none"/>
            <c:size val="4"/>
          </c:marker>
          <c:xVal>
            <c:numRef>
              <c:f>'Chart Data'!$A$2:$A$118</c:f>
              <c:numCache>
                <c:formatCode>General</c:formatCode>
                <c:ptCount val="117"/>
                <c:pt idx="0">
                  <c:v>-1.7</c:v>
                </c:pt>
                <c:pt idx="1">
                  <c:v>-1.65</c:v>
                </c:pt>
                <c:pt idx="2">
                  <c:v>-1.6</c:v>
                </c:pt>
                <c:pt idx="3">
                  <c:v>-1.55</c:v>
                </c:pt>
                <c:pt idx="4">
                  <c:v>-1.5</c:v>
                </c:pt>
                <c:pt idx="5">
                  <c:v>-1.45</c:v>
                </c:pt>
                <c:pt idx="6">
                  <c:v>-1.4</c:v>
                </c:pt>
                <c:pt idx="7">
                  <c:v>-1.35</c:v>
                </c:pt>
                <c:pt idx="8">
                  <c:v>-1.3</c:v>
                </c:pt>
                <c:pt idx="9">
                  <c:v>-1.25</c:v>
                </c:pt>
                <c:pt idx="10">
                  <c:v>-1.2</c:v>
                </c:pt>
                <c:pt idx="11">
                  <c:v>-1.15</c:v>
                </c:pt>
                <c:pt idx="12">
                  <c:v>-1.1</c:v>
                </c:pt>
                <c:pt idx="13">
                  <c:v>-1.05</c:v>
                </c:pt>
                <c:pt idx="14">
                  <c:v>-1</c:v>
                </c:pt>
                <c:pt idx="15">
                  <c:v>-0.95</c:v>
                </c:pt>
                <c:pt idx="16">
                  <c:v>-0.9</c:v>
                </c:pt>
                <c:pt idx="17">
                  <c:v>-0.85</c:v>
                </c:pt>
                <c:pt idx="18">
                  <c:v>-0.8</c:v>
                </c:pt>
                <c:pt idx="19">
                  <c:v>-0.75</c:v>
                </c:pt>
                <c:pt idx="20">
                  <c:v>-0.7</c:v>
                </c:pt>
                <c:pt idx="21">
                  <c:v>-0.65</c:v>
                </c:pt>
                <c:pt idx="22">
                  <c:v>-0.6</c:v>
                </c:pt>
                <c:pt idx="23">
                  <c:v>-0.55</c:v>
                </c:pt>
                <c:pt idx="24">
                  <c:v>-0.5</c:v>
                </c:pt>
                <c:pt idx="25">
                  <c:v>-0.45</c:v>
                </c:pt>
                <c:pt idx="26">
                  <c:v>-0.4</c:v>
                </c:pt>
                <c:pt idx="27">
                  <c:v>-0.35</c:v>
                </c:pt>
                <c:pt idx="28">
                  <c:v>-0.3</c:v>
                </c:pt>
                <c:pt idx="29">
                  <c:v>-0.25</c:v>
                </c:pt>
                <c:pt idx="30">
                  <c:v>-0.2</c:v>
                </c:pt>
                <c:pt idx="31">
                  <c:v>-0.15</c:v>
                </c:pt>
                <c:pt idx="32">
                  <c:v>-0.1</c:v>
                </c:pt>
                <c:pt idx="33">
                  <c:v>-0.05</c:v>
                </c:pt>
                <c:pt idx="34">
                  <c:v>0</c:v>
                </c:pt>
                <c:pt idx="35">
                  <c:v>0.05</c:v>
                </c:pt>
                <c:pt idx="36">
                  <c:v>0.1</c:v>
                </c:pt>
                <c:pt idx="37">
                  <c:v>0.15</c:v>
                </c:pt>
                <c:pt idx="38">
                  <c:v>0.2</c:v>
                </c:pt>
                <c:pt idx="39">
                  <c:v>0.25</c:v>
                </c:pt>
                <c:pt idx="40">
                  <c:v>0.3</c:v>
                </c:pt>
                <c:pt idx="41">
                  <c:v>0.35</c:v>
                </c:pt>
                <c:pt idx="42">
                  <c:v>0.4</c:v>
                </c:pt>
                <c:pt idx="43">
                  <c:v>0.45</c:v>
                </c:pt>
                <c:pt idx="44">
                  <c:v>0.5</c:v>
                </c:pt>
                <c:pt idx="45">
                  <c:v>0.55</c:v>
                </c:pt>
                <c:pt idx="46">
                  <c:v>0.6</c:v>
                </c:pt>
                <c:pt idx="47">
                  <c:v>0.65</c:v>
                </c:pt>
                <c:pt idx="48">
                  <c:v>0.7</c:v>
                </c:pt>
                <c:pt idx="49">
                  <c:v>0.75</c:v>
                </c:pt>
                <c:pt idx="50">
                  <c:v>0.8</c:v>
                </c:pt>
                <c:pt idx="51">
                  <c:v>0.85</c:v>
                </c:pt>
                <c:pt idx="52">
                  <c:v>0.9</c:v>
                </c:pt>
                <c:pt idx="53">
                  <c:v>0.95</c:v>
                </c:pt>
                <c:pt idx="54">
                  <c:v>1</c:v>
                </c:pt>
                <c:pt idx="55">
                  <c:v>1.05</c:v>
                </c:pt>
                <c:pt idx="56">
                  <c:v>1.1</c:v>
                </c:pt>
                <c:pt idx="57">
                  <c:v>1.15</c:v>
                </c:pt>
                <c:pt idx="58">
                  <c:v>1.2</c:v>
                </c:pt>
                <c:pt idx="59">
                  <c:v>1.25</c:v>
                </c:pt>
                <c:pt idx="60">
                  <c:v>1.3</c:v>
                </c:pt>
                <c:pt idx="61">
                  <c:v>1.35</c:v>
                </c:pt>
                <c:pt idx="62">
                  <c:v>1.4</c:v>
                </c:pt>
                <c:pt idx="63">
                  <c:v>1.45</c:v>
                </c:pt>
                <c:pt idx="64">
                  <c:v>1.5</c:v>
                </c:pt>
                <c:pt idx="65">
                  <c:v>1.55</c:v>
                </c:pt>
                <c:pt idx="66">
                  <c:v>1.6</c:v>
                </c:pt>
                <c:pt idx="67">
                  <c:v>1.65</c:v>
                </c:pt>
                <c:pt idx="68">
                  <c:v>1.7</c:v>
                </c:pt>
                <c:pt idx="69">
                  <c:v>1.75</c:v>
                </c:pt>
                <c:pt idx="70">
                  <c:v>1.8</c:v>
                </c:pt>
                <c:pt idx="71">
                  <c:v>1.85</c:v>
                </c:pt>
                <c:pt idx="72">
                  <c:v>1.9</c:v>
                </c:pt>
                <c:pt idx="73">
                  <c:v>1.95</c:v>
                </c:pt>
                <c:pt idx="74">
                  <c:v>2</c:v>
                </c:pt>
                <c:pt idx="75">
                  <c:v>2.05</c:v>
                </c:pt>
                <c:pt idx="76">
                  <c:v>2.1</c:v>
                </c:pt>
                <c:pt idx="77">
                  <c:v>2.15</c:v>
                </c:pt>
                <c:pt idx="78">
                  <c:v>2.2</c:v>
                </c:pt>
                <c:pt idx="79">
                  <c:v>2.25</c:v>
                </c:pt>
                <c:pt idx="80">
                  <c:v>2.3</c:v>
                </c:pt>
                <c:pt idx="81">
                  <c:v>2.35</c:v>
                </c:pt>
                <c:pt idx="82">
                  <c:v>2.4</c:v>
                </c:pt>
                <c:pt idx="83">
                  <c:v>2.45</c:v>
                </c:pt>
                <c:pt idx="84">
                  <c:v>2.5</c:v>
                </c:pt>
                <c:pt idx="85">
                  <c:v>2.55</c:v>
                </c:pt>
                <c:pt idx="86">
                  <c:v>2.6</c:v>
                </c:pt>
                <c:pt idx="87">
                  <c:v>2.65</c:v>
                </c:pt>
                <c:pt idx="88">
                  <c:v>2.7</c:v>
                </c:pt>
                <c:pt idx="89">
                  <c:v>2.75</c:v>
                </c:pt>
                <c:pt idx="90">
                  <c:v>2.8</c:v>
                </c:pt>
                <c:pt idx="91">
                  <c:v>2.85</c:v>
                </c:pt>
                <c:pt idx="92">
                  <c:v>2.9</c:v>
                </c:pt>
                <c:pt idx="93">
                  <c:v>2.95</c:v>
                </c:pt>
                <c:pt idx="94">
                  <c:v>3</c:v>
                </c:pt>
                <c:pt idx="95">
                  <c:v>3.05</c:v>
                </c:pt>
                <c:pt idx="96">
                  <c:v>3.1</c:v>
                </c:pt>
                <c:pt idx="97">
                  <c:v>3.15</c:v>
                </c:pt>
                <c:pt idx="98">
                  <c:v>3.2</c:v>
                </c:pt>
                <c:pt idx="99">
                  <c:v>3.25</c:v>
                </c:pt>
                <c:pt idx="100">
                  <c:v>3.3</c:v>
                </c:pt>
                <c:pt idx="101">
                  <c:v>3.35</c:v>
                </c:pt>
                <c:pt idx="102">
                  <c:v>3.4</c:v>
                </c:pt>
                <c:pt idx="103">
                  <c:v>3.45</c:v>
                </c:pt>
                <c:pt idx="104">
                  <c:v>3.5</c:v>
                </c:pt>
                <c:pt idx="105">
                  <c:v>3.55</c:v>
                </c:pt>
                <c:pt idx="106">
                  <c:v>3.6</c:v>
                </c:pt>
                <c:pt idx="107">
                  <c:v>3.65</c:v>
                </c:pt>
                <c:pt idx="108">
                  <c:v>3.7</c:v>
                </c:pt>
                <c:pt idx="109">
                  <c:v>3.75</c:v>
                </c:pt>
                <c:pt idx="110">
                  <c:v>3.8</c:v>
                </c:pt>
                <c:pt idx="111">
                  <c:v>3.85</c:v>
                </c:pt>
                <c:pt idx="112">
                  <c:v>3.9</c:v>
                </c:pt>
                <c:pt idx="113">
                  <c:v>3.95</c:v>
                </c:pt>
                <c:pt idx="114">
                  <c:v>4</c:v>
                </c:pt>
                <c:pt idx="115">
                  <c:v>4.05</c:v>
                </c:pt>
                <c:pt idx="116">
                  <c:v>4.1</c:v>
                </c:pt>
              </c:numCache>
            </c:numRef>
          </c:xVal>
          <c:yVal>
            <c:numRef>
              <c:f>'Chart Data'!$B$2:$B$118</c:f>
              <c:numCache>
                <c:formatCode>0</c:formatCode>
                <c:ptCount val="117"/>
                <c:pt idx="0">
                  <c:v>-2.05294243395</c:v>
                </c:pt>
                <c:pt idx="1">
                  <c:v>-2.62215405208</c:v>
                </c:pt>
                <c:pt idx="2">
                  <c:v>-3.32481170143</c:v>
                </c:pt>
                <c:pt idx="3">
                  <c:v>-4.18507577424</c:v>
                </c:pt>
                <c:pt idx="4">
                  <c:v>-5.22958247917</c:v>
                </c:pt>
                <c:pt idx="5">
                  <c:v>-6.48721255855</c:v>
                </c:pt>
                <c:pt idx="6">
                  <c:v>-7.98871006117</c:v>
                </c:pt>
                <c:pt idx="7">
                  <c:v>-9.76613246183</c:v>
                </c:pt>
                <c:pt idx="8">
                  <c:v>-11.8521184072</c:v>
                </c:pt>
                <c:pt idx="9">
                  <c:v>-14.278966433</c:v>
                </c:pt>
                <c:pt idx="10">
                  <c:v>-17.0775271196</c:v>
                </c:pt>
                <c:pt idx="11">
                  <c:v>-20.2759221309</c:v>
                </c:pt>
                <c:pt idx="12">
                  <c:v>-23.8981160418</c:v>
                </c:pt>
                <c:pt idx="13">
                  <c:v>-27.9623802028</c:v>
                </c:pt>
                <c:pt idx="14">
                  <c:v>-32.4797013563</c:v>
                </c:pt>
                <c:pt idx="15">
                  <c:v>-37.4522003661</c:v>
                </c:pt>
                <c:pt idx="16">
                  <c:v>-42.8716372081</c:v>
                </c:pt>
                <c:pt idx="17">
                  <c:v>-48.7180862173</c:v>
                </c:pt>
                <c:pt idx="18">
                  <c:v>-54.9588694504</c:v>
                </c:pt>
                <c:pt idx="19">
                  <c:v>-61.5478350214</c:v>
                </c:pt>
                <c:pt idx="20">
                  <c:v>-68.4250607393</c:v>
                </c:pt>
                <c:pt idx="21">
                  <c:v>-75.5170510133</c:v>
                </c:pt>
                <c:pt idx="22">
                  <c:v>-82.7374768687</c:v>
                </c:pt>
                <c:pt idx="23">
                  <c:v>-89.9884855884</c:v>
                </c:pt>
                <c:pt idx="24">
                  <c:v>-97.1625789484</c:v>
                </c:pt>
                <c:pt idx="25">
                  <c:v>-104.145028699</c:v>
                </c:pt>
                <c:pt idx="26">
                  <c:v>-110.816766634</c:v>
                </c:pt>
                <c:pt idx="27">
                  <c:v>-117.057656335</c:v>
                </c:pt>
                <c:pt idx="28">
                  <c:v>-122.750026606</c:v>
                </c:pt>
                <c:pt idx="29">
                  <c:v>-127.782324794</c:v>
                </c:pt>
                <c:pt idx="30">
                  <c:v>-132.052733435</c:v>
                </c:pt>
                <c:pt idx="31">
                  <c:v>-135.472587396</c:v>
                </c:pt>
                <c:pt idx="32">
                  <c:v>-137.969431754</c:v>
                </c:pt>
                <c:pt idx="33">
                  <c:v>-139.489573266</c:v>
                </c:pt>
                <c:pt idx="34">
                  <c:v>-140</c:v>
                </c:pt>
                <c:pt idx="35">
                  <c:v>-139.489573266</c:v>
                </c:pt>
                <c:pt idx="36">
                  <c:v>-137.969431754</c:v>
                </c:pt>
                <c:pt idx="37">
                  <c:v>-135.472587396</c:v>
                </c:pt>
                <c:pt idx="38">
                  <c:v>-132.052733435</c:v>
                </c:pt>
                <c:pt idx="39">
                  <c:v>-127.782324794</c:v>
                </c:pt>
                <c:pt idx="40">
                  <c:v>-122.750026606</c:v>
                </c:pt>
                <c:pt idx="41">
                  <c:v>-117.057656335</c:v>
                </c:pt>
                <c:pt idx="42">
                  <c:v>-110.816766634</c:v>
                </c:pt>
                <c:pt idx="43">
                  <c:v>-104.145028699</c:v>
                </c:pt>
                <c:pt idx="44">
                  <c:v>-97.1625789484</c:v>
                </c:pt>
                <c:pt idx="45">
                  <c:v>-89.9884855884</c:v>
                </c:pt>
                <c:pt idx="46">
                  <c:v>-82.7374768687</c:v>
                </c:pt>
                <c:pt idx="47">
                  <c:v>-75.5170510133</c:v>
                </c:pt>
                <c:pt idx="48">
                  <c:v>-68.4250607393</c:v>
                </c:pt>
                <c:pt idx="49">
                  <c:v>-61.5478350214</c:v>
                </c:pt>
                <c:pt idx="50">
                  <c:v>-54.9588694504</c:v>
                </c:pt>
                <c:pt idx="51">
                  <c:v>-48.7180862173</c:v>
                </c:pt>
                <c:pt idx="52">
                  <c:v>-42.8716372081</c:v>
                </c:pt>
                <c:pt idx="53">
                  <c:v>-37.4522003661</c:v>
                </c:pt>
                <c:pt idx="54">
                  <c:v>-32.4797013563</c:v>
                </c:pt>
                <c:pt idx="55">
                  <c:v>-27.9623802028</c:v>
                </c:pt>
                <c:pt idx="56">
                  <c:v>-23.8981160418</c:v>
                </c:pt>
                <c:pt idx="57">
                  <c:v>-20.2759221309</c:v>
                </c:pt>
                <c:pt idx="58">
                  <c:v>-17.0775271196</c:v>
                </c:pt>
                <c:pt idx="59">
                  <c:v>-14.278966433</c:v>
                </c:pt>
                <c:pt idx="60">
                  <c:v>-11.8521184072</c:v>
                </c:pt>
                <c:pt idx="61">
                  <c:v>-9.76613246183</c:v>
                </c:pt>
                <c:pt idx="62">
                  <c:v>-7.98871006117</c:v>
                </c:pt>
                <c:pt idx="63">
                  <c:v>-6.48721255855</c:v>
                </c:pt>
                <c:pt idx="64">
                  <c:v>-5.22958247917</c:v>
                </c:pt>
                <c:pt idx="65">
                  <c:v>-4.18507577424</c:v>
                </c:pt>
                <c:pt idx="66">
                  <c:v>-3.32481170143</c:v>
                </c:pt>
                <c:pt idx="67">
                  <c:v>-2.62215405208</c:v>
                </c:pt>
                <c:pt idx="68">
                  <c:v>-2.05294243395</c:v>
                </c:pt>
                <c:pt idx="69">
                  <c:v>-1.59559534329</c:v>
                </c:pt>
                <c:pt idx="70">
                  <c:v>-1.23110804316</c:v>
                </c:pt>
                <c:pt idx="71">
                  <c:v>-0.942968091478</c:v>
                </c:pt>
                <c:pt idx="72">
                  <c:v>-0.717010054261</c:v>
                </c:pt>
                <c:pt idx="73">
                  <c:v>-0.541228819526</c:v>
                </c:pt>
                <c:pt idx="74">
                  <c:v>-0.40556829999</c:v>
                </c:pt>
                <c:pt idx="75">
                  <c:v>-0.301699444586</c:v>
                </c:pt>
                <c:pt idx="76">
                  <c:v>-0.222798590457</c:v>
                </c:pt>
                <c:pt idx="77">
                  <c:v>-0.163334447257</c:v>
                </c:pt>
                <c:pt idx="78">
                  <c:v>-0.118869532683</c:v>
                </c:pt>
                <c:pt idx="79">
                  <c:v>-0.0858797444592</c:v>
                </c:pt>
                <c:pt idx="80">
                  <c:v>-0.0615939919025</c:v>
                </c:pt>
                <c:pt idx="81">
                  <c:v>-0.0438544208153</c:v>
                </c:pt>
                <c:pt idx="82">
                  <c:v>-0.0309967262406</c:v>
                </c:pt>
                <c:pt idx="83">
                  <c:v>-0.0217493206273</c:v>
                </c:pt>
                <c:pt idx="84">
                  <c:v>-0.0151496633981</c:v>
                </c:pt>
                <c:pt idx="85">
                  <c:v>-0.010475811893</c:v>
                </c:pt>
                <c:pt idx="86">
                  <c:v>-0.00719117436657</c:v>
                </c:pt>
                <c:pt idx="87">
                  <c:v>-0.00490048841866</c:v>
                </c:pt>
                <c:pt idx="88">
                  <c:v>-0.00331517405529</c:v>
                </c:pt>
                <c:pt idx="89">
                  <c:v>-0.00222638733424</c:v>
                </c:pt>
                <c:pt idx="90">
                  <c:v>-0.00148430288081</c:v>
                </c:pt>
                <c:pt idx="91">
                  <c:v>-0.000982362460028</c:v>
                </c:pt>
                <c:pt idx="92">
                  <c:v>-0.000645428896942</c:v>
                </c:pt>
                <c:pt idx="93">
                  <c:v>-0.000420971285107</c:v>
                </c:pt>
                <c:pt idx="94">
                  <c:v>-0.000272573707045</c:v>
                </c:pt>
                <c:pt idx="95">
                  <c:v>-0.000175203536487</c:v>
                </c:pt>
                <c:pt idx="96">
                  <c:v>-0.000111796754395</c:v>
                </c:pt>
                <c:pt idx="97">
                  <c:v>-7.08178834889E-05</c:v>
                </c:pt>
                <c:pt idx="98">
                  <c:v>-4.45332212484E-05</c:v>
                </c:pt>
                <c:pt idx="99">
                  <c:v>-2.78005058102E-05</c:v>
                </c:pt>
                <c:pt idx="100">
                  <c:v>-1.72285491E-05</c:v>
                </c:pt>
                <c:pt idx="101">
                  <c:v>-1.05991766947E-05</c:v>
                </c:pt>
                <c:pt idx="102">
                  <c:v>-6.47325893347E-06</c:v>
                </c:pt>
                <c:pt idx="103">
                  <c:v>-3.92465283794E-06</c:v>
                </c:pt>
                <c:pt idx="104">
                  <c:v>-2.36214706896E-06</c:v>
                </c:pt>
                <c:pt idx="105">
                  <c:v>-1.4113672663E-06</c:v>
                </c:pt>
                <c:pt idx="106">
                  <c:v>-8.37144768708E-07</c:v>
                </c:pt>
                <c:pt idx="107">
                  <c:v>-4.92933705037E-07</c:v>
                </c:pt>
                <c:pt idx="108">
                  <c:v>-2.88140218791E-07</c:v>
                </c:pt>
                <c:pt idx="109">
                  <c:v>-1.67204002195E-07</c:v>
                </c:pt>
                <c:pt idx="110">
                  <c:v>-9.63200890338E-08</c:v>
                </c:pt>
                <c:pt idx="111">
                  <c:v>-5.50826089545E-08</c:v>
                </c:pt>
                <c:pt idx="112">
                  <c:v>-3.12708401068E-08</c:v>
                </c:pt>
                <c:pt idx="113">
                  <c:v>-1.76234940271E-08</c:v>
                </c:pt>
                <c:pt idx="114">
                  <c:v>-9.8598861975E-09</c:v>
                </c:pt>
                <c:pt idx="115">
                  <c:v>-5.47619884105E-09</c:v>
                </c:pt>
                <c:pt idx="116">
                  <c:v>-3.01935331409E-09</c:v>
                </c:pt>
              </c:numCache>
            </c:numRef>
          </c:yVal>
        </c:ser>
        <c:ser>
          <c:idx val="1"/>
          <c:order val="1"/>
          <c:tx>
            <c:v>两阱重合</c:v>
          </c:tx>
          <c:spPr>
            <a:solidFill xmlns:a="http://schemas.openxmlformats.org/drawingml/2006/main">
              <a:srgbClr val="CB6C28"/>
            </a:solidFill>
            <a:ln xmlns:a="http://schemas.openxmlformats.org/drawingml/2006/main" w="24765">
              <a:solidFill>
                <a:srgbClr val="CB6C28"/>
              </a:solidFill>
            </a:ln>
          </c:spPr>
          <c:marker>
            <c:symbol val="none"/>
            <c:size val="4"/>
          </c:marker>
          <c:xVal>
            <c:numRef>
              <c:f>'Chart Data'!$C$2:$C$118</c:f>
              <c:numCache>
                <c:formatCode>General</c:formatCode>
                <c:ptCount val="117"/>
                <c:pt idx="0">
                  <c:v>-1.7</c:v>
                </c:pt>
                <c:pt idx="1">
                  <c:v>-1.65</c:v>
                </c:pt>
                <c:pt idx="2">
                  <c:v>-1.6</c:v>
                </c:pt>
                <c:pt idx="3">
                  <c:v>-1.55</c:v>
                </c:pt>
                <c:pt idx="4">
                  <c:v>-1.5</c:v>
                </c:pt>
                <c:pt idx="5">
                  <c:v>-1.45</c:v>
                </c:pt>
                <c:pt idx="6">
                  <c:v>-1.4</c:v>
                </c:pt>
                <c:pt idx="7">
                  <c:v>-1.35</c:v>
                </c:pt>
                <c:pt idx="8">
                  <c:v>-1.3</c:v>
                </c:pt>
                <c:pt idx="9">
                  <c:v>-1.25</c:v>
                </c:pt>
                <c:pt idx="10">
                  <c:v>-1.2</c:v>
                </c:pt>
                <c:pt idx="11">
                  <c:v>-1.15</c:v>
                </c:pt>
                <c:pt idx="12">
                  <c:v>-1.1</c:v>
                </c:pt>
                <c:pt idx="13">
                  <c:v>-1.05</c:v>
                </c:pt>
                <c:pt idx="14">
                  <c:v>-1</c:v>
                </c:pt>
                <c:pt idx="15">
                  <c:v>-0.95</c:v>
                </c:pt>
                <c:pt idx="16">
                  <c:v>-0.9</c:v>
                </c:pt>
                <c:pt idx="17">
                  <c:v>-0.85</c:v>
                </c:pt>
                <c:pt idx="18">
                  <c:v>-0.8</c:v>
                </c:pt>
                <c:pt idx="19">
                  <c:v>-0.75</c:v>
                </c:pt>
                <c:pt idx="20">
                  <c:v>-0.7</c:v>
                </c:pt>
                <c:pt idx="21">
                  <c:v>-0.65</c:v>
                </c:pt>
                <c:pt idx="22">
                  <c:v>-0.6</c:v>
                </c:pt>
                <c:pt idx="23">
                  <c:v>-0.55</c:v>
                </c:pt>
                <c:pt idx="24">
                  <c:v>-0.5</c:v>
                </c:pt>
                <c:pt idx="25">
                  <c:v>-0.45</c:v>
                </c:pt>
                <c:pt idx="26">
                  <c:v>-0.4</c:v>
                </c:pt>
                <c:pt idx="27">
                  <c:v>-0.35</c:v>
                </c:pt>
                <c:pt idx="28">
                  <c:v>-0.3</c:v>
                </c:pt>
                <c:pt idx="29">
                  <c:v>-0.25</c:v>
                </c:pt>
                <c:pt idx="30">
                  <c:v>-0.2</c:v>
                </c:pt>
                <c:pt idx="31">
                  <c:v>-0.15</c:v>
                </c:pt>
                <c:pt idx="32">
                  <c:v>-0.1</c:v>
                </c:pt>
                <c:pt idx="33">
                  <c:v>-0.05</c:v>
                </c:pt>
                <c:pt idx="34">
                  <c:v>0</c:v>
                </c:pt>
                <c:pt idx="35">
                  <c:v>0.05</c:v>
                </c:pt>
                <c:pt idx="36">
                  <c:v>0.1</c:v>
                </c:pt>
                <c:pt idx="37">
                  <c:v>0.15</c:v>
                </c:pt>
                <c:pt idx="38">
                  <c:v>0.2</c:v>
                </c:pt>
                <c:pt idx="39">
                  <c:v>0.25</c:v>
                </c:pt>
                <c:pt idx="40">
                  <c:v>0.3</c:v>
                </c:pt>
                <c:pt idx="41">
                  <c:v>0.35</c:v>
                </c:pt>
                <c:pt idx="42">
                  <c:v>0.4</c:v>
                </c:pt>
                <c:pt idx="43">
                  <c:v>0.45</c:v>
                </c:pt>
                <c:pt idx="44">
                  <c:v>0.5</c:v>
                </c:pt>
                <c:pt idx="45">
                  <c:v>0.55</c:v>
                </c:pt>
                <c:pt idx="46">
                  <c:v>0.6</c:v>
                </c:pt>
                <c:pt idx="47">
                  <c:v>0.65</c:v>
                </c:pt>
                <c:pt idx="48">
                  <c:v>0.7</c:v>
                </c:pt>
                <c:pt idx="49">
                  <c:v>0.75</c:v>
                </c:pt>
                <c:pt idx="50">
                  <c:v>0.8</c:v>
                </c:pt>
                <c:pt idx="51">
                  <c:v>0.85</c:v>
                </c:pt>
                <c:pt idx="52">
                  <c:v>0.9</c:v>
                </c:pt>
                <c:pt idx="53">
                  <c:v>0.95</c:v>
                </c:pt>
                <c:pt idx="54">
                  <c:v>1</c:v>
                </c:pt>
                <c:pt idx="55">
                  <c:v>1.05</c:v>
                </c:pt>
                <c:pt idx="56">
                  <c:v>1.1</c:v>
                </c:pt>
                <c:pt idx="57">
                  <c:v>1.15</c:v>
                </c:pt>
                <c:pt idx="58">
                  <c:v>1.2</c:v>
                </c:pt>
                <c:pt idx="59">
                  <c:v>1.25</c:v>
                </c:pt>
                <c:pt idx="60">
                  <c:v>1.3</c:v>
                </c:pt>
                <c:pt idx="61">
                  <c:v>1.35</c:v>
                </c:pt>
                <c:pt idx="62">
                  <c:v>1.4</c:v>
                </c:pt>
                <c:pt idx="63">
                  <c:v>1.45</c:v>
                </c:pt>
                <c:pt idx="64">
                  <c:v>1.5</c:v>
                </c:pt>
                <c:pt idx="65">
                  <c:v>1.55</c:v>
                </c:pt>
                <c:pt idx="66">
                  <c:v>1.6</c:v>
                </c:pt>
                <c:pt idx="67">
                  <c:v>1.65</c:v>
                </c:pt>
                <c:pt idx="68">
                  <c:v>1.7</c:v>
                </c:pt>
                <c:pt idx="69">
                  <c:v>1.75</c:v>
                </c:pt>
                <c:pt idx="70">
                  <c:v>1.8</c:v>
                </c:pt>
                <c:pt idx="71">
                  <c:v>1.85</c:v>
                </c:pt>
                <c:pt idx="72">
                  <c:v>1.9</c:v>
                </c:pt>
                <c:pt idx="73">
                  <c:v>1.95</c:v>
                </c:pt>
                <c:pt idx="74">
                  <c:v>2</c:v>
                </c:pt>
                <c:pt idx="75">
                  <c:v>2.05</c:v>
                </c:pt>
                <c:pt idx="76">
                  <c:v>2.1</c:v>
                </c:pt>
                <c:pt idx="77">
                  <c:v>2.15</c:v>
                </c:pt>
                <c:pt idx="78">
                  <c:v>2.2</c:v>
                </c:pt>
                <c:pt idx="79">
                  <c:v>2.25</c:v>
                </c:pt>
                <c:pt idx="80">
                  <c:v>2.3</c:v>
                </c:pt>
                <c:pt idx="81">
                  <c:v>2.35</c:v>
                </c:pt>
                <c:pt idx="82">
                  <c:v>2.4</c:v>
                </c:pt>
                <c:pt idx="83">
                  <c:v>2.45</c:v>
                </c:pt>
                <c:pt idx="84">
                  <c:v>2.5</c:v>
                </c:pt>
                <c:pt idx="85">
                  <c:v>2.55</c:v>
                </c:pt>
                <c:pt idx="86">
                  <c:v>2.6</c:v>
                </c:pt>
                <c:pt idx="87">
                  <c:v>2.65</c:v>
                </c:pt>
                <c:pt idx="88">
                  <c:v>2.7</c:v>
                </c:pt>
                <c:pt idx="89">
                  <c:v>2.75</c:v>
                </c:pt>
                <c:pt idx="90">
                  <c:v>2.8</c:v>
                </c:pt>
                <c:pt idx="91">
                  <c:v>2.85</c:v>
                </c:pt>
                <c:pt idx="92">
                  <c:v>2.9</c:v>
                </c:pt>
                <c:pt idx="93">
                  <c:v>2.95</c:v>
                </c:pt>
                <c:pt idx="94">
                  <c:v>3</c:v>
                </c:pt>
                <c:pt idx="95">
                  <c:v>3.05</c:v>
                </c:pt>
                <c:pt idx="96">
                  <c:v>3.1</c:v>
                </c:pt>
                <c:pt idx="97">
                  <c:v>3.15</c:v>
                </c:pt>
                <c:pt idx="98">
                  <c:v>3.2</c:v>
                </c:pt>
                <c:pt idx="99">
                  <c:v>3.25</c:v>
                </c:pt>
                <c:pt idx="100">
                  <c:v>3.3</c:v>
                </c:pt>
                <c:pt idx="101">
                  <c:v>3.35</c:v>
                </c:pt>
                <c:pt idx="102">
                  <c:v>3.4</c:v>
                </c:pt>
                <c:pt idx="103">
                  <c:v>3.45</c:v>
                </c:pt>
                <c:pt idx="104">
                  <c:v>3.5</c:v>
                </c:pt>
                <c:pt idx="105">
                  <c:v>3.55</c:v>
                </c:pt>
                <c:pt idx="106">
                  <c:v>3.6</c:v>
                </c:pt>
                <c:pt idx="107">
                  <c:v>3.65</c:v>
                </c:pt>
                <c:pt idx="108">
                  <c:v>3.7</c:v>
                </c:pt>
                <c:pt idx="109">
                  <c:v>3.75</c:v>
                </c:pt>
                <c:pt idx="110">
                  <c:v>3.8</c:v>
                </c:pt>
                <c:pt idx="111">
                  <c:v>3.85</c:v>
                </c:pt>
                <c:pt idx="112">
                  <c:v>3.9</c:v>
                </c:pt>
                <c:pt idx="113">
                  <c:v>3.95</c:v>
                </c:pt>
                <c:pt idx="114">
                  <c:v>4</c:v>
                </c:pt>
                <c:pt idx="115">
                  <c:v>4.05</c:v>
                </c:pt>
                <c:pt idx="116">
                  <c:v>4.1</c:v>
                </c:pt>
              </c:numCache>
            </c:numRef>
          </c:xVal>
          <c:yVal>
            <c:numRef>
              <c:f>'Chart Data'!$D$2:$D$118</c:f>
              <c:numCache>
                <c:formatCode>0</c:formatCode>
                <c:ptCount val="117"/>
                <c:pt idx="0">
                  <c:v>-6.15882730184</c:v>
                </c:pt>
                <c:pt idx="1">
                  <c:v>-7.86646215625</c:v>
                </c:pt>
                <c:pt idx="2">
                  <c:v>-9.97443510428</c:v>
                </c:pt>
                <c:pt idx="3">
                  <c:v>-12.5552273227</c:v>
                </c:pt>
                <c:pt idx="4">
                  <c:v>-15.6887474375</c:v>
                </c:pt>
                <c:pt idx="5">
                  <c:v>-19.4616376757</c:v>
                </c:pt>
                <c:pt idx="6">
                  <c:v>-23.9661301835</c:v>
                </c:pt>
                <c:pt idx="7">
                  <c:v>-29.2983973855</c:v>
                </c:pt>
                <c:pt idx="8">
                  <c:v>-35.5563552215</c:v>
                </c:pt>
                <c:pt idx="9">
                  <c:v>-42.8368992991</c:v>
                </c:pt>
                <c:pt idx="10">
                  <c:v>-51.2325813588</c:v>
                </c:pt>
                <c:pt idx="11">
                  <c:v>-60.8277663926</c:v>
                </c:pt>
                <c:pt idx="12">
                  <c:v>-71.6943481253</c:v>
                </c:pt>
                <c:pt idx="13">
                  <c:v>-83.8871406083</c:v>
                </c:pt>
                <c:pt idx="14">
                  <c:v>-97.439104069</c:v>
                </c:pt>
                <c:pt idx="15">
                  <c:v>-112.356601098</c:v>
                </c:pt>
                <c:pt idx="16">
                  <c:v>-128.614911624</c:v>
                </c:pt>
                <c:pt idx="17">
                  <c:v>-146.154258652</c:v>
                </c:pt>
                <c:pt idx="18">
                  <c:v>-164.876608351</c:v>
                </c:pt>
                <c:pt idx="19">
                  <c:v>-184.643505064</c:v>
                </c:pt>
                <c:pt idx="20">
                  <c:v>-205.275182218</c:v>
                </c:pt>
                <c:pt idx="21">
                  <c:v>-226.55115304</c:v>
                </c:pt>
                <c:pt idx="22">
                  <c:v>-248.212430606</c:v>
                </c:pt>
                <c:pt idx="23">
                  <c:v>-269.965456765</c:v>
                </c:pt>
                <c:pt idx="24">
                  <c:v>-291.487736845</c:v>
                </c:pt>
                <c:pt idx="25">
                  <c:v>-312.435086098</c:v>
                </c:pt>
                <c:pt idx="26">
                  <c:v>-332.450299903</c:v>
                </c:pt>
                <c:pt idx="27">
                  <c:v>-351.172969006</c:v>
                </c:pt>
                <c:pt idx="28">
                  <c:v>-368.250079818</c:v>
                </c:pt>
                <c:pt idx="29">
                  <c:v>-383.346974382</c:v>
                </c:pt>
                <c:pt idx="30">
                  <c:v>-396.158200304</c:v>
                </c:pt>
                <c:pt idx="31">
                  <c:v>-406.417762188</c:v>
                </c:pt>
                <c:pt idx="32">
                  <c:v>-413.908295261</c:v>
                </c:pt>
                <c:pt idx="33">
                  <c:v>-418.468719798</c:v>
                </c:pt>
                <c:pt idx="34">
                  <c:v>-420</c:v>
                </c:pt>
                <c:pt idx="35">
                  <c:v>-418.468719798</c:v>
                </c:pt>
                <c:pt idx="36">
                  <c:v>-413.908295261</c:v>
                </c:pt>
                <c:pt idx="37">
                  <c:v>-406.417762188</c:v>
                </c:pt>
                <c:pt idx="38">
                  <c:v>-396.158200304</c:v>
                </c:pt>
                <c:pt idx="39">
                  <c:v>-383.346974382</c:v>
                </c:pt>
                <c:pt idx="40">
                  <c:v>-368.250079818</c:v>
                </c:pt>
                <c:pt idx="41">
                  <c:v>-351.172969006</c:v>
                </c:pt>
                <c:pt idx="42">
                  <c:v>-332.450299903</c:v>
                </c:pt>
                <c:pt idx="43">
                  <c:v>-312.435086098</c:v>
                </c:pt>
                <c:pt idx="44">
                  <c:v>-291.487736845</c:v>
                </c:pt>
                <c:pt idx="45">
                  <c:v>-269.965456765</c:v>
                </c:pt>
                <c:pt idx="46">
                  <c:v>-248.212430606</c:v>
                </c:pt>
                <c:pt idx="47">
                  <c:v>-226.55115304</c:v>
                </c:pt>
                <c:pt idx="48">
                  <c:v>-205.275182218</c:v>
                </c:pt>
                <c:pt idx="49">
                  <c:v>-184.643505064</c:v>
                </c:pt>
                <c:pt idx="50">
                  <c:v>-164.876608351</c:v>
                </c:pt>
                <c:pt idx="51">
                  <c:v>-146.154258652</c:v>
                </c:pt>
                <c:pt idx="52">
                  <c:v>-128.614911624</c:v>
                </c:pt>
                <c:pt idx="53">
                  <c:v>-112.356601098</c:v>
                </c:pt>
                <c:pt idx="54">
                  <c:v>-97.439104069</c:v>
                </c:pt>
                <c:pt idx="55">
                  <c:v>-83.8871406083</c:v>
                </c:pt>
                <c:pt idx="56">
                  <c:v>-71.6943481253</c:v>
                </c:pt>
                <c:pt idx="57">
                  <c:v>-60.8277663926</c:v>
                </c:pt>
                <c:pt idx="58">
                  <c:v>-51.2325813588</c:v>
                </c:pt>
                <c:pt idx="59">
                  <c:v>-42.8368992991</c:v>
                </c:pt>
                <c:pt idx="60">
                  <c:v>-35.5563552215</c:v>
                </c:pt>
                <c:pt idx="61">
                  <c:v>-29.2983973855</c:v>
                </c:pt>
                <c:pt idx="62">
                  <c:v>-23.9661301835</c:v>
                </c:pt>
                <c:pt idx="63">
                  <c:v>-19.4616376757</c:v>
                </c:pt>
                <c:pt idx="64">
                  <c:v>-15.6887474375</c:v>
                </c:pt>
                <c:pt idx="65">
                  <c:v>-12.5552273227</c:v>
                </c:pt>
                <c:pt idx="66">
                  <c:v>-9.97443510428</c:v>
                </c:pt>
                <c:pt idx="67">
                  <c:v>-7.86646215625</c:v>
                </c:pt>
                <c:pt idx="68">
                  <c:v>-6.15882730184</c:v>
                </c:pt>
                <c:pt idx="69">
                  <c:v>-4.78678602986</c:v>
                </c:pt>
                <c:pt idx="70">
                  <c:v>-3.69332412947</c:v>
                </c:pt>
                <c:pt idx="71">
                  <c:v>-2.82890427443</c:v>
                </c:pt>
                <c:pt idx="72">
                  <c:v>-2.15103016278</c:v>
                </c:pt>
                <c:pt idx="73">
                  <c:v>-1.62368645858</c:v>
                </c:pt>
                <c:pt idx="74">
                  <c:v>-1.21670489997</c:v>
                </c:pt>
                <c:pt idx="75">
                  <c:v>-0.905098333757</c:v>
                </c:pt>
                <c:pt idx="76">
                  <c:v>-0.668395771371</c:v>
                </c:pt>
                <c:pt idx="77">
                  <c:v>-0.49000334177</c:v>
                </c:pt>
                <c:pt idx="78">
                  <c:v>-0.356608598049</c:v>
                </c:pt>
                <c:pt idx="79">
                  <c:v>-0.257639233378</c:v>
                </c:pt>
                <c:pt idx="80">
                  <c:v>-0.184781975708</c:v>
                </c:pt>
                <c:pt idx="81">
                  <c:v>-0.131563262446</c:v>
                </c:pt>
                <c:pt idx="82">
                  <c:v>-0.0929901787219</c:v>
                </c:pt>
                <c:pt idx="83">
                  <c:v>-0.0652479618819</c:v>
                </c:pt>
                <c:pt idx="84">
                  <c:v>-0.0454489901943</c:v>
                </c:pt>
                <c:pt idx="85">
                  <c:v>-0.0314274356791</c:v>
                </c:pt>
                <c:pt idx="86">
                  <c:v>-0.0215735230997</c:v>
                </c:pt>
                <c:pt idx="87">
                  <c:v>-0.014701465256</c:v>
                </c:pt>
                <c:pt idx="88">
                  <c:v>-0.00994552216588</c:v>
                </c:pt>
                <c:pt idx="89">
                  <c:v>-0.00667916200273</c:v>
                </c:pt>
                <c:pt idx="90">
                  <c:v>-0.00445290864242</c:v>
                </c:pt>
                <c:pt idx="91">
                  <c:v>-0.00294708738008</c:v>
                </c:pt>
                <c:pt idx="92">
                  <c:v>-0.00193628669083</c:v>
                </c:pt>
                <c:pt idx="93">
                  <c:v>-0.00126291385532</c:v>
                </c:pt>
                <c:pt idx="94">
                  <c:v>-0.000817721121136</c:v>
                </c:pt>
                <c:pt idx="95">
                  <c:v>-0.000525610609462</c:v>
                </c:pt>
                <c:pt idx="96">
                  <c:v>-0.000335390263186</c:v>
                </c:pt>
                <c:pt idx="97">
                  <c:v>-0.000212453650467</c:v>
                </c:pt>
                <c:pt idx="98">
                  <c:v>-0.000133599663745</c:v>
                </c:pt>
                <c:pt idx="99">
                  <c:v>-8.34015174305E-05</c:v>
                </c:pt>
                <c:pt idx="100">
                  <c:v>-5.16856473001E-05</c:v>
                </c:pt>
                <c:pt idx="101">
                  <c:v>-3.1797530084E-05</c:v>
                </c:pt>
                <c:pt idx="102">
                  <c:v>-1.94197768004E-05</c:v>
                </c:pt>
                <c:pt idx="103">
                  <c:v>-1.17739585138E-05</c:v>
                </c:pt>
                <c:pt idx="104">
                  <c:v>-7.08644120689E-06</c:v>
                </c:pt>
                <c:pt idx="105">
                  <c:v>-4.2341017989E-06</c:v>
                </c:pt>
                <c:pt idx="106">
                  <c:v>-2.51143430612E-06</c:v>
                </c:pt>
                <c:pt idx="107">
                  <c:v>-1.47880111511E-06</c:v>
                </c:pt>
                <c:pt idx="108">
                  <c:v>-8.64420656372E-07</c:v>
                </c:pt>
                <c:pt idx="109">
                  <c:v>-5.01612006586E-07</c:v>
                </c:pt>
                <c:pt idx="110">
                  <c:v>-2.88960267101E-07</c:v>
                </c:pt>
                <c:pt idx="111">
                  <c:v>-1.65247826864E-07</c:v>
                </c:pt>
                <c:pt idx="112">
                  <c:v>-9.38125203205E-08</c:v>
                </c:pt>
                <c:pt idx="113">
                  <c:v>-5.28704820814E-08</c:v>
                </c:pt>
                <c:pt idx="114">
                  <c:v>-2.95796585925E-08</c:v>
                </c:pt>
                <c:pt idx="115">
                  <c:v>-1.64285965232E-08</c:v>
                </c:pt>
                <c:pt idx="116">
                  <c:v>-9.05805994227E-09</c:v>
                </c:pt>
              </c:numCache>
            </c:numRef>
          </c:yVal>
        </c:ser>
        <c:ser>
          <c:idx val="2"/>
          <c:order val="2"/>
          <c:tx>
            <c:v>分开 1.2 μm</c:v>
          </c:tx>
          <c:spPr>
            <a:solidFill xmlns:a="http://schemas.openxmlformats.org/drawingml/2006/main">
              <a:srgbClr val="278071"/>
            </a:solidFill>
            <a:ln xmlns:a="http://schemas.openxmlformats.org/drawingml/2006/main" w="24765">
              <a:solidFill>
                <a:srgbClr val="278071"/>
              </a:solidFill>
            </a:ln>
          </c:spPr>
          <c:marker>
            <c:symbol val="none"/>
            <c:size val="4"/>
          </c:marker>
          <c:xVal>
            <c:numRef>
              <c:f>'Chart Data'!$E$2:$E$118</c:f>
              <c:numCache>
                <c:formatCode>General</c:formatCode>
                <c:ptCount val="117"/>
                <c:pt idx="0">
                  <c:v>-1.7</c:v>
                </c:pt>
                <c:pt idx="1">
                  <c:v>-1.65</c:v>
                </c:pt>
                <c:pt idx="2">
                  <c:v>-1.6</c:v>
                </c:pt>
                <c:pt idx="3">
                  <c:v>-1.55</c:v>
                </c:pt>
                <c:pt idx="4">
                  <c:v>-1.5</c:v>
                </c:pt>
                <c:pt idx="5">
                  <c:v>-1.45</c:v>
                </c:pt>
                <c:pt idx="6">
                  <c:v>-1.4</c:v>
                </c:pt>
                <c:pt idx="7">
                  <c:v>-1.35</c:v>
                </c:pt>
                <c:pt idx="8">
                  <c:v>-1.3</c:v>
                </c:pt>
                <c:pt idx="9">
                  <c:v>-1.25</c:v>
                </c:pt>
                <c:pt idx="10">
                  <c:v>-1.2</c:v>
                </c:pt>
                <c:pt idx="11">
                  <c:v>-1.15</c:v>
                </c:pt>
                <c:pt idx="12">
                  <c:v>-1.1</c:v>
                </c:pt>
                <c:pt idx="13">
                  <c:v>-1.05</c:v>
                </c:pt>
                <c:pt idx="14">
                  <c:v>-1</c:v>
                </c:pt>
                <c:pt idx="15">
                  <c:v>-0.95</c:v>
                </c:pt>
                <c:pt idx="16">
                  <c:v>-0.9</c:v>
                </c:pt>
                <c:pt idx="17">
                  <c:v>-0.85</c:v>
                </c:pt>
                <c:pt idx="18">
                  <c:v>-0.8</c:v>
                </c:pt>
                <c:pt idx="19">
                  <c:v>-0.75</c:v>
                </c:pt>
                <c:pt idx="20">
                  <c:v>-0.7</c:v>
                </c:pt>
                <c:pt idx="21">
                  <c:v>-0.65</c:v>
                </c:pt>
                <c:pt idx="22">
                  <c:v>-0.6</c:v>
                </c:pt>
                <c:pt idx="23">
                  <c:v>-0.55</c:v>
                </c:pt>
                <c:pt idx="24">
                  <c:v>-0.5</c:v>
                </c:pt>
                <c:pt idx="25">
                  <c:v>-0.45</c:v>
                </c:pt>
                <c:pt idx="26">
                  <c:v>-0.4</c:v>
                </c:pt>
                <c:pt idx="27">
                  <c:v>-0.35</c:v>
                </c:pt>
                <c:pt idx="28">
                  <c:v>-0.3</c:v>
                </c:pt>
                <c:pt idx="29">
                  <c:v>-0.25</c:v>
                </c:pt>
                <c:pt idx="30">
                  <c:v>-0.2</c:v>
                </c:pt>
                <c:pt idx="31">
                  <c:v>-0.15</c:v>
                </c:pt>
                <c:pt idx="32">
                  <c:v>-0.1</c:v>
                </c:pt>
                <c:pt idx="33">
                  <c:v>-0.05</c:v>
                </c:pt>
                <c:pt idx="34">
                  <c:v>0</c:v>
                </c:pt>
                <c:pt idx="35">
                  <c:v>0.05</c:v>
                </c:pt>
                <c:pt idx="36">
                  <c:v>0.1</c:v>
                </c:pt>
                <c:pt idx="37">
                  <c:v>0.15</c:v>
                </c:pt>
                <c:pt idx="38">
                  <c:v>0.2</c:v>
                </c:pt>
                <c:pt idx="39">
                  <c:v>0.25</c:v>
                </c:pt>
                <c:pt idx="40">
                  <c:v>0.3</c:v>
                </c:pt>
                <c:pt idx="41">
                  <c:v>0.35</c:v>
                </c:pt>
                <c:pt idx="42">
                  <c:v>0.4</c:v>
                </c:pt>
                <c:pt idx="43">
                  <c:v>0.45</c:v>
                </c:pt>
                <c:pt idx="44">
                  <c:v>0.5</c:v>
                </c:pt>
                <c:pt idx="45">
                  <c:v>0.55</c:v>
                </c:pt>
                <c:pt idx="46">
                  <c:v>0.6</c:v>
                </c:pt>
                <c:pt idx="47">
                  <c:v>0.65</c:v>
                </c:pt>
                <c:pt idx="48">
                  <c:v>0.7</c:v>
                </c:pt>
                <c:pt idx="49">
                  <c:v>0.75</c:v>
                </c:pt>
                <c:pt idx="50">
                  <c:v>0.8</c:v>
                </c:pt>
                <c:pt idx="51">
                  <c:v>0.85</c:v>
                </c:pt>
                <c:pt idx="52">
                  <c:v>0.9</c:v>
                </c:pt>
                <c:pt idx="53">
                  <c:v>0.95</c:v>
                </c:pt>
                <c:pt idx="54">
                  <c:v>1</c:v>
                </c:pt>
                <c:pt idx="55">
                  <c:v>1.05</c:v>
                </c:pt>
                <c:pt idx="56">
                  <c:v>1.1</c:v>
                </c:pt>
                <c:pt idx="57">
                  <c:v>1.15</c:v>
                </c:pt>
                <c:pt idx="58">
                  <c:v>1.2</c:v>
                </c:pt>
                <c:pt idx="59">
                  <c:v>1.25</c:v>
                </c:pt>
                <c:pt idx="60">
                  <c:v>1.3</c:v>
                </c:pt>
                <c:pt idx="61">
                  <c:v>1.35</c:v>
                </c:pt>
                <c:pt idx="62">
                  <c:v>1.4</c:v>
                </c:pt>
                <c:pt idx="63">
                  <c:v>1.45</c:v>
                </c:pt>
                <c:pt idx="64">
                  <c:v>1.5</c:v>
                </c:pt>
                <c:pt idx="65">
                  <c:v>1.55</c:v>
                </c:pt>
                <c:pt idx="66">
                  <c:v>1.6</c:v>
                </c:pt>
                <c:pt idx="67">
                  <c:v>1.65</c:v>
                </c:pt>
                <c:pt idx="68">
                  <c:v>1.7</c:v>
                </c:pt>
                <c:pt idx="69">
                  <c:v>1.75</c:v>
                </c:pt>
                <c:pt idx="70">
                  <c:v>1.8</c:v>
                </c:pt>
                <c:pt idx="71">
                  <c:v>1.85</c:v>
                </c:pt>
                <c:pt idx="72">
                  <c:v>1.9</c:v>
                </c:pt>
                <c:pt idx="73">
                  <c:v>1.95</c:v>
                </c:pt>
                <c:pt idx="74">
                  <c:v>2</c:v>
                </c:pt>
                <c:pt idx="75">
                  <c:v>2.05</c:v>
                </c:pt>
                <c:pt idx="76">
                  <c:v>2.1</c:v>
                </c:pt>
                <c:pt idx="77">
                  <c:v>2.15</c:v>
                </c:pt>
                <c:pt idx="78">
                  <c:v>2.2</c:v>
                </c:pt>
                <c:pt idx="79">
                  <c:v>2.25</c:v>
                </c:pt>
                <c:pt idx="80">
                  <c:v>2.3</c:v>
                </c:pt>
                <c:pt idx="81">
                  <c:v>2.35</c:v>
                </c:pt>
                <c:pt idx="82">
                  <c:v>2.4</c:v>
                </c:pt>
                <c:pt idx="83">
                  <c:v>2.45</c:v>
                </c:pt>
                <c:pt idx="84">
                  <c:v>2.5</c:v>
                </c:pt>
                <c:pt idx="85">
                  <c:v>2.55</c:v>
                </c:pt>
                <c:pt idx="86">
                  <c:v>2.6</c:v>
                </c:pt>
                <c:pt idx="87">
                  <c:v>2.65</c:v>
                </c:pt>
                <c:pt idx="88">
                  <c:v>2.7</c:v>
                </c:pt>
                <c:pt idx="89">
                  <c:v>2.75</c:v>
                </c:pt>
                <c:pt idx="90">
                  <c:v>2.8</c:v>
                </c:pt>
                <c:pt idx="91">
                  <c:v>2.85</c:v>
                </c:pt>
                <c:pt idx="92">
                  <c:v>2.9</c:v>
                </c:pt>
                <c:pt idx="93">
                  <c:v>2.95</c:v>
                </c:pt>
                <c:pt idx="94">
                  <c:v>3</c:v>
                </c:pt>
                <c:pt idx="95">
                  <c:v>3.05</c:v>
                </c:pt>
                <c:pt idx="96">
                  <c:v>3.1</c:v>
                </c:pt>
                <c:pt idx="97">
                  <c:v>3.15</c:v>
                </c:pt>
                <c:pt idx="98">
                  <c:v>3.2</c:v>
                </c:pt>
                <c:pt idx="99">
                  <c:v>3.25</c:v>
                </c:pt>
                <c:pt idx="100">
                  <c:v>3.3</c:v>
                </c:pt>
                <c:pt idx="101">
                  <c:v>3.35</c:v>
                </c:pt>
                <c:pt idx="102">
                  <c:v>3.4</c:v>
                </c:pt>
                <c:pt idx="103">
                  <c:v>3.45</c:v>
                </c:pt>
                <c:pt idx="104">
                  <c:v>3.5</c:v>
                </c:pt>
                <c:pt idx="105">
                  <c:v>3.55</c:v>
                </c:pt>
                <c:pt idx="106">
                  <c:v>3.6</c:v>
                </c:pt>
                <c:pt idx="107">
                  <c:v>3.65</c:v>
                </c:pt>
                <c:pt idx="108">
                  <c:v>3.7</c:v>
                </c:pt>
                <c:pt idx="109">
                  <c:v>3.75</c:v>
                </c:pt>
                <c:pt idx="110">
                  <c:v>3.8</c:v>
                </c:pt>
                <c:pt idx="111">
                  <c:v>3.85</c:v>
                </c:pt>
                <c:pt idx="112">
                  <c:v>3.9</c:v>
                </c:pt>
                <c:pt idx="113">
                  <c:v>3.95</c:v>
                </c:pt>
                <c:pt idx="114">
                  <c:v>4</c:v>
                </c:pt>
                <c:pt idx="115">
                  <c:v>4.05</c:v>
                </c:pt>
                <c:pt idx="116">
                  <c:v>4.1</c:v>
                </c:pt>
              </c:numCache>
            </c:numRef>
          </c:xVal>
          <c:yVal>
            <c:numRef>
              <c:f>'Chart Data'!$F$2:$F$118</c:f>
              <c:numCache>
                <c:formatCode>0</c:formatCode>
                <c:ptCount val="117"/>
                <c:pt idx="0">
                  <c:v>-2.05423329174</c:v>
                </c:pt>
                <c:pt idx="1">
                  <c:v>-2.624118777</c:v>
                </c:pt>
                <c:pt idx="2">
                  <c:v>-3.32778030719</c:v>
                </c:pt>
                <c:pt idx="3">
                  <c:v>-4.18952854891</c:v>
                </c:pt>
                <c:pt idx="4">
                  <c:v>-5.23621282728</c:v>
                </c:pt>
                <c:pt idx="5">
                  <c:v>-6.49701353539</c:v>
                </c:pt>
                <c:pt idx="6">
                  <c:v>-8.0030924099</c:v>
                </c:pt>
                <c:pt idx="7">
                  <c:v>-9.78708408562</c:v>
                </c:pt>
                <c:pt idx="8">
                  <c:v>-11.882417734</c:v>
                </c:pt>
                <c:pt idx="9">
                  <c:v>-14.3224650743</c:v>
                </c:pt>
                <c:pt idx="10">
                  <c:v>-17.1395205721</c:v>
                </c:pt>
                <c:pt idx="11">
                  <c:v>-20.3636309725</c:v>
                </c:pt>
                <c:pt idx="12">
                  <c:v>-24.0213040256</c:v>
                </c:pt>
                <c:pt idx="13">
                  <c:v>-28.1341396917</c:v>
                </c:pt>
                <c:pt idx="14">
                  <c:v>-32.7174404217</c:v>
                </c:pt>
                <c:pt idx="15">
                  <c:v>-37.7788692606</c:v>
                </c:pt>
                <c:pt idx="16">
                  <c:v>-43.317234389</c:v>
                </c:pt>
                <c:pt idx="17">
                  <c:v>-49.3214851065</c:v>
                </c:pt>
                <c:pt idx="18">
                  <c:v>-55.7700060504</c:v>
                </c:pt>
                <c:pt idx="19">
                  <c:v>-62.6302926604</c:v>
                </c:pt>
                <c:pt idx="20">
                  <c:v>-69.8590808478</c:v>
                </c:pt>
                <c:pt idx="21">
                  <c:v>-77.4029871962</c:v>
                </c:pt>
                <c:pt idx="22">
                  <c:v>-85.199692955</c:v>
                </c:pt>
                <c:pt idx="23">
                  <c:v>-93.1796762749</c:v>
                </c:pt>
                <c:pt idx="24">
                  <c:v>-101.268463816</c:v>
                </c:pt>
                <c:pt idx="25">
                  <c:v>-109.389336803</c:v>
                </c:pt>
                <c:pt idx="26">
                  <c:v>-117.466390037</c:v>
                </c:pt>
                <c:pt idx="27">
                  <c:v>-125.427807884</c:v>
                </c:pt>
                <c:pt idx="28">
                  <c:v>-133.209191564</c:v>
                </c:pt>
                <c:pt idx="29">
                  <c:v>-140.756749911</c:v>
                </c:pt>
                <c:pt idx="30">
                  <c:v>-148.030153557</c:v>
                </c:pt>
                <c:pt idx="31">
                  <c:v>-155.00485232</c:v>
                </c:pt>
                <c:pt idx="32">
                  <c:v>-161.673668568</c:v>
                </c:pt>
                <c:pt idx="33">
                  <c:v>-168.047506132</c:v>
                </c:pt>
                <c:pt idx="34">
                  <c:v>-174.155054239</c:v>
                </c:pt>
                <c:pt idx="35">
                  <c:v>-180.041417528</c:v>
                </c:pt>
                <c:pt idx="36">
                  <c:v>-185.765663837</c:v>
                </c:pt>
                <c:pt idx="37">
                  <c:v>-191.397347802</c:v>
                </c:pt>
                <c:pt idx="38">
                  <c:v>-197.012136147</c:v>
                </c:pt>
                <c:pt idx="39">
                  <c:v>-202.686725526</c:v>
                </c:pt>
                <c:pt idx="40">
                  <c:v>-208.493301022</c:v>
                </c:pt>
                <c:pt idx="41">
                  <c:v>-214.49382877</c:v>
                </c:pt>
                <c:pt idx="42">
                  <c:v>-220.734505535</c:v>
                </c:pt>
                <c:pt idx="43">
                  <c:v>-227.240698742</c:v>
                </c:pt>
                <c:pt idx="44">
                  <c:v>-234.012700427</c:v>
                </c:pt>
                <c:pt idx="45">
                  <c:v>-241.022587615</c:v>
                </c:pt>
                <c:pt idx="46">
                  <c:v>-248.212430606</c:v>
                </c:pt>
                <c:pt idx="47">
                  <c:v>-255.49402219</c:v>
                </c:pt>
                <c:pt idx="48">
                  <c:v>-262.750218636</c:v>
                </c:pt>
                <c:pt idx="49">
                  <c:v>-269.83789242</c:v>
                </c:pt>
                <c:pt idx="50">
                  <c:v>-276.592402719</c:v>
                </c:pt>
                <c:pt idx="51">
                  <c:v>-282.833398888</c:v>
                </c:pt>
                <c:pt idx="52">
                  <c:v>-288.37169042</c:v>
                </c:pt>
                <c:pt idx="53">
                  <c:v>-293.016849954</c:v>
                </c:pt>
                <c:pt idx="54">
                  <c:v>-296.585168226</c:v>
                </c:pt>
                <c:pt idx="55">
                  <c:v>-298.907554995</c:v>
                </c:pt>
                <c:pt idx="56">
                  <c:v>-299.836979549</c:v>
                </c:pt>
                <c:pt idx="57">
                  <c:v>-299.255068663</c:v>
                </c:pt>
                <c:pt idx="58">
                  <c:v>-297.07752712</c:v>
                </c:pt>
                <c:pt idx="59">
                  <c:v>-293.258112965</c:v>
                </c:pt>
                <c:pt idx="60">
                  <c:v>-287.790981914</c:v>
                </c:pt>
                <c:pt idx="61">
                  <c:v>-280.711307254</c:v>
                </c:pt>
                <c:pt idx="62">
                  <c:v>-272.094176931</c:v>
                </c:pt>
                <c:pt idx="63">
                  <c:v>-262.051862146</c:v>
                </c:pt>
                <c:pt idx="64">
                  <c:v>-250.729635691</c:v>
                </c:pt>
                <c:pt idx="65">
                  <c:v>-238.300388445</c:v>
                </c:pt>
                <c:pt idx="66">
                  <c:v>-224.95834497</c:v>
                </c:pt>
                <c:pt idx="67">
                  <c:v>-210.912211451</c:v>
                </c:pt>
                <c:pt idx="68">
                  <c:v>-196.378100331</c:v>
                </c:pt>
                <c:pt idx="69">
                  <c:v>-181.57256652</c:v>
                </c:pt>
                <c:pt idx="70">
                  <c:v>-166.706061781</c:v>
                </c:pt>
                <c:pt idx="71">
                  <c:v>-151.977070118</c:v>
                </c:pt>
                <c:pt idx="72">
                  <c:v>-137.567131533</c:v>
                </c:pt>
                <c:pt idx="73">
                  <c:v>-123.636898862</c:v>
                </c:pt>
                <c:pt idx="74">
                  <c:v>-110.323307201</c:v>
                </c:pt>
                <c:pt idx="75">
                  <c:v>-97.7378718792</c:v>
                </c:pt>
                <c:pt idx="76">
                  <c:v>-85.9660730067</c:v>
                </c:pt>
                <c:pt idx="77">
                  <c:v>-75.0677351795</c:v>
                </c:pt>
                <c:pt idx="78">
                  <c:v>-65.0782722453</c:v>
                </c:pt>
                <c:pt idx="79">
                  <c:v>-56.01064015</c:v>
                </c:pt>
                <c:pt idx="80">
                  <c:v>-47.8578260754</c:v>
                </c:pt>
                <c:pt idx="81">
                  <c:v>-40.5956986826</c:v>
                </c:pt>
                <c:pt idx="82">
                  <c:v>-34.1860509654</c:v>
                </c:pt>
                <c:pt idx="83">
                  <c:v>-28.5796821867</c:v>
                </c:pt>
                <c:pt idx="84">
                  <c:v>-23.7193864777</c:v>
                </c:pt>
                <c:pt idx="85">
                  <c:v>-19.5427407356</c:v>
                </c:pt>
                <c:pt idx="86">
                  <c:v>-15.9846112967</c:v>
                </c:pt>
                <c:pt idx="87">
                  <c:v>-12.9793256055</c:v>
                </c:pt>
                <c:pt idx="88">
                  <c:v>-10.4624801324</c:v>
                </c:pt>
                <c:pt idx="89">
                  <c:v>-8.37237793581</c:v>
                </c:pt>
                <c:pt idx="90">
                  <c:v>-6.65110770573</c:v>
                </c:pt>
                <c:pt idx="91">
                  <c:v>-5.24529046663</c:v>
                </c:pt>
                <c:pt idx="92">
                  <c:v>-4.10653029679</c:v>
                </c:pt>
                <c:pt idx="93">
                  <c:v>-3.19161165786</c:v>
                </c:pt>
                <c:pt idx="94">
                  <c:v>-2.46248866002</c:v>
                </c:pt>
                <c:pt idx="95">
                  <c:v>-1.88611138649</c:v>
                </c:pt>
                <c:pt idx="96">
                  <c:v>-1.43413190528</c:v>
                </c:pt>
                <c:pt idx="97">
                  <c:v>-1.08252845694</c:v>
                </c:pt>
                <c:pt idx="98">
                  <c:v>-0.811181133202</c:v>
                </c:pt>
                <c:pt idx="99">
                  <c:v>-0.603426689677</c:v>
                </c:pt>
                <c:pt idx="100">
                  <c:v>-0.445614409463</c:v>
                </c:pt>
                <c:pt idx="101">
                  <c:v>-0.32667949369</c:v>
                </c:pt>
                <c:pt idx="102">
                  <c:v>-0.237745538625</c:v>
                </c:pt>
                <c:pt idx="103">
                  <c:v>-0.171763413571</c:v>
                </c:pt>
                <c:pt idx="104">
                  <c:v>-0.123190345952</c:v>
                </c:pt>
                <c:pt idx="105">
                  <c:v>-0.0877102529979</c:v>
                </c:pt>
                <c:pt idx="106">
                  <c:v>-0.061994289626</c:v>
                </c:pt>
                <c:pt idx="107">
                  <c:v>-0.0434991341883</c:v>
                </c:pt>
                <c:pt idx="108">
                  <c:v>-0.0302996149364</c:v>
                </c:pt>
                <c:pt idx="109">
                  <c:v>-0.0209517909901</c:v>
                </c:pt>
                <c:pt idx="110">
                  <c:v>-0.0143824450532</c:v>
                </c:pt>
                <c:pt idx="111">
                  <c:v>-0.00980103191992</c:v>
                </c:pt>
                <c:pt idx="112">
                  <c:v>-0.00663037938143</c:v>
                </c:pt>
                <c:pt idx="113">
                  <c:v>-0.00445279229198</c:v>
                </c:pt>
                <c:pt idx="114">
                  <c:v>-0.0029686156215</c:v>
                </c:pt>
                <c:pt idx="115">
                  <c:v>-0.00196473039625</c:v>
                </c:pt>
                <c:pt idx="116">
                  <c:v>-0.00129086081324</c:v>
                </c:pt>
              </c:numCache>
            </c:numRef>
          </c:yVal>
        </c:ser>
        <c:ser>
          <c:idx val="3"/>
          <c:order val="3"/>
          <c:tx>
            <c:v>分开 2.4 μm</c:v>
          </c:tx>
          <c:spPr>
            <a:solidFill xmlns:a="http://schemas.openxmlformats.org/drawingml/2006/main">
              <a:srgbClr val="8C98A3"/>
            </a:solidFill>
            <a:ln xmlns:a="http://schemas.openxmlformats.org/drawingml/2006/main" w="24765">
              <a:solidFill>
                <a:srgbClr val="8C98A3"/>
              </a:solidFill>
            </a:ln>
          </c:spPr>
          <c:marker>
            <c:symbol val="none"/>
            <c:size val="4"/>
          </c:marker>
          <c:xVal>
            <c:numRef>
              <c:f>'Chart Data'!$G$2:$G$118</c:f>
              <c:numCache>
                <c:formatCode>General</c:formatCode>
                <c:ptCount val="117"/>
                <c:pt idx="0">
                  <c:v>-1.7</c:v>
                </c:pt>
                <c:pt idx="1">
                  <c:v>-1.65</c:v>
                </c:pt>
                <c:pt idx="2">
                  <c:v>-1.6</c:v>
                </c:pt>
                <c:pt idx="3">
                  <c:v>-1.55</c:v>
                </c:pt>
                <c:pt idx="4">
                  <c:v>-1.5</c:v>
                </c:pt>
                <c:pt idx="5">
                  <c:v>-1.45</c:v>
                </c:pt>
                <c:pt idx="6">
                  <c:v>-1.4</c:v>
                </c:pt>
                <c:pt idx="7">
                  <c:v>-1.35</c:v>
                </c:pt>
                <c:pt idx="8">
                  <c:v>-1.3</c:v>
                </c:pt>
                <c:pt idx="9">
                  <c:v>-1.25</c:v>
                </c:pt>
                <c:pt idx="10">
                  <c:v>-1.2</c:v>
                </c:pt>
                <c:pt idx="11">
                  <c:v>-1.15</c:v>
                </c:pt>
                <c:pt idx="12">
                  <c:v>-1.1</c:v>
                </c:pt>
                <c:pt idx="13">
                  <c:v>-1.05</c:v>
                </c:pt>
                <c:pt idx="14">
                  <c:v>-1</c:v>
                </c:pt>
                <c:pt idx="15">
                  <c:v>-0.95</c:v>
                </c:pt>
                <c:pt idx="16">
                  <c:v>-0.9</c:v>
                </c:pt>
                <c:pt idx="17">
                  <c:v>-0.85</c:v>
                </c:pt>
                <c:pt idx="18">
                  <c:v>-0.8</c:v>
                </c:pt>
                <c:pt idx="19">
                  <c:v>-0.75</c:v>
                </c:pt>
                <c:pt idx="20">
                  <c:v>-0.7</c:v>
                </c:pt>
                <c:pt idx="21">
                  <c:v>-0.65</c:v>
                </c:pt>
                <c:pt idx="22">
                  <c:v>-0.6</c:v>
                </c:pt>
                <c:pt idx="23">
                  <c:v>-0.55</c:v>
                </c:pt>
                <c:pt idx="24">
                  <c:v>-0.5</c:v>
                </c:pt>
                <c:pt idx="25">
                  <c:v>-0.45</c:v>
                </c:pt>
                <c:pt idx="26">
                  <c:v>-0.4</c:v>
                </c:pt>
                <c:pt idx="27">
                  <c:v>-0.35</c:v>
                </c:pt>
                <c:pt idx="28">
                  <c:v>-0.3</c:v>
                </c:pt>
                <c:pt idx="29">
                  <c:v>-0.25</c:v>
                </c:pt>
                <c:pt idx="30">
                  <c:v>-0.2</c:v>
                </c:pt>
                <c:pt idx="31">
                  <c:v>-0.15</c:v>
                </c:pt>
                <c:pt idx="32">
                  <c:v>-0.1</c:v>
                </c:pt>
                <c:pt idx="33">
                  <c:v>-0.05</c:v>
                </c:pt>
                <c:pt idx="34">
                  <c:v>0</c:v>
                </c:pt>
                <c:pt idx="35">
                  <c:v>0.05</c:v>
                </c:pt>
                <c:pt idx="36">
                  <c:v>0.1</c:v>
                </c:pt>
                <c:pt idx="37">
                  <c:v>0.15</c:v>
                </c:pt>
                <c:pt idx="38">
                  <c:v>0.2</c:v>
                </c:pt>
                <c:pt idx="39">
                  <c:v>0.25</c:v>
                </c:pt>
                <c:pt idx="40">
                  <c:v>0.3</c:v>
                </c:pt>
                <c:pt idx="41">
                  <c:v>0.35</c:v>
                </c:pt>
                <c:pt idx="42">
                  <c:v>0.4</c:v>
                </c:pt>
                <c:pt idx="43">
                  <c:v>0.45</c:v>
                </c:pt>
                <c:pt idx="44">
                  <c:v>0.5</c:v>
                </c:pt>
                <c:pt idx="45">
                  <c:v>0.55</c:v>
                </c:pt>
                <c:pt idx="46">
                  <c:v>0.6</c:v>
                </c:pt>
                <c:pt idx="47">
                  <c:v>0.65</c:v>
                </c:pt>
                <c:pt idx="48">
                  <c:v>0.7</c:v>
                </c:pt>
                <c:pt idx="49">
                  <c:v>0.75</c:v>
                </c:pt>
                <c:pt idx="50">
                  <c:v>0.8</c:v>
                </c:pt>
                <c:pt idx="51">
                  <c:v>0.85</c:v>
                </c:pt>
                <c:pt idx="52">
                  <c:v>0.9</c:v>
                </c:pt>
                <c:pt idx="53">
                  <c:v>0.95</c:v>
                </c:pt>
                <c:pt idx="54">
                  <c:v>1</c:v>
                </c:pt>
                <c:pt idx="55">
                  <c:v>1.05</c:v>
                </c:pt>
                <c:pt idx="56">
                  <c:v>1.1</c:v>
                </c:pt>
                <c:pt idx="57">
                  <c:v>1.15</c:v>
                </c:pt>
                <c:pt idx="58">
                  <c:v>1.2</c:v>
                </c:pt>
                <c:pt idx="59">
                  <c:v>1.25</c:v>
                </c:pt>
                <c:pt idx="60">
                  <c:v>1.3</c:v>
                </c:pt>
                <c:pt idx="61">
                  <c:v>1.35</c:v>
                </c:pt>
                <c:pt idx="62">
                  <c:v>1.4</c:v>
                </c:pt>
                <c:pt idx="63">
                  <c:v>1.45</c:v>
                </c:pt>
                <c:pt idx="64">
                  <c:v>1.5</c:v>
                </c:pt>
                <c:pt idx="65">
                  <c:v>1.55</c:v>
                </c:pt>
                <c:pt idx="66">
                  <c:v>1.6</c:v>
                </c:pt>
                <c:pt idx="67">
                  <c:v>1.65</c:v>
                </c:pt>
                <c:pt idx="68">
                  <c:v>1.7</c:v>
                </c:pt>
                <c:pt idx="69">
                  <c:v>1.75</c:v>
                </c:pt>
                <c:pt idx="70">
                  <c:v>1.8</c:v>
                </c:pt>
                <c:pt idx="71">
                  <c:v>1.85</c:v>
                </c:pt>
                <c:pt idx="72">
                  <c:v>1.9</c:v>
                </c:pt>
                <c:pt idx="73">
                  <c:v>1.95</c:v>
                </c:pt>
                <c:pt idx="74">
                  <c:v>2</c:v>
                </c:pt>
                <c:pt idx="75">
                  <c:v>2.05</c:v>
                </c:pt>
                <c:pt idx="76">
                  <c:v>2.1</c:v>
                </c:pt>
                <c:pt idx="77">
                  <c:v>2.15</c:v>
                </c:pt>
                <c:pt idx="78">
                  <c:v>2.2</c:v>
                </c:pt>
                <c:pt idx="79">
                  <c:v>2.25</c:v>
                </c:pt>
                <c:pt idx="80">
                  <c:v>2.3</c:v>
                </c:pt>
                <c:pt idx="81">
                  <c:v>2.35</c:v>
                </c:pt>
                <c:pt idx="82">
                  <c:v>2.4</c:v>
                </c:pt>
                <c:pt idx="83">
                  <c:v>2.45</c:v>
                </c:pt>
                <c:pt idx="84">
                  <c:v>2.5</c:v>
                </c:pt>
                <c:pt idx="85">
                  <c:v>2.55</c:v>
                </c:pt>
                <c:pt idx="86">
                  <c:v>2.6</c:v>
                </c:pt>
                <c:pt idx="87">
                  <c:v>2.65</c:v>
                </c:pt>
                <c:pt idx="88">
                  <c:v>2.7</c:v>
                </c:pt>
                <c:pt idx="89">
                  <c:v>2.75</c:v>
                </c:pt>
                <c:pt idx="90">
                  <c:v>2.8</c:v>
                </c:pt>
                <c:pt idx="91">
                  <c:v>2.85</c:v>
                </c:pt>
                <c:pt idx="92">
                  <c:v>2.9</c:v>
                </c:pt>
                <c:pt idx="93">
                  <c:v>2.95</c:v>
                </c:pt>
                <c:pt idx="94">
                  <c:v>3</c:v>
                </c:pt>
                <c:pt idx="95">
                  <c:v>3.05</c:v>
                </c:pt>
                <c:pt idx="96">
                  <c:v>3.1</c:v>
                </c:pt>
                <c:pt idx="97">
                  <c:v>3.15</c:v>
                </c:pt>
                <c:pt idx="98">
                  <c:v>3.2</c:v>
                </c:pt>
                <c:pt idx="99">
                  <c:v>3.25</c:v>
                </c:pt>
                <c:pt idx="100">
                  <c:v>3.3</c:v>
                </c:pt>
                <c:pt idx="101">
                  <c:v>3.35</c:v>
                </c:pt>
                <c:pt idx="102">
                  <c:v>3.4</c:v>
                </c:pt>
                <c:pt idx="103">
                  <c:v>3.45</c:v>
                </c:pt>
                <c:pt idx="104">
                  <c:v>3.5</c:v>
                </c:pt>
                <c:pt idx="105">
                  <c:v>3.55</c:v>
                </c:pt>
                <c:pt idx="106">
                  <c:v>3.6</c:v>
                </c:pt>
                <c:pt idx="107">
                  <c:v>3.65</c:v>
                </c:pt>
                <c:pt idx="108">
                  <c:v>3.7</c:v>
                </c:pt>
                <c:pt idx="109">
                  <c:v>3.75</c:v>
                </c:pt>
                <c:pt idx="110">
                  <c:v>3.8</c:v>
                </c:pt>
                <c:pt idx="111">
                  <c:v>3.85</c:v>
                </c:pt>
                <c:pt idx="112">
                  <c:v>3.9</c:v>
                </c:pt>
                <c:pt idx="113">
                  <c:v>3.95</c:v>
                </c:pt>
                <c:pt idx="114">
                  <c:v>4</c:v>
                </c:pt>
                <c:pt idx="115">
                  <c:v>4.05</c:v>
                </c:pt>
                <c:pt idx="116">
                  <c:v>4.1</c:v>
                </c:pt>
              </c:numCache>
            </c:numRef>
          </c:xVal>
          <c:yVal>
            <c:numRef>
              <c:f>'Chart Data'!$H$2:$H$118</c:f>
              <c:numCache>
                <c:formatCode>0</c:formatCode>
                <c:ptCount val="117"/>
                <c:pt idx="0">
                  <c:v>-2.05294243999</c:v>
                </c:pt>
                <c:pt idx="1">
                  <c:v>-2.62215406304</c:v>
                </c:pt>
                <c:pt idx="2">
                  <c:v>-3.32481172115</c:v>
                </c:pt>
                <c:pt idx="3">
                  <c:v>-4.18507580949</c:v>
                </c:pt>
                <c:pt idx="4">
                  <c:v>-5.22958254171</c:v>
                </c:pt>
                <c:pt idx="5">
                  <c:v>-6.48721266872</c:v>
                </c:pt>
                <c:pt idx="6">
                  <c:v>-7.98871025381</c:v>
                </c:pt>
                <c:pt idx="7">
                  <c:v>-9.76613279624</c:v>
                </c:pt>
                <c:pt idx="8">
                  <c:v>-11.8521189834</c:v>
                </c:pt>
                <c:pt idx="9">
                  <c:v>-14.2789674189</c:v>
                </c:pt>
                <c:pt idx="10">
                  <c:v>-17.0775287939</c:v>
                </c:pt>
                <c:pt idx="11">
                  <c:v>-20.2759249536</c:v>
                </c:pt>
                <c:pt idx="12">
                  <c:v>-23.898120766</c:v>
                </c:pt>
                <c:pt idx="13">
                  <c:v>-27.9623880521</c:v>
                </c:pt>
                <c:pt idx="14">
                  <c:v>-32.4797143028</c:v>
                </c:pt>
                <c:pt idx="15">
                  <c:v>-37.4522215645</c:v>
                </c:pt>
                <c:pt idx="16">
                  <c:v>-42.8716716652</c:v>
                </c:pt>
                <c:pt idx="17">
                  <c:v>-48.7181418183</c:v>
                </c:pt>
                <c:pt idx="18">
                  <c:v>-54.9589585169</c:v>
                </c:pt>
                <c:pt idx="19">
                  <c:v>-61.5479766572</c:v>
                </c:pt>
                <c:pt idx="20">
                  <c:v>-68.4252843328</c:v>
                </c:pt>
                <c:pt idx="21">
                  <c:v>-75.5174014203</c:v>
                </c:pt>
                <c:pt idx="22">
                  <c:v>-82.7380220161</c:v>
                </c:pt>
                <c:pt idx="23">
                  <c:v>-89.9893275309</c:v>
                </c:pt>
                <c:pt idx="24">
                  <c:v>-97.1638698062</c:v>
                </c:pt>
                <c:pt idx="25">
                  <c:v>-104.146993424</c:v>
                </c:pt>
                <c:pt idx="26">
                  <c:v>-110.81973524</c:v>
                </c:pt>
                <c:pt idx="27">
                  <c:v>-117.06210911</c:v>
                </c:pt>
                <c:pt idx="28">
                  <c:v>-122.756656954</c:v>
                </c:pt>
                <c:pt idx="29">
                  <c:v>-127.792125771</c:v>
                </c:pt>
                <c:pt idx="30">
                  <c:v>-132.067115784</c:v>
                </c:pt>
                <c:pt idx="31">
                  <c:v>-135.49353902</c:v>
                </c:pt>
                <c:pt idx="32">
                  <c:v>-137.99973108</c:v>
                </c:pt>
                <c:pt idx="33">
                  <c:v>-139.533071907</c:v>
                </c:pt>
                <c:pt idx="34">
                  <c:v>-140.061993452</c:v>
                </c:pt>
                <c:pt idx="35">
                  <c:v>-139.577282108</c:v>
                </c:pt>
                <c:pt idx="36">
                  <c:v>-138.092619737</c:v>
                </c:pt>
                <c:pt idx="37">
                  <c:v>-135.644346885</c:v>
                </c:pt>
                <c:pt idx="38">
                  <c:v>-132.2904725</c:v>
                </c:pt>
                <c:pt idx="39">
                  <c:v>-128.108993688</c:v>
                </c:pt>
                <c:pt idx="40">
                  <c:v>-123.195623787</c:v>
                </c:pt>
                <c:pt idx="41">
                  <c:v>-117.661055224</c:v>
                </c:pt>
                <c:pt idx="42">
                  <c:v>-111.627903234</c:v>
                </c:pt>
                <c:pt idx="43">
                  <c:v>-105.227486338</c:v>
                </c:pt>
                <c:pt idx="44">
                  <c:v>-98.596599057</c:v>
                </c:pt>
                <c:pt idx="45">
                  <c:v>-91.8744217713</c:v>
                </c:pt>
                <c:pt idx="46">
                  <c:v>-85.199692955</c:v>
                </c:pt>
                <c:pt idx="47">
                  <c:v>-78.7082416998</c:v>
                </c:pt>
                <c:pt idx="48">
                  <c:v>-72.5309456072</c:v>
                </c:pt>
                <c:pt idx="49">
                  <c:v>-66.7921431256</c:v>
                </c:pt>
                <c:pt idx="50">
                  <c:v>-61.6084928533</c:v>
                </c:pt>
                <c:pt idx="51">
                  <c:v>-57.0882377658</c:v>
                </c:pt>
                <c:pt idx="52">
                  <c:v>-53.3308021665</c:v>
                </c:pt>
                <c:pt idx="53">
                  <c:v>-50.4266254832</c:v>
                </c:pt>
                <c:pt idx="54">
                  <c:v>-48.4571214787</c:v>
                </c:pt>
                <c:pt idx="55">
                  <c:v>-47.4946451264</c:v>
                </c:pt>
                <c:pt idx="56">
                  <c:v>-47.6023528561</c:v>
                </c:pt>
                <c:pt idx="57">
                  <c:v>-48.8338549969</c:v>
                </c:pt>
                <c:pt idx="58">
                  <c:v>-51.2325813588</c:v>
                </c:pt>
                <c:pt idx="59">
                  <c:v>-54.8308106948</c:v>
                </c:pt>
                <c:pt idx="60">
                  <c:v>-59.6483504907</c:v>
                </c:pt>
                <c:pt idx="61">
                  <c:v>-65.6908928673</c:v>
                </c:pt>
                <c:pt idx="62">
                  <c:v>-72.9481127738</c:v>
                </c:pt>
                <c:pt idx="63">
                  <c:v>-81.3916132908</c:v>
                </c:pt>
                <c:pt idx="64">
                  <c:v>-90.9728568954</c:v>
                </c:pt>
                <c:pt idx="65">
                  <c:v>-101.621248209</c:v>
                </c:pt>
                <c:pt idx="66">
                  <c:v>-113.242550602</c:v>
                </c:pt>
                <c:pt idx="67">
                  <c:v>-125.717824095</c:v>
                </c:pt>
                <c:pt idx="68">
                  <c:v>-138.903063913</c:v>
                </c:pt>
                <c:pt idx="69">
                  <c:v>-152.62969737</c:v>
                </c:pt>
                <c:pt idx="70">
                  <c:v>-166.706061781</c:v>
                </c:pt>
                <c:pt idx="71">
                  <c:v>-180.919939268</c:v>
                </c:pt>
                <c:pt idx="72">
                  <c:v>-195.042167951</c:v>
                </c:pt>
                <c:pt idx="73">
                  <c:v>-208.831286218</c:v>
                </c:pt>
                <c:pt idx="74">
                  <c:v>-222.039101569</c:v>
                </c:pt>
                <c:pt idx="75">
                  <c:v>-234.417012115</c:v>
                </c:pt>
                <c:pt idx="76">
                  <c:v>-245.722851803</c:v>
                </c:pt>
                <c:pt idx="77">
                  <c:v>-255.727984035</c:v>
                </c:pt>
                <c:pt idx="78">
                  <c:v>-264.224336402</c:v>
                </c:pt>
                <c:pt idx="79">
                  <c:v>-271.031054537</c:v>
                </c:pt>
                <c:pt idx="80">
                  <c:v>-276.000457499</c:v>
                </c:pt>
                <c:pt idx="81">
                  <c:v>-279.023000953</c:v>
                </c:pt>
                <c:pt idx="82">
                  <c:v>-280.030996726</c:v>
                </c:pt>
                <c:pt idx="83">
                  <c:v>-279.000895852</c:v>
                </c:pt>
                <c:pt idx="84">
                  <c:v>-275.954013171</c:v>
                </c:pt>
                <c:pt idx="85">
                  <c:v>-270.955650604</c:v>
                </c:pt>
                <c:pt idx="86">
                  <c:v>-264.112658044</c:v>
                </c:pt>
                <c:pt idx="87">
                  <c:v>-255.569550076</c:v>
                </c:pt>
                <c:pt idx="88">
                  <c:v>-245.503368386</c:v>
                </c:pt>
                <c:pt idx="89">
                  <c:v>-234.117539058</c:v>
                </c:pt>
                <c:pt idx="90">
                  <c:v>-221.635017572</c:v>
                </c:pt>
                <c:pt idx="91">
                  <c:v>-208.291039761</c:v>
                </c:pt>
                <c:pt idx="92">
                  <c:v>-194.325803326</c:v>
                </c:pt>
                <c:pt idx="93">
                  <c:v>-179.977392148</c:v>
                </c:pt>
                <c:pt idx="94">
                  <c:v>-165.475226311</c:v>
                </c:pt>
                <c:pt idx="95">
                  <c:v>-151.03427723</c:v>
                </c:pt>
                <c:pt idx="96">
                  <c:v>-136.850233275</c:v>
                </c:pt>
                <c:pt idx="97">
                  <c:v>-123.095740861</c:v>
                </c:pt>
                <c:pt idx="98">
                  <c:v>-109.917783434</c:v>
                </c:pt>
                <c:pt idx="99">
                  <c:v>-97.4362002351</c:v>
                </c:pt>
                <c:pt idx="100">
                  <c:v>-85.7432916448</c:v>
                </c:pt>
                <c:pt idx="101">
                  <c:v>-74.9044113314</c:v>
                </c:pt>
                <c:pt idx="102">
                  <c:v>-64.9594091859</c:v>
                </c:pt>
                <c:pt idx="103">
                  <c:v>-55.9247643302</c:v>
                </c:pt>
                <c:pt idx="104">
                  <c:v>-47.7962344456</c:v>
                </c:pt>
                <c:pt idx="105">
                  <c:v>-40.5518456731</c:v>
                </c:pt>
                <c:pt idx="106">
                  <c:v>-34.1550550763</c:v>
                </c:pt>
                <c:pt idx="107">
                  <c:v>-28.557933359</c:v>
                </c:pt>
                <c:pt idx="108">
                  <c:v>-23.7042371024</c:v>
                </c:pt>
                <c:pt idx="109">
                  <c:v>-19.5322650909</c:v>
                </c:pt>
                <c:pt idx="110">
                  <c:v>-15.9774202187</c:v>
                </c:pt>
                <c:pt idx="111">
                  <c:v>-12.9744251722</c:v>
                </c:pt>
                <c:pt idx="112">
                  <c:v>-10.4591649896</c:v>
                </c:pt>
                <c:pt idx="113">
                  <c:v>-8.3701515661</c:v>
                </c:pt>
                <c:pt idx="114">
                  <c:v>-6.64962341271</c:v>
                </c:pt>
                <c:pt idx="115">
                  <c:v>-5.24430810964</c:v>
                </c:pt>
                <c:pt idx="116">
                  <c:v>-4.10588487092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iragino Sans GB"/>
                  <a:ea typeface="Hiragino Sans GB"/>
                  <a:cs typeface="Hiragino Sans GB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0"/>
          <c:min val="-450"/>
        </c:scaling>
        <c:delete val="0"/>
        <c:axPos val="l"/>
        <c:majorGridlines>
          <c:spPr>
            <a:ln xmlns:a="http://schemas.openxmlformats.org/drawingml/2006/main" w="6668">
              <a:solidFill>
                <a:srgbClr val="DEE5EA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solidFill>
                      <a:srgbClr val="526575"/>
                    </a:solidFill>
                    <a:latin typeface="Hiragino Sans GB"/>
                    <a:ea typeface="Hiragino Sans GB"/>
                    <a:cs typeface="Hiragino Sans GB"/>
                  </a:rPr>
                  <a:t>总势能 / kB（μK）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526575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</c:title>
        <c:numFmt formatCode="0"/>
        <c:majorTickMark val="none"/>
        <c:minorTickMark val="none"/>
        <c:tickLblPos val="low"/>
        <c:spPr>
          <a:ln xmlns:a="http://schemas.openxmlformats.org/drawingml/2006/main" w="9525">
            <a:solidFill>
              <a:srgbClr val="8C98A3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26575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50112"/>
      </c:valAx>
      <c:val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solidFill>
                      <a:srgbClr val="526575"/>
                    </a:solidFill>
                    <a:latin typeface="Hiragino Sans GB"/>
                    <a:ea typeface="Hiragino Sans GB"/>
                    <a:cs typeface="Hiragino Sans GB"/>
                  </a:rPr>
                  <a:t>位置 x（μm）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526575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</c:title>
        <c:numFmt formatCode="0.0"/>
        <c:majorTickMark val="none"/>
        <c:minorTickMark val="none"/>
        <c:tickLblPos val="low"/>
        <c:spPr>
          <a:ln xmlns:a="http://schemas.openxmlformats.org/drawingml/2006/main" w="9525">
            <a:solidFill>
              <a:srgbClr val="8C98A3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26575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72768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25">
              <a:solidFill>
                <a:srgbClr val="172B3A"/>
              </a:solidFill>
              <a:latin typeface="Hiragino Sans GB"/>
              <a:ea typeface="Hiragino Sans GB"/>
              <a:cs typeface="Hiragino Sans GB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9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手工</c:v>
          </c:tx>
          <c:spPr>
            <a:solidFill xmlns:a="http://schemas.openxmlformats.org/drawingml/2006/main">
              <a:srgbClr val="17679B"/>
            </a:solidFill>
            <a:ln xmlns:a="http://schemas.openxmlformats.org/drawingml/2006/main" w="24765">
              <a:solidFill>
                <a:srgbClr val="17679B"/>
              </a:solidFill>
            </a:ln>
          </c:spPr>
          <c:marker>
            <c:symbol val="none"/>
            <c:size val="4"/>
          </c:marker>
          <c:xVal>
            <c:numRef>
              <c:f>'Chart Data'!$A$2:$A$162</c:f>
              <c:numCache>
                <c:formatCode>General</c:formatCode>
                <c:ptCount val="161"/>
                <c:pt idx="0">
                  <c:v>0</c:v>
                </c:pt>
                <c:pt idx="1">
                  <c:v>2.5</c:v>
                </c:pt>
                <c:pt idx="2">
                  <c:v>5</c:v>
                </c:pt>
                <c:pt idx="3">
                  <c:v>7.5</c:v>
                </c:pt>
                <c:pt idx="4">
                  <c:v>10</c:v>
                </c:pt>
                <c:pt idx="5">
                  <c:v>12.5</c:v>
                </c:pt>
                <c:pt idx="6">
                  <c:v>15</c:v>
                </c:pt>
                <c:pt idx="7">
                  <c:v>17.5</c:v>
                </c:pt>
                <c:pt idx="8">
                  <c:v>20</c:v>
                </c:pt>
                <c:pt idx="9">
                  <c:v>22.5</c:v>
                </c:pt>
                <c:pt idx="10">
                  <c:v>25</c:v>
                </c:pt>
                <c:pt idx="11">
                  <c:v>27.5</c:v>
                </c:pt>
                <c:pt idx="12">
                  <c:v>30</c:v>
                </c:pt>
                <c:pt idx="13">
                  <c:v>32.5</c:v>
                </c:pt>
                <c:pt idx="14">
                  <c:v>35</c:v>
                </c:pt>
                <c:pt idx="15">
                  <c:v>37.5</c:v>
                </c:pt>
                <c:pt idx="16">
                  <c:v>40</c:v>
                </c:pt>
                <c:pt idx="17">
                  <c:v>42.5</c:v>
                </c:pt>
                <c:pt idx="18">
                  <c:v>45</c:v>
                </c:pt>
                <c:pt idx="19">
                  <c:v>47.5</c:v>
                </c:pt>
                <c:pt idx="20">
                  <c:v>50</c:v>
                </c:pt>
                <c:pt idx="21">
                  <c:v>52.5</c:v>
                </c:pt>
                <c:pt idx="22">
                  <c:v>55</c:v>
                </c:pt>
                <c:pt idx="23">
                  <c:v>57.5</c:v>
                </c:pt>
                <c:pt idx="24">
                  <c:v>60</c:v>
                </c:pt>
                <c:pt idx="25">
                  <c:v>62.5</c:v>
                </c:pt>
                <c:pt idx="26">
                  <c:v>65</c:v>
                </c:pt>
                <c:pt idx="27">
                  <c:v>67.5</c:v>
                </c:pt>
                <c:pt idx="28">
                  <c:v>70</c:v>
                </c:pt>
                <c:pt idx="29">
                  <c:v>72.5</c:v>
                </c:pt>
                <c:pt idx="30">
                  <c:v>75</c:v>
                </c:pt>
                <c:pt idx="31">
                  <c:v>77.5</c:v>
                </c:pt>
                <c:pt idx="32">
                  <c:v>80</c:v>
                </c:pt>
                <c:pt idx="33">
                  <c:v>82.5</c:v>
                </c:pt>
                <c:pt idx="34">
                  <c:v>85</c:v>
                </c:pt>
                <c:pt idx="35">
                  <c:v>87.5</c:v>
                </c:pt>
                <c:pt idx="36">
                  <c:v>90</c:v>
                </c:pt>
                <c:pt idx="37">
                  <c:v>92.5</c:v>
                </c:pt>
                <c:pt idx="38">
                  <c:v>95</c:v>
                </c:pt>
                <c:pt idx="39">
                  <c:v>97.5</c:v>
                </c:pt>
                <c:pt idx="40">
                  <c:v>100</c:v>
                </c:pt>
                <c:pt idx="41">
                  <c:v>102.5</c:v>
                </c:pt>
                <c:pt idx="42">
                  <c:v>105</c:v>
                </c:pt>
                <c:pt idx="43">
                  <c:v>107.5</c:v>
                </c:pt>
                <c:pt idx="44">
                  <c:v>110</c:v>
                </c:pt>
                <c:pt idx="45">
                  <c:v>112.5</c:v>
                </c:pt>
                <c:pt idx="46">
                  <c:v>115</c:v>
                </c:pt>
                <c:pt idx="47">
                  <c:v>117.5</c:v>
                </c:pt>
                <c:pt idx="48">
                  <c:v>120</c:v>
                </c:pt>
                <c:pt idx="49">
                  <c:v>122.5</c:v>
                </c:pt>
                <c:pt idx="50">
                  <c:v>125</c:v>
                </c:pt>
                <c:pt idx="51">
                  <c:v>127.5</c:v>
                </c:pt>
                <c:pt idx="52">
                  <c:v>130</c:v>
                </c:pt>
                <c:pt idx="53">
                  <c:v>132.5</c:v>
                </c:pt>
                <c:pt idx="54">
                  <c:v>135</c:v>
                </c:pt>
                <c:pt idx="55">
                  <c:v>137.5</c:v>
                </c:pt>
                <c:pt idx="56">
                  <c:v>140</c:v>
                </c:pt>
                <c:pt idx="57">
                  <c:v>142.5</c:v>
                </c:pt>
                <c:pt idx="58">
                  <c:v>145</c:v>
                </c:pt>
                <c:pt idx="59">
                  <c:v>147.5</c:v>
                </c:pt>
                <c:pt idx="60">
                  <c:v>150</c:v>
                </c:pt>
                <c:pt idx="61">
                  <c:v>152.5</c:v>
                </c:pt>
                <c:pt idx="62">
                  <c:v>155</c:v>
                </c:pt>
                <c:pt idx="63">
                  <c:v>157.5</c:v>
                </c:pt>
                <c:pt idx="64">
                  <c:v>160</c:v>
                </c:pt>
                <c:pt idx="65">
                  <c:v>162.5</c:v>
                </c:pt>
                <c:pt idx="66">
                  <c:v>165</c:v>
                </c:pt>
                <c:pt idx="67">
                  <c:v>167.5</c:v>
                </c:pt>
                <c:pt idx="68">
                  <c:v>170</c:v>
                </c:pt>
                <c:pt idx="69">
                  <c:v>172.5</c:v>
                </c:pt>
                <c:pt idx="70">
                  <c:v>175</c:v>
                </c:pt>
                <c:pt idx="71">
                  <c:v>177.5</c:v>
                </c:pt>
                <c:pt idx="72">
                  <c:v>180</c:v>
                </c:pt>
                <c:pt idx="73">
                  <c:v>182.5</c:v>
                </c:pt>
                <c:pt idx="74">
                  <c:v>185</c:v>
                </c:pt>
                <c:pt idx="75">
                  <c:v>187.5</c:v>
                </c:pt>
                <c:pt idx="76">
                  <c:v>190</c:v>
                </c:pt>
                <c:pt idx="77">
                  <c:v>192.5</c:v>
                </c:pt>
                <c:pt idx="78">
                  <c:v>195</c:v>
                </c:pt>
                <c:pt idx="79">
                  <c:v>197.5</c:v>
                </c:pt>
                <c:pt idx="80">
                  <c:v>200</c:v>
                </c:pt>
                <c:pt idx="81">
                  <c:v>202.5</c:v>
                </c:pt>
                <c:pt idx="82">
                  <c:v>205</c:v>
                </c:pt>
                <c:pt idx="83">
                  <c:v>207.5</c:v>
                </c:pt>
                <c:pt idx="84">
                  <c:v>210</c:v>
                </c:pt>
                <c:pt idx="85">
                  <c:v>212.5</c:v>
                </c:pt>
                <c:pt idx="86">
                  <c:v>215</c:v>
                </c:pt>
                <c:pt idx="87">
                  <c:v>217.5</c:v>
                </c:pt>
                <c:pt idx="88">
                  <c:v>220</c:v>
                </c:pt>
                <c:pt idx="89">
                  <c:v>222.5</c:v>
                </c:pt>
                <c:pt idx="90">
                  <c:v>225</c:v>
                </c:pt>
                <c:pt idx="91">
                  <c:v>227.5</c:v>
                </c:pt>
                <c:pt idx="92">
                  <c:v>230</c:v>
                </c:pt>
                <c:pt idx="93">
                  <c:v>232.5</c:v>
                </c:pt>
                <c:pt idx="94">
                  <c:v>235</c:v>
                </c:pt>
                <c:pt idx="95">
                  <c:v>237.5</c:v>
                </c:pt>
                <c:pt idx="96">
                  <c:v>240</c:v>
                </c:pt>
                <c:pt idx="97">
                  <c:v>242.5</c:v>
                </c:pt>
                <c:pt idx="98">
                  <c:v>245</c:v>
                </c:pt>
                <c:pt idx="99">
                  <c:v>247.5</c:v>
                </c:pt>
                <c:pt idx="100">
                  <c:v>250</c:v>
                </c:pt>
                <c:pt idx="101">
                  <c:v>252.5</c:v>
                </c:pt>
                <c:pt idx="102">
                  <c:v>255</c:v>
                </c:pt>
                <c:pt idx="103">
                  <c:v>257.5</c:v>
                </c:pt>
                <c:pt idx="104">
                  <c:v>260</c:v>
                </c:pt>
                <c:pt idx="105">
                  <c:v>262.5</c:v>
                </c:pt>
                <c:pt idx="106">
                  <c:v>265</c:v>
                </c:pt>
                <c:pt idx="107">
                  <c:v>267.5</c:v>
                </c:pt>
                <c:pt idx="108">
                  <c:v>270</c:v>
                </c:pt>
                <c:pt idx="109">
                  <c:v>272.5</c:v>
                </c:pt>
                <c:pt idx="110">
                  <c:v>275</c:v>
                </c:pt>
                <c:pt idx="111">
                  <c:v>277.5</c:v>
                </c:pt>
                <c:pt idx="112">
                  <c:v>280</c:v>
                </c:pt>
                <c:pt idx="113">
                  <c:v>282.5</c:v>
                </c:pt>
                <c:pt idx="114">
                  <c:v>285</c:v>
                </c:pt>
                <c:pt idx="115">
                  <c:v>287.5</c:v>
                </c:pt>
                <c:pt idx="116">
                  <c:v>290</c:v>
                </c:pt>
                <c:pt idx="117">
                  <c:v>292.5</c:v>
                </c:pt>
                <c:pt idx="118">
                  <c:v>295</c:v>
                </c:pt>
                <c:pt idx="119">
                  <c:v>297.5</c:v>
                </c:pt>
                <c:pt idx="120">
                  <c:v>300</c:v>
                </c:pt>
                <c:pt idx="121">
                  <c:v>302.5</c:v>
                </c:pt>
                <c:pt idx="122">
                  <c:v>305</c:v>
                </c:pt>
                <c:pt idx="123">
                  <c:v>307.5</c:v>
                </c:pt>
                <c:pt idx="124">
                  <c:v>310</c:v>
                </c:pt>
                <c:pt idx="125">
                  <c:v>312.5</c:v>
                </c:pt>
                <c:pt idx="126">
                  <c:v>315</c:v>
                </c:pt>
                <c:pt idx="127">
                  <c:v>317.5</c:v>
                </c:pt>
                <c:pt idx="128">
                  <c:v>320</c:v>
                </c:pt>
                <c:pt idx="129">
                  <c:v>322.5</c:v>
                </c:pt>
                <c:pt idx="130">
                  <c:v>325</c:v>
                </c:pt>
                <c:pt idx="131">
                  <c:v>327.5</c:v>
                </c:pt>
                <c:pt idx="132">
                  <c:v>330</c:v>
                </c:pt>
                <c:pt idx="133">
                  <c:v>332.5</c:v>
                </c:pt>
                <c:pt idx="134">
                  <c:v>335</c:v>
                </c:pt>
                <c:pt idx="135">
                  <c:v>337.5</c:v>
                </c:pt>
                <c:pt idx="136">
                  <c:v>340</c:v>
                </c:pt>
                <c:pt idx="137">
                  <c:v>342.5</c:v>
                </c:pt>
                <c:pt idx="138">
                  <c:v>345</c:v>
                </c:pt>
                <c:pt idx="139">
                  <c:v>347.5</c:v>
                </c:pt>
                <c:pt idx="140">
                  <c:v>350</c:v>
                </c:pt>
                <c:pt idx="141">
                  <c:v>352.5</c:v>
                </c:pt>
                <c:pt idx="142">
                  <c:v>355</c:v>
                </c:pt>
                <c:pt idx="143">
                  <c:v>357.5</c:v>
                </c:pt>
                <c:pt idx="144">
                  <c:v>360</c:v>
                </c:pt>
                <c:pt idx="145">
                  <c:v>362.5</c:v>
                </c:pt>
                <c:pt idx="146">
                  <c:v>365</c:v>
                </c:pt>
                <c:pt idx="147">
                  <c:v>367.5</c:v>
                </c:pt>
                <c:pt idx="148">
                  <c:v>370</c:v>
                </c:pt>
                <c:pt idx="149">
                  <c:v>372.5</c:v>
                </c:pt>
                <c:pt idx="150">
                  <c:v>375</c:v>
                </c:pt>
                <c:pt idx="151">
                  <c:v>377.5</c:v>
                </c:pt>
                <c:pt idx="152">
                  <c:v>380</c:v>
                </c:pt>
                <c:pt idx="153">
                  <c:v>382.5</c:v>
                </c:pt>
                <c:pt idx="154">
                  <c:v>385</c:v>
                </c:pt>
                <c:pt idx="155">
                  <c:v>387.5</c:v>
                </c:pt>
                <c:pt idx="156">
                  <c:v>390</c:v>
                </c:pt>
                <c:pt idx="157">
                  <c:v>392.5</c:v>
                </c:pt>
                <c:pt idx="158">
                  <c:v>395</c:v>
                </c:pt>
                <c:pt idx="159">
                  <c:v>397.5</c:v>
                </c:pt>
                <c:pt idx="160">
                  <c:v>400</c:v>
                </c:pt>
              </c:numCache>
            </c:numRef>
          </c:xVal>
          <c:yVal>
            <c:numRef>
              <c:f>'Chart Data'!$B$2:$B$162</c:f>
              <c:numCache>
                <c:formatCode>0.0</c:formatCode>
                <c:ptCount val="16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  <c:pt idx="68">
                  <c:v>0</c:v>
                </c:pt>
                <c:pt idx="69">
                  <c:v>0</c:v>
                </c:pt>
                <c:pt idx="70">
                  <c:v>0</c:v>
                </c:pt>
                <c:pt idx="71">
                  <c:v>0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  <c:pt idx="75">
                  <c:v>0</c:v>
                </c:pt>
                <c:pt idx="76">
                  <c:v>0</c:v>
                </c:pt>
                <c:pt idx="77">
                  <c:v>4.15383548589E-05</c:v>
                </c:pt>
                <c:pt idx="78">
                  <c:v>0.00148337932408</c:v>
                </c:pt>
                <c:pt idx="79">
                  <c:v>0.00494546451838</c:v>
                </c:pt>
                <c:pt idx="80">
                  <c:v>0.0103777878926</c:v>
                </c:pt>
                <c:pt idx="81">
                  <c:v>0.0177303434015</c:v>
                </c:pt>
                <c:pt idx="82">
                  <c:v>0.026953125</c:v>
                </c:pt>
                <c:pt idx="83">
                  <c:v>0.0379961266429</c:v>
                </c:pt>
                <c:pt idx="84">
                  <c:v>0.0508093422849</c:v>
                </c:pt>
                <c:pt idx="85">
                  <c:v>0.065342765881</c:v>
                </c:pt>
                <c:pt idx="86">
                  <c:v>0.081546391386</c:v>
                </c:pt>
                <c:pt idx="87">
                  <c:v>0.0993702127546</c:v>
                </c:pt>
                <c:pt idx="88">
                  <c:v>0.118764223942</c:v>
                </c:pt>
                <c:pt idx="89">
                  <c:v>0.139678418902</c:v>
                </c:pt>
                <c:pt idx="90">
                  <c:v>0.162062791591</c:v>
                </c:pt>
                <c:pt idx="91">
                  <c:v>0.185867335962</c:v>
                </c:pt>
                <c:pt idx="92">
                  <c:v>0.211042045972</c:v>
                </c:pt>
                <c:pt idx="93">
                  <c:v>0.237536915574</c:v>
                </c:pt>
                <c:pt idx="94">
                  <c:v>0.265301938723</c:v>
                </c:pt>
                <c:pt idx="95">
                  <c:v>0.294287109375</c:v>
                </c:pt>
                <c:pt idx="96">
                  <c:v>0.324442421484</c:v>
                </c:pt>
                <c:pt idx="97">
                  <c:v>0.355717869005</c:v>
                </c:pt>
                <c:pt idx="98">
                  <c:v>0.388063445892</c:v>
                </c:pt>
                <c:pt idx="99">
                  <c:v>0.421429146101</c:v>
                </c:pt>
                <c:pt idx="100">
                  <c:v>0.455764963587</c:v>
                </c:pt>
                <c:pt idx="101">
                  <c:v>0.491020892303</c:v>
                </c:pt>
                <c:pt idx="102">
                  <c:v>0.527146926206</c:v>
                </c:pt>
                <c:pt idx="103">
                  <c:v>0.56409305925</c:v>
                </c:pt>
                <c:pt idx="104">
                  <c:v>0.601809285389</c:v>
                </c:pt>
                <c:pt idx="105">
                  <c:v>0.640245598579</c:v>
                </c:pt>
                <c:pt idx="106">
                  <c:v>0.679351992774</c:v>
                </c:pt>
                <c:pt idx="107">
                  <c:v>0.71907846193</c:v>
                </c:pt>
                <c:pt idx="108">
                  <c:v>0.759375</c:v>
                </c:pt>
                <c:pt idx="109">
                  <c:v>0.80019160094</c:v>
                </c:pt>
                <c:pt idx="110">
                  <c:v>0.841478258705</c:v>
                </c:pt>
                <c:pt idx="111">
                  <c:v>0.883184967249</c:v>
                </c:pt>
                <c:pt idx="112">
                  <c:v>0.925261720528</c:v>
                </c:pt>
                <c:pt idx="113">
                  <c:v>0.967658512496</c:v>
                </c:pt>
                <c:pt idx="114">
                  <c:v>1.01032533711</c:v>
                </c:pt>
                <c:pt idx="115">
                  <c:v>1.05321218832</c:v>
                </c:pt>
                <c:pt idx="116">
                  <c:v>1.09626906008</c:v>
                </c:pt>
                <c:pt idx="117">
                  <c:v>1.13944594635</c:v>
                </c:pt>
                <c:pt idx="118">
                  <c:v>1.18269284109</c:v>
                </c:pt>
                <c:pt idx="119">
                  <c:v>1.22595973824</c:v>
                </c:pt>
                <c:pt idx="120">
                  <c:v>1.26919663177</c:v>
                </c:pt>
                <c:pt idx="121">
                  <c:v>1.31235351562</c:v>
                </c:pt>
                <c:pt idx="122">
                  <c:v>1.35538038376</c:v>
                </c:pt>
                <c:pt idx="123">
                  <c:v>1.39822723014</c:v>
                </c:pt>
                <c:pt idx="124">
                  <c:v>1.4408440487</c:v>
                </c:pt>
                <c:pt idx="125">
                  <c:v>1.48318083342</c:v>
                </c:pt>
                <c:pt idx="126">
                  <c:v>1.52518757823</c:v>
                </c:pt>
                <c:pt idx="127">
                  <c:v>1.5668142771</c:v>
                </c:pt>
                <c:pt idx="128">
                  <c:v>1.60801092399</c:v>
                </c:pt>
                <c:pt idx="129">
                  <c:v>1.64872751284</c:v>
                </c:pt>
                <c:pt idx="130">
                  <c:v>1.68891403761</c:v>
                </c:pt>
                <c:pt idx="131">
                  <c:v>1.72852049226</c:v>
                </c:pt>
                <c:pt idx="132">
                  <c:v>1.76749687073</c:v>
                </c:pt>
                <c:pt idx="133">
                  <c:v>1.805793167</c:v>
                </c:pt>
                <c:pt idx="134">
                  <c:v>1.843359375</c:v>
                </c:pt>
                <c:pt idx="135">
                  <c:v>1.8801454887</c:v>
                </c:pt>
                <c:pt idx="136">
                  <c:v>1.91610150205</c:v>
                </c:pt>
                <c:pt idx="137">
                  <c:v>1.951177409</c:v>
                </c:pt>
                <c:pt idx="138">
                  <c:v>1.98532320352</c:v>
                </c:pt>
                <c:pt idx="139">
                  <c:v>2.01848887954</c:v>
                </c:pt>
                <c:pt idx="140">
                  <c:v>2.05062443104</c:v>
                </c:pt>
                <c:pt idx="141">
                  <c:v>2.08167985196</c:v>
                </c:pt>
                <c:pt idx="142">
                  <c:v>2.11160513627</c:v>
                </c:pt>
                <c:pt idx="143">
                  <c:v>2.1403502779</c:v>
                </c:pt>
                <c:pt idx="144">
                  <c:v>2.16786527082</c:v>
                </c:pt>
                <c:pt idx="145">
                  <c:v>2.19410010899</c:v>
                </c:pt>
                <c:pt idx="146">
                  <c:v>2.21900478636</c:v>
                </c:pt>
                <c:pt idx="147">
                  <c:v>2.24252929687</c:v>
                </c:pt>
                <c:pt idx="148">
                  <c:v>2.2646236345</c:v>
                </c:pt>
                <c:pt idx="149">
                  <c:v>2.28523779319</c:v>
                </c:pt>
                <c:pt idx="150">
                  <c:v>2.3043217669</c:v>
                </c:pt>
                <c:pt idx="151">
                  <c:v>2.32182554958</c:v>
                </c:pt>
                <c:pt idx="152">
                  <c:v>2.33769913518</c:v>
                </c:pt>
                <c:pt idx="153">
                  <c:v>2.35189251767</c:v>
                </c:pt>
                <c:pt idx="154">
                  <c:v>2.364355691</c:v>
                </c:pt>
                <c:pt idx="155">
                  <c:v>2.37503864912</c:v>
                </c:pt>
                <c:pt idx="156">
                  <c:v>2.38389138598</c:v>
                </c:pt>
                <c:pt idx="157">
                  <c:v>2.39086389555</c:v>
                </c:pt>
                <c:pt idx="158">
                  <c:v>2.39590617177</c:v>
                </c:pt>
                <c:pt idx="159">
                  <c:v>2.3989682086</c:v>
                </c:pt>
                <c:pt idx="160">
                  <c:v>2.4</c:v>
                </c:pt>
              </c:numCache>
            </c:numRef>
          </c:yVal>
        </c:ser>
        <c:ser>
          <c:idx val="1"/>
          <c:order val="1"/>
          <c:tx>
            <c:v>论文优化</c:v>
          </c:tx>
          <c:spPr>
            <a:solidFill xmlns:a="http://schemas.openxmlformats.org/drawingml/2006/main">
              <a:srgbClr val="CB6C28"/>
            </a:solidFill>
            <a:ln xmlns:a="http://schemas.openxmlformats.org/drawingml/2006/main" w="24765">
              <a:solidFill>
                <a:srgbClr val="CB6C28"/>
              </a:solidFill>
            </a:ln>
          </c:spPr>
          <c:marker>
            <c:symbol val="none"/>
            <c:size val="4"/>
          </c:marker>
          <c:xVal>
            <c:numRef>
              <c:f>'Chart Data'!$C$2:$C$162</c:f>
              <c:numCache>
                <c:formatCode>General</c:formatCode>
                <c:ptCount val="161"/>
                <c:pt idx="0">
                  <c:v>0</c:v>
                </c:pt>
                <c:pt idx="1">
                  <c:v>2.5</c:v>
                </c:pt>
                <c:pt idx="2">
                  <c:v>5</c:v>
                </c:pt>
                <c:pt idx="3">
                  <c:v>7.5</c:v>
                </c:pt>
                <c:pt idx="4">
                  <c:v>10</c:v>
                </c:pt>
                <c:pt idx="5">
                  <c:v>12.5</c:v>
                </c:pt>
                <c:pt idx="6">
                  <c:v>15</c:v>
                </c:pt>
                <c:pt idx="7">
                  <c:v>17.5</c:v>
                </c:pt>
                <c:pt idx="8">
                  <c:v>20</c:v>
                </c:pt>
                <c:pt idx="9">
                  <c:v>22.5</c:v>
                </c:pt>
                <c:pt idx="10">
                  <c:v>25</c:v>
                </c:pt>
                <c:pt idx="11">
                  <c:v>27.5</c:v>
                </c:pt>
                <c:pt idx="12">
                  <c:v>30</c:v>
                </c:pt>
                <c:pt idx="13">
                  <c:v>32.5</c:v>
                </c:pt>
                <c:pt idx="14">
                  <c:v>35</c:v>
                </c:pt>
                <c:pt idx="15">
                  <c:v>37.5</c:v>
                </c:pt>
                <c:pt idx="16">
                  <c:v>40</c:v>
                </c:pt>
                <c:pt idx="17">
                  <c:v>42.5</c:v>
                </c:pt>
                <c:pt idx="18">
                  <c:v>45</c:v>
                </c:pt>
                <c:pt idx="19">
                  <c:v>47.5</c:v>
                </c:pt>
                <c:pt idx="20">
                  <c:v>50</c:v>
                </c:pt>
                <c:pt idx="21">
                  <c:v>52.5</c:v>
                </c:pt>
                <c:pt idx="22">
                  <c:v>55</c:v>
                </c:pt>
                <c:pt idx="23">
                  <c:v>57.5</c:v>
                </c:pt>
                <c:pt idx="24">
                  <c:v>60</c:v>
                </c:pt>
                <c:pt idx="25">
                  <c:v>62.5</c:v>
                </c:pt>
                <c:pt idx="26">
                  <c:v>65</c:v>
                </c:pt>
                <c:pt idx="27">
                  <c:v>67.5</c:v>
                </c:pt>
                <c:pt idx="28">
                  <c:v>70</c:v>
                </c:pt>
                <c:pt idx="29">
                  <c:v>72.5</c:v>
                </c:pt>
                <c:pt idx="30">
                  <c:v>75</c:v>
                </c:pt>
                <c:pt idx="31">
                  <c:v>77.5</c:v>
                </c:pt>
                <c:pt idx="32">
                  <c:v>80</c:v>
                </c:pt>
                <c:pt idx="33">
                  <c:v>82.5</c:v>
                </c:pt>
                <c:pt idx="34">
                  <c:v>85</c:v>
                </c:pt>
                <c:pt idx="35">
                  <c:v>87.5</c:v>
                </c:pt>
                <c:pt idx="36">
                  <c:v>90</c:v>
                </c:pt>
                <c:pt idx="37">
                  <c:v>92.5</c:v>
                </c:pt>
                <c:pt idx="38">
                  <c:v>95</c:v>
                </c:pt>
                <c:pt idx="39">
                  <c:v>97.5</c:v>
                </c:pt>
                <c:pt idx="40">
                  <c:v>100</c:v>
                </c:pt>
                <c:pt idx="41">
                  <c:v>102.5</c:v>
                </c:pt>
                <c:pt idx="42">
                  <c:v>105</c:v>
                </c:pt>
                <c:pt idx="43">
                  <c:v>107.5</c:v>
                </c:pt>
                <c:pt idx="44">
                  <c:v>110</c:v>
                </c:pt>
                <c:pt idx="45">
                  <c:v>112.5</c:v>
                </c:pt>
                <c:pt idx="46">
                  <c:v>115</c:v>
                </c:pt>
                <c:pt idx="47">
                  <c:v>117.5</c:v>
                </c:pt>
                <c:pt idx="48">
                  <c:v>120</c:v>
                </c:pt>
                <c:pt idx="49">
                  <c:v>122.5</c:v>
                </c:pt>
                <c:pt idx="50">
                  <c:v>125</c:v>
                </c:pt>
                <c:pt idx="51">
                  <c:v>127.5</c:v>
                </c:pt>
                <c:pt idx="52">
                  <c:v>130</c:v>
                </c:pt>
                <c:pt idx="53">
                  <c:v>132.5</c:v>
                </c:pt>
                <c:pt idx="54">
                  <c:v>135</c:v>
                </c:pt>
                <c:pt idx="55">
                  <c:v>137.5</c:v>
                </c:pt>
                <c:pt idx="56">
                  <c:v>140</c:v>
                </c:pt>
                <c:pt idx="57">
                  <c:v>142.5</c:v>
                </c:pt>
                <c:pt idx="58">
                  <c:v>145</c:v>
                </c:pt>
                <c:pt idx="59">
                  <c:v>147.5</c:v>
                </c:pt>
                <c:pt idx="60">
                  <c:v>150</c:v>
                </c:pt>
                <c:pt idx="61">
                  <c:v>152.5</c:v>
                </c:pt>
                <c:pt idx="62">
                  <c:v>155</c:v>
                </c:pt>
                <c:pt idx="63">
                  <c:v>157.5</c:v>
                </c:pt>
                <c:pt idx="64">
                  <c:v>160</c:v>
                </c:pt>
                <c:pt idx="65">
                  <c:v>162.5</c:v>
                </c:pt>
                <c:pt idx="66">
                  <c:v>165</c:v>
                </c:pt>
                <c:pt idx="67">
                  <c:v>167.5</c:v>
                </c:pt>
                <c:pt idx="68">
                  <c:v>170</c:v>
                </c:pt>
                <c:pt idx="69">
                  <c:v>172.5</c:v>
                </c:pt>
                <c:pt idx="70">
                  <c:v>175</c:v>
                </c:pt>
                <c:pt idx="71">
                  <c:v>177.5</c:v>
                </c:pt>
                <c:pt idx="72">
                  <c:v>180</c:v>
                </c:pt>
                <c:pt idx="73">
                  <c:v>182.5</c:v>
                </c:pt>
                <c:pt idx="74">
                  <c:v>185</c:v>
                </c:pt>
                <c:pt idx="75">
                  <c:v>187.5</c:v>
                </c:pt>
                <c:pt idx="76">
                  <c:v>190</c:v>
                </c:pt>
                <c:pt idx="77">
                  <c:v>192.5</c:v>
                </c:pt>
                <c:pt idx="78">
                  <c:v>195</c:v>
                </c:pt>
                <c:pt idx="79">
                  <c:v>197.5</c:v>
                </c:pt>
                <c:pt idx="80">
                  <c:v>200</c:v>
                </c:pt>
                <c:pt idx="81">
                  <c:v>202.5</c:v>
                </c:pt>
                <c:pt idx="82">
                  <c:v>205</c:v>
                </c:pt>
                <c:pt idx="83">
                  <c:v>207.5</c:v>
                </c:pt>
                <c:pt idx="84">
                  <c:v>210</c:v>
                </c:pt>
                <c:pt idx="85">
                  <c:v>212.5</c:v>
                </c:pt>
                <c:pt idx="86">
                  <c:v>215</c:v>
                </c:pt>
                <c:pt idx="87">
                  <c:v>217.5</c:v>
                </c:pt>
                <c:pt idx="88">
                  <c:v>220</c:v>
                </c:pt>
                <c:pt idx="89">
                  <c:v>222.5</c:v>
                </c:pt>
                <c:pt idx="90">
                  <c:v>225</c:v>
                </c:pt>
                <c:pt idx="91">
                  <c:v>227.5</c:v>
                </c:pt>
                <c:pt idx="92">
                  <c:v>230</c:v>
                </c:pt>
                <c:pt idx="93">
                  <c:v>232.5</c:v>
                </c:pt>
                <c:pt idx="94">
                  <c:v>235</c:v>
                </c:pt>
                <c:pt idx="95">
                  <c:v>237.5</c:v>
                </c:pt>
                <c:pt idx="96">
                  <c:v>240</c:v>
                </c:pt>
                <c:pt idx="97">
                  <c:v>242.5</c:v>
                </c:pt>
                <c:pt idx="98">
                  <c:v>245</c:v>
                </c:pt>
                <c:pt idx="99">
                  <c:v>247.5</c:v>
                </c:pt>
                <c:pt idx="100">
                  <c:v>250</c:v>
                </c:pt>
                <c:pt idx="101">
                  <c:v>252.5</c:v>
                </c:pt>
                <c:pt idx="102">
                  <c:v>255</c:v>
                </c:pt>
                <c:pt idx="103">
                  <c:v>257.5</c:v>
                </c:pt>
                <c:pt idx="104">
                  <c:v>260</c:v>
                </c:pt>
                <c:pt idx="105">
                  <c:v>262.5</c:v>
                </c:pt>
                <c:pt idx="106">
                  <c:v>265</c:v>
                </c:pt>
                <c:pt idx="107">
                  <c:v>267.5</c:v>
                </c:pt>
                <c:pt idx="108">
                  <c:v>270</c:v>
                </c:pt>
                <c:pt idx="109">
                  <c:v>272.5</c:v>
                </c:pt>
                <c:pt idx="110">
                  <c:v>275</c:v>
                </c:pt>
                <c:pt idx="111">
                  <c:v>277.5</c:v>
                </c:pt>
                <c:pt idx="112">
                  <c:v>280</c:v>
                </c:pt>
                <c:pt idx="113">
                  <c:v>282.5</c:v>
                </c:pt>
                <c:pt idx="114">
                  <c:v>285</c:v>
                </c:pt>
                <c:pt idx="115">
                  <c:v>287.5</c:v>
                </c:pt>
                <c:pt idx="116">
                  <c:v>290</c:v>
                </c:pt>
                <c:pt idx="117">
                  <c:v>292.5</c:v>
                </c:pt>
                <c:pt idx="118">
                  <c:v>295</c:v>
                </c:pt>
                <c:pt idx="119">
                  <c:v>297.5</c:v>
                </c:pt>
                <c:pt idx="120">
                  <c:v>300</c:v>
                </c:pt>
                <c:pt idx="121">
                  <c:v>302.5</c:v>
                </c:pt>
                <c:pt idx="122">
                  <c:v>305</c:v>
                </c:pt>
                <c:pt idx="123">
                  <c:v>307.5</c:v>
                </c:pt>
                <c:pt idx="124">
                  <c:v>310</c:v>
                </c:pt>
                <c:pt idx="125">
                  <c:v>312.5</c:v>
                </c:pt>
                <c:pt idx="126">
                  <c:v>315</c:v>
                </c:pt>
                <c:pt idx="127">
                  <c:v>317.5</c:v>
                </c:pt>
                <c:pt idx="128">
                  <c:v>320</c:v>
                </c:pt>
                <c:pt idx="129">
                  <c:v>322.5</c:v>
                </c:pt>
                <c:pt idx="130">
                  <c:v>325</c:v>
                </c:pt>
                <c:pt idx="131">
                  <c:v>327.5</c:v>
                </c:pt>
                <c:pt idx="132">
                  <c:v>330</c:v>
                </c:pt>
                <c:pt idx="133">
                  <c:v>332.5</c:v>
                </c:pt>
                <c:pt idx="134">
                  <c:v>335</c:v>
                </c:pt>
                <c:pt idx="135">
                  <c:v>337.5</c:v>
                </c:pt>
                <c:pt idx="136">
                  <c:v>340</c:v>
                </c:pt>
                <c:pt idx="137">
                  <c:v>342.5</c:v>
                </c:pt>
                <c:pt idx="138">
                  <c:v>345</c:v>
                </c:pt>
                <c:pt idx="139">
                  <c:v>347.5</c:v>
                </c:pt>
                <c:pt idx="140">
                  <c:v>350</c:v>
                </c:pt>
                <c:pt idx="141">
                  <c:v>352.5</c:v>
                </c:pt>
                <c:pt idx="142">
                  <c:v>355</c:v>
                </c:pt>
                <c:pt idx="143">
                  <c:v>357.5</c:v>
                </c:pt>
                <c:pt idx="144">
                  <c:v>360</c:v>
                </c:pt>
                <c:pt idx="145">
                  <c:v>362.5</c:v>
                </c:pt>
                <c:pt idx="146">
                  <c:v>365</c:v>
                </c:pt>
                <c:pt idx="147">
                  <c:v>367.5</c:v>
                </c:pt>
                <c:pt idx="148">
                  <c:v>370</c:v>
                </c:pt>
                <c:pt idx="149">
                  <c:v>372.5</c:v>
                </c:pt>
                <c:pt idx="150">
                  <c:v>375</c:v>
                </c:pt>
                <c:pt idx="151">
                  <c:v>377.5</c:v>
                </c:pt>
                <c:pt idx="152">
                  <c:v>380</c:v>
                </c:pt>
                <c:pt idx="153">
                  <c:v>382.5</c:v>
                </c:pt>
                <c:pt idx="154">
                  <c:v>385</c:v>
                </c:pt>
                <c:pt idx="155">
                  <c:v>387.5</c:v>
                </c:pt>
                <c:pt idx="156">
                  <c:v>390</c:v>
                </c:pt>
                <c:pt idx="157">
                  <c:v>392.5</c:v>
                </c:pt>
                <c:pt idx="158">
                  <c:v>395</c:v>
                </c:pt>
                <c:pt idx="159">
                  <c:v>397.5</c:v>
                </c:pt>
                <c:pt idx="160">
                  <c:v>400</c:v>
                </c:pt>
              </c:numCache>
            </c:numRef>
          </c:xVal>
          <c:yVal>
            <c:numRef>
              <c:f>'Chart Data'!$D$2:$D$162</c:f>
              <c:numCache>
                <c:formatCode>0.0</c:formatCode>
                <c:ptCount val="161"/>
                <c:pt idx="0">
                  <c:v>0</c:v>
                </c:pt>
                <c:pt idx="1">
                  <c:v>-0.00174977846716</c:v>
                </c:pt>
                <c:pt idx="2">
                  <c:v>-0.00222734303911</c:v>
                </c:pt>
                <c:pt idx="3">
                  <c:v>-0.00153076841025</c:v>
                </c:pt>
                <c:pt idx="4">
                  <c:v>0.000241870724992</c:v>
                </c:pt>
                <c:pt idx="5">
                  <c:v>0.00299249967221</c:v>
                </c:pt>
                <c:pt idx="6">
                  <c:v>0.006623043737</c:v>
                </c:pt>
                <c:pt idx="7">
                  <c:v>0.0110354282249</c:v>
                </c:pt>
                <c:pt idx="8">
                  <c:v>0.0161315784416</c:v>
                </c:pt>
                <c:pt idx="9">
                  <c:v>0.0218134196926</c:v>
                </c:pt>
                <c:pt idx="10">
                  <c:v>0.0279828772835</c:v>
                </c:pt>
                <c:pt idx="11">
                  <c:v>0.0345418765199</c:v>
                </c:pt>
                <c:pt idx="12">
                  <c:v>0.0413923427075</c:v>
                </c:pt>
                <c:pt idx="13">
                  <c:v>0.0484362011516</c:v>
                </c:pt>
                <c:pt idx="14">
                  <c:v>0.0555753771581</c:v>
                </c:pt>
                <c:pt idx="15">
                  <c:v>0.0627117960324</c:v>
                </c:pt>
                <c:pt idx="16">
                  <c:v>0.0697473830801</c:v>
                </c:pt>
                <c:pt idx="17">
                  <c:v>0.0765840636069</c:v>
                </c:pt>
                <c:pt idx="18">
                  <c:v>0.0831237629182</c:v>
                </c:pt>
                <c:pt idx="19">
                  <c:v>0.0892684063198</c:v>
                </c:pt>
                <c:pt idx="20">
                  <c:v>0.0949199191172</c:v>
                </c:pt>
                <c:pt idx="21">
                  <c:v>0.0999802266159</c:v>
                </c:pt>
                <c:pt idx="22">
                  <c:v>0.104351254122</c:v>
                </c:pt>
                <c:pt idx="23">
                  <c:v>0.107935012469</c:v>
                </c:pt>
                <c:pt idx="24">
                  <c:v>0.110676961254</c:v>
                </c:pt>
                <c:pt idx="25">
                  <c:v>0.112636570305</c:v>
                </c:pt>
                <c:pt idx="26">
                  <c:v>0.113891783728</c:v>
                </c:pt>
                <c:pt idx="27">
                  <c:v>0.114520545629</c:v>
                </c:pt>
                <c:pt idx="28">
                  <c:v>0.114600800113</c:v>
                </c:pt>
                <c:pt idx="29">
                  <c:v>0.114210491286</c:v>
                </c:pt>
                <c:pt idx="30">
                  <c:v>0.113427563253</c:v>
                </c:pt>
                <c:pt idx="31">
                  <c:v>0.112329960119</c:v>
                </c:pt>
                <c:pt idx="32">
                  <c:v>0.110995625991</c:v>
                </c:pt>
                <c:pt idx="33">
                  <c:v>0.109502504974</c:v>
                </c:pt>
                <c:pt idx="34">
                  <c:v>0.107928541173</c:v>
                </c:pt>
                <c:pt idx="35">
                  <c:v>0.106351060995</c:v>
                </c:pt>
                <c:pt idx="36">
                  <c:v>0.104841322561</c:v>
                </c:pt>
                <c:pt idx="37">
                  <c:v>0.103467139701</c:v>
                </c:pt>
                <c:pt idx="38">
                  <c:v>0.102296286709</c:v>
                </c:pt>
                <c:pt idx="39">
                  <c:v>0.101396537882</c:v>
                </c:pt>
                <c:pt idx="40">
                  <c:v>0.100835667516</c:v>
                </c:pt>
                <c:pt idx="41">
                  <c:v>0.100681449905</c:v>
                </c:pt>
                <c:pt idx="42">
                  <c:v>0.101001659346</c:v>
                </c:pt>
                <c:pt idx="43">
                  <c:v>0.101864070135</c:v>
                </c:pt>
                <c:pt idx="44">
                  <c:v>0.103336456567</c:v>
                </c:pt>
                <c:pt idx="45">
                  <c:v>0.105486592938</c:v>
                </c:pt>
                <c:pt idx="46">
                  <c:v>0.108381834514</c:v>
                </c:pt>
                <c:pt idx="47">
                  <c:v>0.112053028692</c:v>
                </c:pt>
                <c:pt idx="48">
                  <c:v>0.116466701969</c:v>
                </c:pt>
                <c:pt idx="49">
                  <c:v>0.121582833519</c:v>
                </c:pt>
                <c:pt idx="50">
                  <c:v>0.127361402517</c:v>
                </c:pt>
                <c:pt idx="51">
                  <c:v>0.133762388137</c:v>
                </c:pt>
                <c:pt idx="52">
                  <c:v>0.140745769555</c:v>
                </c:pt>
                <c:pt idx="53">
                  <c:v>0.148271525944</c:v>
                </c:pt>
                <c:pt idx="54">
                  <c:v>0.156299636479</c:v>
                </c:pt>
                <c:pt idx="55">
                  <c:v>0.164790080335</c:v>
                </c:pt>
                <c:pt idx="56">
                  <c:v>0.173702836686</c:v>
                </c:pt>
                <c:pt idx="57">
                  <c:v>0.182997884706</c:v>
                </c:pt>
                <c:pt idx="58">
                  <c:v>0.192639849781</c:v>
                </c:pt>
                <c:pt idx="59">
                  <c:v>0.202622030424</c:v>
                </c:pt>
                <c:pt idx="60">
                  <c:v>0.212948652349</c:v>
                </c:pt>
                <c:pt idx="61">
                  <c:v>0.223623962776</c:v>
                </c:pt>
                <c:pt idx="62">
                  <c:v>0.234652208926</c:v>
                </c:pt>
                <c:pt idx="63">
                  <c:v>0.246037638023</c:v>
                </c:pt>
                <c:pt idx="64">
                  <c:v>0.257784497286</c:v>
                </c:pt>
                <c:pt idx="65">
                  <c:v>0.269897033939</c:v>
                </c:pt>
                <c:pt idx="66">
                  <c:v>0.282379495201</c:v>
                </c:pt>
                <c:pt idx="67">
                  <c:v>0.295236128295</c:v>
                </c:pt>
                <c:pt idx="68">
                  <c:v>0.308471180443</c:v>
                </c:pt>
                <c:pt idx="69">
                  <c:v>0.322088509618</c:v>
                </c:pt>
                <c:pt idx="70">
                  <c:v>0.336079114183</c:v>
                </c:pt>
                <c:pt idx="71">
                  <c:v>0.350418494652</c:v>
                </c:pt>
                <c:pt idx="72">
                  <c:v>0.365081228879</c:v>
                </c:pt>
                <c:pt idx="73">
                  <c:v>0.380041894714</c:v>
                </c:pt>
                <c:pt idx="74">
                  <c:v>0.395275070012</c:v>
                </c:pt>
                <c:pt idx="75">
                  <c:v>0.410755332623</c:v>
                </c:pt>
                <c:pt idx="76">
                  <c:v>0.4264572604</c:v>
                </c:pt>
                <c:pt idx="77">
                  <c:v>0.442355431195</c:v>
                </c:pt>
                <c:pt idx="78">
                  <c:v>0.45842442286</c:v>
                </c:pt>
                <c:pt idx="79">
                  <c:v>0.474638813248</c:v>
                </c:pt>
                <c:pt idx="80">
                  <c:v>0.490973180211</c:v>
                </c:pt>
                <c:pt idx="81">
                  <c:v>0.507411587885</c:v>
                </c:pt>
                <c:pt idx="82">
                  <c:v>0.523976045545</c:v>
                </c:pt>
                <c:pt idx="83">
                  <c:v>0.540698048748</c:v>
                </c:pt>
                <c:pt idx="84">
                  <c:v>0.557609093053</c:v>
                </c:pt>
                <c:pt idx="85">
                  <c:v>0.574740674019</c:v>
                </c:pt>
                <c:pt idx="86">
                  <c:v>0.592124287204</c:v>
                </c:pt>
                <c:pt idx="87">
                  <c:v>0.609791428165</c:v>
                </c:pt>
                <c:pt idx="88">
                  <c:v>0.627773592462</c:v>
                </c:pt>
                <c:pt idx="89">
                  <c:v>0.646102275652</c:v>
                </c:pt>
                <c:pt idx="90">
                  <c:v>0.664808973295</c:v>
                </c:pt>
                <c:pt idx="91">
                  <c:v>0.683925180948</c:v>
                </c:pt>
                <c:pt idx="92">
                  <c:v>0.703481203193</c:v>
                </c:pt>
                <c:pt idx="93">
                  <c:v>0.723487339939</c:v>
                </c:pt>
                <c:pt idx="94">
                  <c:v>0.743937291867</c:v>
                </c:pt>
                <c:pt idx="95">
                  <c:v>0.764824257213</c:v>
                </c:pt>
                <c:pt idx="96">
                  <c:v>0.786141434215</c:v>
                </c:pt>
                <c:pt idx="97">
                  <c:v>0.807882021111</c:v>
                </c:pt>
                <c:pt idx="98">
                  <c:v>0.830039216139</c:v>
                </c:pt>
                <c:pt idx="99">
                  <c:v>0.852606217534</c:v>
                </c:pt>
                <c:pt idx="100">
                  <c:v>0.875576223536</c:v>
                </c:pt>
                <c:pt idx="101">
                  <c:v>0.898942432382</c:v>
                </c:pt>
                <c:pt idx="102">
                  <c:v>0.922698042309</c:v>
                </c:pt>
                <c:pt idx="103">
                  <c:v>0.946836238121</c:v>
                </c:pt>
                <c:pt idx="104">
                  <c:v>0.971343380715</c:v>
                </c:pt>
                <c:pt idx="105">
                  <c:v>0.996187924941</c:v>
                </c:pt>
                <c:pt idx="106">
                  <c:v>1.02133542415</c:v>
                </c:pt>
                <c:pt idx="107">
                  <c:v>1.04675143168</c:v>
                </c:pt>
                <c:pt idx="108">
                  <c:v>1.07240150088</c:v>
                </c:pt>
                <c:pt idx="109">
                  <c:v>1.09825118509</c:v>
                </c:pt>
                <c:pt idx="110">
                  <c:v>1.12426603768</c:v>
                </c:pt>
                <c:pt idx="111">
                  <c:v>1.15041161197</c:v>
                </c:pt>
                <c:pt idx="112">
                  <c:v>1.17665346132</c:v>
                </c:pt>
                <c:pt idx="113">
                  <c:v>1.20295713907</c:v>
                </c:pt>
                <c:pt idx="114">
                  <c:v>1.22928819857</c:v>
                </c:pt>
                <c:pt idx="115">
                  <c:v>1.25561427504</c:v>
                </c:pt>
                <c:pt idx="116">
                  <c:v>1.281923456</c:v>
                </c:pt>
                <c:pt idx="117">
                  <c:v>1.30821543749</c:v>
                </c:pt>
                <c:pt idx="118">
                  <c:v>1.33449004879</c:v>
                </c:pt>
                <c:pt idx="119">
                  <c:v>1.36074711918</c:v>
                </c:pt>
                <c:pt idx="120">
                  <c:v>1.38698647794</c:v>
                </c:pt>
                <c:pt idx="121">
                  <c:v>1.41320795434</c:v>
                </c:pt>
                <c:pt idx="122">
                  <c:v>1.43941137768</c:v>
                </c:pt>
                <c:pt idx="123">
                  <c:v>1.46559657722</c:v>
                </c:pt>
                <c:pt idx="124">
                  <c:v>1.49176338225</c:v>
                </c:pt>
                <c:pt idx="125">
                  <c:v>1.51791162204</c:v>
                </c:pt>
                <c:pt idx="126">
                  <c:v>1.54404139936</c:v>
                </c:pt>
                <c:pt idx="127">
                  <c:v>1.5701766432</c:v>
                </c:pt>
                <c:pt idx="128">
                  <c:v>1.59638326059</c:v>
                </c:pt>
                <c:pt idx="129">
                  <c:v>1.62273143151</c:v>
                </c:pt>
                <c:pt idx="130">
                  <c:v>1.64929133596</c:v>
                </c:pt>
                <c:pt idx="131">
                  <c:v>1.67613315397</c:v>
                </c:pt>
                <c:pt idx="132">
                  <c:v>1.70332706551</c:v>
                </c:pt>
                <c:pt idx="133">
                  <c:v>1.7309432506</c:v>
                </c:pt>
                <c:pt idx="134">
                  <c:v>1.75905188925</c:v>
                </c:pt>
                <c:pt idx="135">
                  <c:v>1.78772316144</c:v>
                </c:pt>
                <c:pt idx="136">
                  <c:v>1.81702724719</c:v>
                </c:pt>
                <c:pt idx="137">
                  <c:v>1.8470343265</c:v>
                </c:pt>
                <c:pt idx="138">
                  <c:v>1.87778860045</c:v>
                </c:pt>
                <c:pt idx="139">
                  <c:v>1.90917394647</c:v>
                </c:pt>
                <c:pt idx="140">
                  <c:v>1.94101314343</c:v>
                </c:pt>
                <c:pt idx="141">
                  <c:v>1.9731288499</c:v>
                </c:pt>
                <c:pt idx="142">
                  <c:v>2.00534372448</c:v>
                </c:pt>
                <c:pt idx="143">
                  <c:v>2.03748042575</c:v>
                </c:pt>
                <c:pt idx="144">
                  <c:v>2.06936161229</c:v>
                </c:pt>
                <c:pt idx="145">
                  <c:v>2.10080994269</c:v>
                </c:pt>
                <c:pt idx="146">
                  <c:v>2.13164807554</c:v>
                </c:pt>
                <c:pt idx="147">
                  <c:v>2.16169866942</c:v>
                </c:pt>
                <c:pt idx="148">
                  <c:v>2.19078438292</c:v>
                </c:pt>
                <c:pt idx="149">
                  <c:v>2.21872787461</c:v>
                </c:pt>
                <c:pt idx="150">
                  <c:v>2.2453518031</c:v>
                </c:pt>
                <c:pt idx="151">
                  <c:v>2.27047882696</c:v>
                </c:pt>
                <c:pt idx="152">
                  <c:v>2.29393160477</c:v>
                </c:pt>
                <c:pt idx="153">
                  <c:v>2.31553279513</c:v>
                </c:pt>
                <c:pt idx="154">
                  <c:v>2.33510505661</c:v>
                </c:pt>
                <c:pt idx="155">
                  <c:v>2.35247104781</c:v>
                </c:pt>
                <c:pt idx="156">
                  <c:v>2.36745342731</c:v>
                </c:pt>
                <c:pt idx="157">
                  <c:v>2.37987485369</c:v>
                </c:pt>
                <c:pt idx="158">
                  <c:v>2.38955798555</c:v>
                </c:pt>
                <c:pt idx="159">
                  <c:v>2.39632548145</c:v>
                </c:pt>
                <c:pt idx="160">
                  <c:v>2.4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iragino Sans GB"/>
                  <a:ea typeface="Hiragino Sans GB"/>
                  <a:cs typeface="Hiragino Sans GB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2.6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DEE5EA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solidFill>
                      <a:srgbClr val="526575"/>
                    </a:solidFill>
                    <a:latin typeface="Hiragino Sans GB"/>
                    <a:ea typeface="Hiragino Sans GB"/>
                    <a:cs typeface="Hiragino Sans GB"/>
                  </a:rPr>
                  <a:t>中心位置（μm）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526575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</c:title>
        <c:numFmt formatCode="0.0"/>
        <c:majorTickMark val="none"/>
        <c:minorTickMark val="none"/>
        <c:tickLblPos val="low"/>
        <c:spPr>
          <a:ln xmlns:a="http://schemas.openxmlformats.org/drawingml/2006/main" w="9525">
            <a:solidFill>
              <a:srgbClr val="8C98A3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26575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50112"/>
      </c:valAx>
      <c:val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solidFill>
                      <a:srgbClr val="526575"/>
                    </a:solidFill>
                    <a:latin typeface="Hiragino Sans GB"/>
                    <a:ea typeface="Hiragino Sans GB"/>
                    <a:cs typeface="Hiragino Sans GB"/>
                  </a:rPr>
                  <a:t>时间（μs）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526575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</c:title>
        <c:numFmt formatCode="0"/>
        <c:majorTickMark val="none"/>
        <c:minorTickMark val="none"/>
        <c:tickLblPos val="low"/>
        <c:spPr>
          <a:ln xmlns:a="http://schemas.openxmlformats.org/drawingml/2006/main" w="9525">
            <a:solidFill>
              <a:srgbClr val="8C98A3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26575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72768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25">
              <a:solidFill>
                <a:srgbClr val="172B3A"/>
              </a:solidFill>
              <a:latin typeface="Hiragino Sans GB"/>
              <a:ea typeface="Hiragino Sans GB"/>
              <a:cs typeface="Hiragino Sans GB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10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手工</c:v>
          </c:tx>
          <c:spPr>
            <a:solidFill xmlns:a="http://schemas.openxmlformats.org/drawingml/2006/main">
              <a:srgbClr val="17679B"/>
            </a:solidFill>
            <a:ln xmlns:a="http://schemas.openxmlformats.org/drawingml/2006/main" w="24765">
              <a:solidFill>
                <a:srgbClr val="17679B"/>
              </a:solidFill>
            </a:ln>
          </c:spPr>
          <c:marker>
            <c:symbol val="none"/>
            <c:size val="4"/>
          </c:marker>
          <c:xVal>
            <c:numRef>
              <c:f>'Chart Data'!$A$2:$A$162</c:f>
              <c:numCache>
                <c:formatCode>General</c:formatCode>
                <c:ptCount val="161"/>
                <c:pt idx="0">
                  <c:v>0</c:v>
                </c:pt>
                <c:pt idx="1">
                  <c:v>2.5</c:v>
                </c:pt>
                <c:pt idx="2">
                  <c:v>5</c:v>
                </c:pt>
                <c:pt idx="3">
                  <c:v>7.5</c:v>
                </c:pt>
                <c:pt idx="4">
                  <c:v>10</c:v>
                </c:pt>
                <c:pt idx="5">
                  <c:v>12.5</c:v>
                </c:pt>
                <c:pt idx="6">
                  <c:v>15</c:v>
                </c:pt>
                <c:pt idx="7">
                  <c:v>17.5</c:v>
                </c:pt>
                <c:pt idx="8">
                  <c:v>20</c:v>
                </c:pt>
                <c:pt idx="9">
                  <c:v>22.5</c:v>
                </c:pt>
                <c:pt idx="10">
                  <c:v>25</c:v>
                </c:pt>
                <c:pt idx="11">
                  <c:v>27.5</c:v>
                </c:pt>
                <c:pt idx="12">
                  <c:v>30</c:v>
                </c:pt>
                <c:pt idx="13">
                  <c:v>32.5</c:v>
                </c:pt>
                <c:pt idx="14">
                  <c:v>35</c:v>
                </c:pt>
                <c:pt idx="15">
                  <c:v>37.5</c:v>
                </c:pt>
                <c:pt idx="16">
                  <c:v>40</c:v>
                </c:pt>
                <c:pt idx="17">
                  <c:v>42.5</c:v>
                </c:pt>
                <c:pt idx="18">
                  <c:v>45</c:v>
                </c:pt>
                <c:pt idx="19">
                  <c:v>47.5</c:v>
                </c:pt>
                <c:pt idx="20">
                  <c:v>50</c:v>
                </c:pt>
                <c:pt idx="21">
                  <c:v>52.5</c:v>
                </c:pt>
                <c:pt idx="22">
                  <c:v>55</c:v>
                </c:pt>
                <c:pt idx="23">
                  <c:v>57.5</c:v>
                </c:pt>
                <c:pt idx="24">
                  <c:v>60</c:v>
                </c:pt>
                <c:pt idx="25">
                  <c:v>62.5</c:v>
                </c:pt>
                <c:pt idx="26">
                  <c:v>65</c:v>
                </c:pt>
                <c:pt idx="27">
                  <c:v>67.5</c:v>
                </c:pt>
                <c:pt idx="28">
                  <c:v>70</c:v>
                </c:pt>
                <c:pt idx="29">
                  <c:v>72.5</c:v>
                </c:pt>
                <c:pt idx="30">
                  <c:v>75</c:v>
                </c:pt>
                <c:pt idx="31">
                  <c:v>77.5</c:v>
                </c:pt>
                <c:pt idx="32">
                  <c:v>80</c:v>
                </c:pt>
                <c:pt idx="33">
                  <c:v>82.5</c:v>
                </c:pt>
                <c:pt idx="34">
                  <c:v>85</c:v>
                </c:pt>
                <c:pt idx="35">
                  <c:v>87.5</c:v>
                </c:pt>
                <c:pt idx="36">
                  <c:v>90</c:v>
                </c:pt>
                <c:pt idx="37">
                  <c:v>92.5</c:v>
                </c:pt>
                <c:pt idx="38">
                  <c:v>95</c:v>
                </c:pt>
                <c:pt idx="39">
                  <c:v>97.5</c:v>
                </c:pt>
                <c:pt idx="40">
                  <c:v>100</c:v>
                </c:pt>
                <c:pt idx="41">
                  <c:v>102.5</c:v>
                </c:pt>
                <c:pt idx="42">
                  <c:v>105</c:v>
                </c:pt>
                <c:pt idx="43">
                  <c:v>107.5</c:v>
                </c:pt>
                <c:pt idx="44">
                  <c:v>110</c:v>
                </c:pt>
                <c:pt idx="45">
                  <c:v>112.5</c:v>
                </c:pt>
                <c:pt idx="46">
                  <c:v>115</c:v>
                </c:pt>
                <c:pt idx="47">
                  <c:v>117.5</c:v>
                </c:pt>
                <c:pt idx="48">
                  <c:v>120</c:v>
                </c:pt>
                <c:pt idx="49">
                  <c:v>122.5</c:v>
                </c:pt>
                <c:pt idx="50">
                  <c:v>125</c:v>
                </c:pt>
                <c:pt idx="51">
                  <c:v>127.5</c:v>
                </c:pt>
                <c:pt idx="52">
                  <c:v>130</c:v>
                </c:pt>
                <c:pt idx="53">
                  <c:v>132.5</c:v>
                </c:pt>
                <c:pt idx="54">
                  <c:v>135</c:v>
                </c:pt>
                <c:pt idx="55">
                  <c:v>137.5</c:v>
                </c:pt>
                <c:pt idx="56">
                  <c:v>140</c:v>
                </c:pt>
                <c:pt idx="57">
                  <c:v>142.5</c:v>
                </c:pt>
                <c:pt idx="58">
                  <c:v>145</c:v>
                </c:pt>
                <c:pt idx="59">
                  <c:v>147.5</c:v>
                </c:pt>
                <c:pt idx="60">
                  <c:v>150</c:v>
                </c:pt>
                <c:pt idx="61">
                  <c:v>152.5</c:v>
                </c:pt>
                <c:pt idx="62">
                  <c:v>155</c:v>
                </c:pt>
                <c:pt idx="63">
                  <c:v>157.5</c:v>
                </c:pt>
                <c:pt idx="64">
                  <c:v>160</c:v>
                </c:pt>
                <c:pt idx="65">
                  <c:v>162.5</c:v>
                </c:pt>
                <c:pt idx="66">
                  <c:v>165</c:v>
                </c:pt>
                <c:pt idx="67">
                  <c:v>167.5</c:v>
                </c:pt>
                <c:pt idx="68">
                  <c:v>170</c:v>
                </c:pt>
                <c:pt idx="69">
                  <c:v>172.5</c:v>
                </c:pt>
                <c:pt idx="70">
                  <c:v>175</c:v>
                </c:pt>
                <c:pt idx="71">
                  <c:v>177.5</c:v>
                </c:pt>
                <c:pt idx="72">
                  <c:v>180</c:v>
                </c:pt>
                <c:pt idx="73">
                  <c:v>182.5</c:v>
                </c:pt>
                <c:pt idx="74">
                  <c:v>185</c:v>
                </c:pt>
                <c:pt idx="75">
                  <c:v>187.5</c:v>
                </c:pt>
                <c:pt idx="76">
                  <c:v>190</c:v>
                </c:pt>
                <c:pt idx="77">
                  <c:v>192.5</c:v>
                </c:pt>
                <c:pt idx="78">
                  <c:v>195</c:v>
                </c:pt>
                <c:pt idx="79">
                  <c:v>197.5</c:v>
                </c:pt>
                <c:pt idx="80">
                  <c:v>200</c:v>
                </c:pt>
                <c:pt idx="81">
                  <c:v>202.5</c:v>
                </c:pt>
                <c:pt idx="82">
                  <c:v>205</c:v>
                </c:pt>
                <c:pt idx="83">
                  <c:v>207.5</c:v>
                </c:pt>
                <c:pt idx="84">
                  <c:v>210</c:v>
                </c:pt>
                <c:pt idx="85">
                  <c:v>212.5</c:v>
                </c:pt>
                <c:pt idx="86">
                  <c:v>215</c:v>
                </c:pt>
                <c:pt idx="87">
                  <c:v>217.5</c:v>
                </c:pt>
                <c:pt idx="88">
                  <c:v>220</c:v>
                </c:pt>
                <c:pt idx="89">
                  <c:v>222.5</c:v>
                </c:pt>
                <c:pt idx="90">
                  <c:v>225</c:v>
                </c:pt>
                <c:pt idx="91">
                  <c:v>227.5</c:v>
                </c:pt>
                <c:pt idx="92">
                  <c:v>230</c:v>
                </c:pt>
                <c:pt idx="93">
                  <c:v>232.5</c:v>
                </c:pt>
                <c:pt idx="94">
                  <c:v>235</c:v>
                </c:pt>
                <c:pt idx="95">
                  <c:v>237.5</c:v>
                </c:pt>
                <c:pt idx="96">
                  <c:v>240</c:v>
                </c:pt>
                <c:pt idx="97">
                  <c:v>242.5</c:v>
                </c:pt>
                <c:pt idx="98">
                  <c:v>245</c:v>
                </c:pt>
                <c:pt idx="99">
                  <c:v>247.5</c:v>
                </c:pt>
                <c:pt idx="100">
                  <c:v>250</c:v>
                </c:pt>
                <c:pt idx="101">
                  <c:v>252.5</c:v>
                </c:pt>
                <c:pt idx="102">
                  <c:v>255</c:v>
                </c:pt>
                <c:pt idx="103">
                  <c:v>257.5</c:v>
                </c:pt>
                <c:pt idx="104">
                  <c:v>260</c:v>
                </c:pt>
                <c:pt idx="105">
                  <c:v>262.5</c:v>
                </c:pt>
                <c:pt idx="106">
                  <c:v>265</c:v>
                </c:pt>
                <c:pt idx="107">
                  <c:v>267.5</c:v>
                </c:pt>
                <c:pt idx="108">
                  <c:v>270</c:v>
                </c:pt>
                <c:pt idx="109">
                  <c:v>272.5</c:v>
                </c:pt>
                <c:pt idx="110">
                  <c:v>275</c:v>
                </c:pt>
                <c:pt idx="111">
                  <c:v>277.5</c:v>
                </c:pt>
                <c:pt idx="112">
                  <c:v>280</c:v>
                </c:pt>
                <c:pt idx="113">
                  <c:v>282.5</c:v>
                </c:pt>
                <c:pt idx="114">
                  <c:v>285</c:v>
                </c:pt>
                <c:pt idx="115">
                  <c:v>287.5</c:v>
                </c:pt>
                <c:pt idx="116">
                  <c:v>290</c:v>
                </c:pt>
                <c:pt idx="117">
                  <c:v>292.5</c:v>
                </c:pt>
                <c:pt idx="118">
                  <c:v>295</c:v>
                </c:pt>
                <c:pt idx="119">
                  <c:v>297.5</c:v>
                </c:pt>
                <c:pt idx="120">
                  <c:v>300</c:v>
                </c:pt>
                <c:pt idx="121">
                  <c:v>302.5</c:v>
                </c:pt>
                <c:pt idx="122">
                  <c:v>305</c:v>
                </c:pt>
                <c:pt idx="123">
                  <c:v>307.5</c:v>
                </c:pt>
                <c:pt idx="124">
                  <c:v>310</c:v>
                </c:pt>
                <c:pt idx="125">
                  <c:v>312.5</c:v>
                </c:pt>
                <c:pt idx="126">
                  <c:v>315</c:v>
                </c:pt>
                <c:pt idx="127">
                  <c:v>317.5</c:v>
                </c:pt>
                <c:pt idx="128">
                  <c:v>320</c:v>
                </c:pt>
                <c:pt idx="129">
                  <c:v>322.5</c:v>
                </c:pt>
                <c:pt idx="130">
                  <c:v>325</c:v>
                </c:pt>
                <c:pt idx="131">
                  <c:v>327.5</c:v>
                </c:pt>
                <c:pt idx="132">
                  <c:v>330</c:v>
                </c:pt>
                <c:pt idx="133">
                  <c:v>332.5</c:v>
                </c:pt>
                <c:pt idx="134">
                  <c:v>335</c:v>
                </c:pt>
                <c:pt idx="135">
                  <c:v>337.5</c:v>
                </c:pt>
                <c:pt idx="136">
                  <c:v>340</c:v>
                </c:pt>
                <c:pt idx="137">
                  <c:v>342.5</c:v>
                </c:pt>
                <c:pt idx="138">
                  <c:v>345</c:v>
                </c:pt>
                <c:pt idx="139">
                  <c:v>347.5</c:v>
                </c:pt>
                <c:pt idx="140">
                  <c:v>350</c:v>
                </c:pt>
                <c:pt idx="141">
                  <c:v>352.5</c:v>
                </c:pt>
                <c:pt idx="142">
                  <c:v>355</c:v>
                </c:pt>
                <c:pt idx="143">
                  <c:v>357.5</c:v>
                </c:pt>
                <c:pt idx="144">
                  <c:v>360</c:v>
                </c:pt>
                <c:pt idx="145">
                  <c:v>362.5</c:v>
                </c:pt>
                <c:pt idx="146">
                  <c:v>365</c:v>
                </c:pt>
                <c:pt idx="147">
                  <c:v>367.5</c:v>
                </c:pt>
                <c:pt idx="148">
                  <c:v>370</c:v>
                </c:pt>
                <c:pt idx="149">
                  <c:v>372.5</c:v>
                </c:pt>
                <c:pt idx="150">
                  <c:v>375</c:v>
                </c:pt>
                <c:pt idx="151">
                  <c:v>377.5</c:v>
                </c:pt>
                <c:pt idx="152">
                  <c:v>380</c:v>
                </c:pt>
                <c:pt idx="153">
                  <c:v>382.5</c:v>
                </c:pt>
                <c:pt idx="154">
                  <c:v>385</c:v>
                </c:pt>
                <c:pt idx="155">
                  <c:v>387.5</c:v>
                </c:pt>
                <c:pt idx="156">
                  <c:v>390</c:v>
                </c:pt>
                <c:pt idx="157">
                  <c:v>392.5</c:v>
                </c:pt>
                <c:pt idx="158">
                  <c:v>395</c:v>
                </c:pt>
                <c:pt idx="159">
                  <c:v>397.5</c:v>
                </c:pt>
                <c:pt idx="160">
                  <c:v>400</c:v>
                </c:pt>
              </c:numCache>
            </c:numRef>
          </c:xVal>
          <c:yVal>
            <c:numRef>
              <c:f>'Chart Data'!$B$2:$B$162</c:f>
              <c:numCache>
                <c:formatCode>0</c:formatCode>
                <c:ptCount val="161"/>
                <c:pt idx="0">
                  <c:v>0</c:v>
                </c:pt>
                <c:pt idx="1">
                  <c:v>0.0474717881944</c:v>
                </c:pt>
                <c:pt idx="2">
                  <c:v>0.189887152778</c:v>
                </c:pt>
                <c:pt idx="3">
                  <c:v>0.42724609375</c:v>
                </c:pt>
                <c:pt idx="4">
                  <c:v>0.759548611111</c:v>
                </c:pt>
                <c:pt idx="5">
                  <c:v>1.18679470486</c:v>
                </c:pt>
                <c:pt idx="6">
                  <c:v>1.708984375</c:v>
                </c:pt>
                <c:pt idx="7">
                  <c:v>2.32611762153</c:v>
                </c:pt>
                <c:pt idx="8">
                  <c:v>3.03819444444</c:v>
                </c:pt>
                <c:pt idx="9">
                  <c:v>3.84521484375</c:v>
                </c:pt>
                <c:pt idx="10">
                  <c:v>4.74717881944</c:v>
                </c:pt>
                <c:pt idx="11">
                  <c:v>5.74408637153</c:v>
                </c:pt>
                <c:pt idx="12">
                  <c:v>6.8359375</c:v>
                </c:pt>
                <c:pt idx="13">
                  <c:v>8.02273220486</c:v>
                </c:pt>
                <c:pt idx="14">
                  <c:v>9.30447048611</c:v>
                </c:pt>
                <c:pt idx="15">
                  <c:v>10.6811523438</c:v>
                </c:pt>
                <c:pt idx="16">
                  <c:v>12.1527777778</c:v>
                </c:pt>
                <c:pt idx="17">
                  <c:v>13.7193467882</c:v>
                </c:pt>
                <c:pt idx="18">
                  <c:v>15.380859375</c:v>
                </c:pt>
                <c:pt idx="19">
                  <c:v>17.1373155382</c:v>
                </c:pt>
                <c:pt idx="20">
                  <c:v>18.9887152778</c:v>
                </c:pt>
                <c:pt idx="21">
                  <c:v>20.9350585938</c:v>
                </c:pt>
                <c:pt idx="22">
                  <c:v>22.9763454861</c:v>
                </c:pt>
                <c:pt idx="23">
                  <c:v>25.1125759549</c:v>
                </c:pt>
                <c:pt idx="24">
                  <c:v>27.34375</c:v>
                </c:pt>
                <c:pt idx="25">
                  <c:v>29.6698676215</c:v>
                </c:pt>
                <c:pt idx="26">
                  <c:v>32.0909288194</c:v>
                </c:pt>
                <c:pt idx="27">
                  <c:v>34.6069335938</c:v>
                </c:pt>
                <c:pt idx="28">
                  <c:v>37.2178819444</c:v>
                </c:pt>
                <c:pt idx="29">
                  <c:v>39.9237738715</c:v>
                </c:pt>
                <c:pt idx="30">
                  <c:v>42.724609375</c:v>
                </c:pt>
                <c:pt idx="31">
                  <c:v>45.6203884549</c:v>
                </c:pt>
                <c:pt idx="32">
                  <c:v>48.6111111111</c:v>
                </c:pt>
                <c:pt idx="33">
                  <c:v>51.6967773438</c:v>
                </c:pt>
                <c:pt idx="34">
                  <c:v>54.8773871528</c:v>
                </c:pt>
                <c:pt idx="35">
                  <c:v>58.1529405382</c:v>
                </c:pt>
                <c:pt idx="36">
                  <c:v>61.5234375</c:v>
                </c:pt>
                <c:pt idx="37">
                  <c:v>64.9888780382</c:v>
                </c:pt>
                <c:pt idx="38">
                  <c:v>68.5492621528</c:v>
                </c:pt>
                <c:pt idx="39">
                  <c:v>72.2045898438</c:v>
                </c:pt>
                <c:pt idx="40">
                  <c:v>75.9548611111</c:v>
                </c:pt>
                <c:pt idx="41">
                  <c:v>79.8000759549</c:v>
                </c:pt>
                <c:pt idx="42">
                  <c:v>83.740234375</c:v>
                </c:pt>
                <c:pt idx="43">
                  <c:v>87.7753363715</c:v>
                </c:pt>
                <c:pt idx="44">
                  <c:v>91.9053819444</c:v>
                </c:pt>
                <c:pt idx="45">
                  <c:v>96.1303710938</c:v>
                </c:pt>
                <c:pt idx="46">
                  <c:v>100.450303819</c:v>
                </c:pt>
                <c:pt idx="47">
                  <c:v>104.865180122</c:v>
                </c:pt>
                <c:pt idx="48">
                  <c:v>109.375</c:v>
                </c:pt>
                <c:pt idx="49">
                  <c:v>113.979763455</c:v>
                </c:pt>
                <c:pt idx="50">
                  <c:v>118.679470486</c:v>
                </c:pt>
                <c:pt idx="51">
                  <c:v>123.474121094</c:v>
                </c:pt>
                <c:pt idx="52">
                  <c:v>128.363715278</c:v>
                </c:pt>
                <c:pt idx="53">
                  <c:v>133.348253038</c:v>
                </c:pt>
                <c:pt idx="54">
                  <c:v>138.427734375</c:v>
                </c:pt>
                <c:pt idx="55">
                  <c:v>143.602159288</c:v>
                </c:pt>
                <c:pt idx="56">
                  <c:v>148.871527778</c:v>
                </c:pt>
                <c:pt idx="57">
                  <c:v>154.235839844</c:v>
                </c:pt>
                <c:pt idx="58">
                  <c:v>159.695095486</c:v>
                </c:pt>
                <c:pt idx="59">
                  <c:v>165.249294705</c:v>
                </c:pt>
                <c:pt idx="60">
                  <c:v>170.8984375</c:v>
                </c:pt>
                <c:pt idx="61">
                  <c:v>176.642523872</c:v>
                </c:pt>
                <c:pt idx="62">
                  <c:v>182.481553819</c:v>
                </c:pt>
                <c:pt idx="63">
                  <c:v>188.415527344</c:v>
                </c:pt>
                <c:pt idx="64">
                  <c:v>194.444444444</c:v>
                </c:pt>
                <c:pt idx="65">
                  <c:v>200.568305122</c:v>
                </c:pt>
                <c:pt idx="66">
                  <c:v>206.787109375</c:v>
                </c:pt>
                <c:pt idx="67">
                  <c:v>213.100857205</c:v>
                </c:pt>
                <c:pt idx="68">
                  <c:v>219.509548611</c:v>
                </c:pt>
                <c:pt idx="69">
                  <c:v>226.013183594</c:v>
                </c:pt>
                <c:pt idx="70">
                  <c:v>232.611762153</c:v>
                </c:pt>
                <c:pt idx="71">
                  <c:v>239.305284288</c:v>
                </c:pt>
                <c:pt idx="72">
                  <c:v>246.09375</c:v>
                </c:pt>
                <c:pt idx="73">
                  <c:v>252.977159288</c:v>
                </c:pt>
                <c:pt idx="74">
                  <c:v>259.955512153</c:v>
                </c:pt>
                <c:pt idx="75">
                  <c:v>267.028808594</c:v>
                </c:pt>
                <c:pt idx="76">
                  <c:v>274.197048611</c:v>
                </c:pt>
                <c:pt idx="77">
                  <c:v>280</c:v>
                </c:pt>
                <c:pt idx="78">
                  <c:v>280</c:v>
                </c:pt>
                <c:pt idx="79">
                  <c:v>280</c:v>
                </c:pt>
                <c:pt idx="80">
                  <c:v>280</c:v>
                </c:pt>
                <c:pt idx="81">
                  <c:v>280</c:v>
                </c:pt>
                <c:pt idx="82">
                  <c:v>280</c:v>
                </c:pt>
                <c:pt idx="83">
                  <c:v>280</c:v>
                </c:pt>
                <c:pt idx="84">
                  <c:v>280</c:v>
                </c:pt>
                <c:pt idx="85">
                  <c:v>280</c:v>
                </c:pt>
                <c:pt idx="86">
                  <c:v>280</c:v>
                </c:pt>
                <c:pt idx="87">
                  <c:v>280</c:v>
                </c:pt>
                <c:pt idx="88">
                  <c:v>280</c:v>
                </c:pt>
                <c:pt idx="89">
                  <c:v>280</c:v>
                </c:pt>
                <c:pt idx="90">
                  <c:v>280</c:v>
                </c:pt>
                <c:pt idx="91">
                  <c:v>280</c:v>
                </c:pt>
                <c:pt idx="92">
                  <c:v>280</c:v>
                </c:pt>
                <c:pt idx="93">
                  <c:v>280</c:v>
                </c:pt>
                <c:pt idx="94">
                  <c:v>280</c:v>
                </c:pt>
                <c:pt idx="95">
                  <c:v>280</c:v>
                </c:pt>
                <c:pt idx="96">
                  <c:v>280</c:v>
                </c:pt>
                <c:pt idx="97">
                  <c:v>280</c:v>
                </c:pt>
                <c:pt idx="98">
                  <c:v>280</c:v>
                </c:pt>
                <c:pt idx="99">
                  <c:v>280</c:v>
                </c:pt>
                <c:pt idx="100">
                  <c:v>280</c:v>
                </c:pt>
                <c:pt idx="101">
                  <c:v>280</c:v>
                </c:pt>
                <c:pt idx="102">
                  <c:v>280</c:v>
                </c:pt>
                <c:pt idx="103">
                  <c:v>280</c:v>
                </c:pt>
                <c:pt idx="104">
                  <c:v>280</c:v>
                </c:pt>
                <c:pt idx="105">
                  <c:v>280</c:v>
                </c:pt>
                <c:pt idx="106">
                  <c:v>280</c:v>
                </c:pt>
                <c:pt idx="107">
                  <c:v>280</c:v>
                </c:pt>
                <c:pt idx="108">
                  <c:v>280</c:v>
                </c:pt>
                <c:pt idx="109">
                  <c:v>280</c:v>
                </c:pt>
                <c:pt idx="110">
                  <c:v>280</c:v>
                </c:pt>
                <c:pt idx="111">
                  <c:v>280</c:v>
                </c:pt>
                <c:pt idx="112">
                  <c:v>280</c:v>
                </c:pt>
                <c:pt idx="113">
                  <c:v>280</c:v>
                </c:pt>
                <c:pt idx="114">
                  <c:v>280</c:v>
                </c:pt>
                <c:pt idx="115">
                  <c:v>280</c:v>
                </c:pt>
                <c:pt idx="116">
                  <c:v>280</c:v>
                </c:pt>
                <c:pt idx="117">
                  <c:v>280</c:v>
                </c:pt>
                <c:pt idx="118">
                  <c:v>280</c:v>
                </c:pt>
                <c:pt idx="119">
                  <c:v>280</c:v>
                </c:pt>
                <c:pt idx="120">
                  <c:v>280</c:v>
                </c:pt>
                <c:pt idx="121">
                  <c:v>280</c:v>
                </c:pt>
                <c:pt idx="122">
                  <c:v>280</c:v>
                </c:pt>
                <c:pt idx="123">
                  <c:v>280</c:v>
                </c:pt>
                <c:pt idx="124">
                  <c:v>280</c:v>
                </c:pt>
                <c:pt idx="125">
                  <c:v>280</c:v>
                </c:pt>
                <c:pt idx="126">
                  <c:v>280</c:v>
                </c:pt>
                <c:pt idx="127">
                  <c:v>280</c:v>
                </c:pt>
                <c:pt idx="128">
                  <c:v>280</c:v>
                </c:pt>
                <c:pt idx="129">
                  <c:v>280</c:v>
                </c:pt>
                <c:pt idx="130">
                  <c:v>280</c:v>
                </c:pt>
                <c:pt idx="131">
                  <c:v>280</c:v>
                </c:pt>
                <c:pt idx="132">
                  <c:v>280</c:v>
                </c:pt>
                <c:pt idx="133">
                  <c:v>280</c:v>
                </c:pt>
                <c:pt idx="134">
                  <c:v>280</c:v>
                </c:pt>
                <c:pt idx="135">
                  <c:v>280</c:v>
                </c:pt>
                <c:pt idx="136">
                  <c:v>280</c:v>
                </c:pt>
                <c:pt idx="137">
                  <c:v>280</c:v>
                </c:pt>
                <c:pt idx="138">
                  <c:v>280</c:v>
                </c:pt>
                <c:pt idx="139">
                  <c:v>280</c:v>
                </c:pt>
                <c:pt idx="140">
                  <c:v>280</c:v>
                </c:pt>
                <c:pt idx="141">
                  <c:v>280</c:v>
                </c:pt>
                <c:pt idx="142">
                  <c:v>280</c:v>
                </c:pt>
                <c:pt idx="143">
                  <c:v>280</c:v>
                </c:pt>
                <c:pt idx="144">
                  <c:v>280</c:v>
                </c:pt>
                <c:pt idx="145">
                  <c:v>280</c:v>
                </c:pt>
                <c:pt idx="146">
                  <c:v>280</c:v>
                </c:pt>
                <c:pt idx="147">
                  <c:v>280</c:v>
                </c:pt>
                <c:pt idx="148">
                  <c:v>280</c:v>
                </c:pt>
                <c:pt idx="149">
                  <c:v>280</c:v>
                </c:pt>
                <c:pt idx="150">
                  <c:v>280</c:v>
                </c:pt>
                <c:pt idx="151">
                  <c:v>280</c:v>
                </c:pt>
                <c:pt idx="152">
                  <c:v>280</c:v>
                </c:pt>
                <c:pt idx="153">
                  <c:v>280</c:v>
                </c:pt>
                <c:pt idx="154">
                  <c:v>280</c:v>
                </c:pt>
                <c:pt idx="155">
                  <c:v>280</c:v>
                </c:pt>
                <c:pt idx="156">
                  <c:v>280</c:v>
                </c:pt>
                <c:pt idx="157">
                  <c:v>280</c:v>
                </c:pt>
                <c:pt idx="158">
                  <c:v>280</c:v>
                </c:pt>
                <c:pt idx="159">
                  <c:v>280</c:v>
                </c:pt>
                <c:pt idx="160">
                  <c:v>280</c:v>
                </c:pt>
              </c:numCache>
            </c:numRef>
          </c:yVal>
        </c:ser>
        <c:ser>
          <c:idx val="1"/>
          <c:order val="1"/>
          <c:tx>
            <c:v>论文优化</c:v>
          </c:tx>
          <c:spPr>
            <a:solidFill xmlns:a="http://schemas.openxmlformats.org/drawingml/2006/main">
              <a:srgbClr val="CB6C28"/>
            </a:solidFill>
            <a:ln xmlns:a="http://schemas.openxmlformats.org/drawingml/2006/main" w="24765">
              <a:solidFill>
                <a:srgbClr val="CB6C28"/>
              </a:solidFill>
            </a:ln>
          </c:spPr>
          <c:marker>
            <c:symbol val="none"/>
            <c:size val="4"/>
          </c:marker>
          <c:xVal>
            <c:numRef>
              <c:f>'Chart Data'!$C$2:$C$162</c:f>
              <c:numCache>
                <c:formatCode>General</c:formatCode>
                <c:ptCount val="161"/>
                <c:pt idx="0">
                  <c:v>0</c:v>
                </c:pt>
                <c:pt idx="1">
                  <c:v>2.5</c:v>
                </c:pt>
                <c:pt idx="2">
                  <c:v>5</c:v>
                </c:pt>
                <c:pt idx="3">
                  <c:v>7.5</c:v>
                </c:pt>
                <c:pt idx="4">
                  <c:v>10</c:v>
                </c:pt>
                <c:pt idx="5">
                  <c:v>12.5</c:v>
                </c:pt>
                <c:pt idx="6">
                  <c:v>15</c:v>
                </c:pt>
                <c:pt idx="7">
                  <c:v>17.5</c:v>
                </c:pt>
                <c:pt idx="8">
                  <c:v>20</c:v>
                </c:pt>
                <c:pt idx="9">
                  <c:v>22.5</c:v>
                </c:pt>
                <c:pt idx="10">
                  <c:v>25</c:v>
                </c:pt>
                <c:pt idx="11">
                  <c:v>27.5</c:v>
                </c:pt>
                <c:pt idx="12">
                  <c:v>30</c:v>
                </c:pt>
                <c:pt idx="13">
                  <c:v>32.5</c:v>
                </c:pt>
                <c:pt idx="14">
                  <c:v>35</c:v>
                </c:pt>
                <c:pt idx="15">
                  <c:v>37.5</c:v>
                </c:pt>
                <c:pt idx="16">
                  <c:v>40</c:v>
                </c:pt>
                <c:pt idx="17">
                  <c:v>42.5</c:v>
                </c:pt>
                <c:pt idx="18">
                  <c:v>45</c:v>
                </c:pt>
                <c:pt idx="19">
                  <c:v>47.5</c:v>
                </c:pt>
                <c:pt idx="20">
                  <c:v>50</c:v>
                </c:pt>
                <c:pt idx="21">
                  <c:v>52.5</c:v>
                </c:pt>
                <c:pt idx="22">
                  <c:v>55</c:v>
                </c:pt>
                <c:pt idx="23">
                  <c:v>57.5</c:v>
                </c:pt>
                <c:pt idx="24">
                  <c:v>60</c:v>
                </c:pt>
                <c:pt idx="25">
                  <c:v>62.5</c:v>
                </c:pt>
                <c:pt idx="26">
                  <c:v>65</c:v>
                </c:pt>
                <c:pt idx="27">
                  <c:v>67.5</c:v>
                </c:pt>
                <c:pt idx="28">
                  <c:v>70</c:v>
                </c:pt>
                <c:pt idx="29">
                  <c:v>72.5</c:v>
                </c:pt>
                <c:pt idx="30">
                  <c:v>75</c:v>
                </c:pt>
                <c:pt idx="31">
                  <c:v>77.5</c:v>
                </c:pt>
                <c:pt idx="32">
                  <c:v>80</c:v>
                </c:pt>
                <c:pt idx="33">
                  <c:v>82.5</c:v>
                </c:pt>
                <c:pt idx="34">
                  <c:v>85</c:v>
                </c:pt>
                <c:pt idx="35">
                  <c:v>87.5</c:v>
                </c:pt>
                <c:pt idx="36">
                  <c:v>90</c:v>
                </c:pt>
                <c:pt idx="37">
                  <c:v>92.5</c:v>
                </c:pt>
                <c:pt idx="38">
                  <c:v>95</c:v>
                </c:pt>
                <c:pt idx="39">
                  <c:v>97.5</c:v>
                </c:pt>
                <c:pt idx="40">
                  <c:v>100</c:v>
                </c:pt>
                <c:pt idx="41">
                  <c:v>102.5</c:v>
                </c:pt>
                <c:pt idx="42">
                  <c:v>105</c:v>
                </c:pt>
                <c:pt idx="43">
                  <c:v>107.5</c:v>
                </c:pt>
                <c:pt idx="44">
                  <c:v>110</c:v>
                </c:pt>
                <c:pt idx="45">
                  <c:v>112.5</c:v>
                </c:pt>
                <c:pt idx="46">
                  <c:v>115</c:v>
                </c:pt>
                <c:pt idx="47">
                  <c:v>117.5</c:v>
                </c:pt>
                <c:pt idx="48">
                  <c:v>120</c:v>
                </c:pt>
                <c:pt idx="49">
                  <c:v>122.5</c:v>
                </c:pt>
                <c:pt idx="50">
                  <c:v>125</c:v>
                </c:pt>
                <c:pt idx="51">
                  <c:v>127.5</c:v>
                </c:pt>
                <c:pt idx="52">
                  <c:v>130</c:v>
                </c:pt>
                <c:pt idx="53">
                  <c:v>132.5</c:v>
                </c:pt>
                <c:pt idx="54">
                  <c:v>135</c:v>
                </c:pt>
                <c:pt idx="55">
                  <c:v>137.5</c:v>
                </c:pt>
                <c:pt idx="56">
                  <c:v>140</c:v>
                </c:pt>
                <c:pt idx="57">
                  <c:v>142.5</c:v>
                </c:pt>
                <c:pt idx="58">
                  <c:v>145</c:v>
                </c:pt>
                <c:pt idx="59">
                  <c:v>147.5</c:v>
                </c:pt>
                <c:pt idx="60">
                  <c:v>150</c:v>
                </c:pt>
                <c:pt idx="61">
                  <c:v>152.5</c:v>
                </c:pt>
                <c:pt idx="62">
                  <c:v>155</c:v>
                </c:pt>
                <c:pt idx="63">
                  <c:v>157.5</c:v>
                </c:pt>
                <c:pt idx="64">
                  <c:v>160</c:v>
                </c:pt>
                <c:pt idx="65">
                  <c:v>162.5</c:v>
                </c:pt>
                <c:pt idx="66">
                  <c:v>165</c:v>
                </c:pt>
                <c:pt idx="67">
                  <c:v>167.5</c:v>
                </c:pt>
                <c:pt idx="68">
                  <c:v>170</c:v>
                </c:pt>
                <c:pt idx="69">
                  <c:v>172.5</c:v>
                </c:pt>
                <c:pt idx="70">
                  <c:v>175</c:v>
                </c:pt>
                <c:pt idx="71">
                  <c:v>177.5</c:v>
                </c:pt>
                <c:pt idx="72">
                  <c:v>180</c:v>
                </c:pt>
                <c:pt idx="73">
                  <c:v>182.5</c:v>
                </c:pt>
                <c:pt idx="74">
                  <c:v>185</c:v>
                </c:pt>
                <c:pt idx="75">
                  <c:v>187.5</c:v>
                </c:pt>
                <c:pt idx="76">
                  <c:v>190</c:v>
                </c:pt>
                <c:pt idx="77">
                  <c:v>192.5</c:v>
                </c:pt>
                <c:pt idx="78">
                  <c:v>195</c:v>
                </c:pt>
                <c:pt idx="79">
                  <c:v>197.5</c:v>
                </c:pt>
                <c:pt idx="80">
                  <c:v>200</c:v>
                </c:pt>
                <c:pt idx="81">
                  <c:v>202.5</c:v>
                </c:pt>
                <c:pt idx="82">
                  <c:v>205</c:v>
                </c:pt>
                <c:pt idx="83">
                  <c:v>207.5</c:v>
                </c:pt>
                <c:pt idx="84">
                  <c:v>210</c:v>
                </c:pt>
                <c:pt idx="85">
                  <c:v>212.5</c:v>
                </c:pt>
                <c:pt idx="86">
                  <c:v>215</c:v>
                </c:pt>
                <c:pt idx="87">
                  <c:v>217.5</c:v>
                </c:pt>
                <c:pt idx="88">
                  <c:v>220</c:v>
                </c:pt>
                <c:pt idx="89">
                  <c:v>222.5</c:v>
                </c:pt>
                <c:pt idx="90">
                  <c:v>225</c:v>
                </c:pt>
                <c:pt idx="91">
                  <c:v>227.5</c:v>
                </c:pt>
                <c:pt idx="92">
                  <c:v>230</c:v>
                </c:pt>
                <c:pt idx="93">
                  <c:v>232.5</c:v>
                </c:pt>
                <c:pt idx="94">
                  <c:v>235</c:v>
                </c:pt>
                <c:pt idx="95">
                  <c:v>237.5</c:v>
                </c:pt>
                <c:pt idx="96">
                  <c:v>240</c:v>
                </c:pt>
                <c:pt idx="97">
                  <c:v>242.5</c:v>
                </c:pt>
                <c:pt idx="98">
                  <c:v>245</c:v>
                </c:pt>
                <c:pt idx="99">
                  <c:v>247.5</c:v>
                </c:pt>
                <c:pt idx="100">
                  <c:v>250</c:v>
                </c:pt>
                <c:pt idx="101">
                  <c:v>252.5</c:v>
                </c:pt>
                <c:pt idx="102">
                  <c:v>255</c:v>
                </c:pt>
                <c:pt idx="103">
                  <c:v>257.5</c:v>
                </c:pt>
                <c:pt idx="104">
                  <c:v>260</c:v>
                </c:pt>
                <c:pt idx="105">
                  <c:v>262.5</c:v>
                </c:pt>
                <c:pt idx="106">
                  <c:v>265</c:v>
                </c:pt>
                <c:pt idx="107">
                  <c:v>267.5</c:v>
                </c:pt>
                <c:pt idx="108">
                  <c:v>270</c:v>
                </c:pt>
                <c:pt idx="109">
                  <c:v>272.5</c:v>
                </c:pt>
                <c:pt idx="110">
                  <c:v>275</c:v>
                </c:pt>
                <c:pt idx="111">
                  <c:v>277.5</c:v>
                </c:pt>
                <c:pt idx="112">
                  <c:v>280</c:v>
                </c:pt>
                <c:pt idx="113">
                  <c:v>282.5</c:v>
                </c:pt>
                <c:pt idx="114">
                  <c:v>285</c:v>
                </c:pt>
                <c:pt idx="115">
                  <c:v>287.5</c:v>
                </c:pt>
                <c:pt idx="116">
                  <c:v>290</c:v>
                </c:pt>
                <c:pt idx="117">
                  <c:v>292.5</c:v>
                </c:pt>
                <c:pt idx="118">
                  <c:v>295</c:v>
                </c:pt>
                <c:pt idx="119">
                  <c:v>297.5</c:v>
                </c:pt>
                <c:pt idx="120">
                  <c:v>300</c:v>
                </c:pt>
                <c:pt idx="121">
                  <c:v>302.5</c:v>
                </c:pt>
                <c:pt idx="122">
                  <c:v>305</c:v>
                </c:pt>
                <c:pt idx="123">
                  <c:v>307.5</c:v>
                </c:pt>
                <c:pt idx="124">
                  <c:v>310</c:v>
                </c:pt>
                <c:pt idx="125">
                  <c:v>312.5</c:v>
                </c:pt>
                <c:pt idx="126">
                  <c:v>315</c:v>
                </c:pt>
                <c:pt idx="127">
                  <c:v>317.5</c:v>
                </c:pt>
                <c:pt idx="128">
                  <c:v>320</c:v>
                </c:pt>
                <c:pt idx="129">
                  <c:v>322.5</c:v>
                </c:pt>
                <c:pt idx="130">
                  <c:v>325</c:v>
                </c:pt>
                <c:pt idx="131">
                  <c:v>327.5</c:v>
                </c:pt>
                <c:pt idx="132">
                  <c:v>330</c:v>
                </c:pt>
                <c:pt idx="133">
                  <c:v>332.5</c:v>
                </c:pt>
                <c:pt idx="134">
                  <c:v>335</c:v>
                </c:pt>
                <c:pt idx="135">
                  <c:v>337.5</c:v>
                </c:pt>
                <c:pt idx="136">
                  <c:v>340</c:v>
                </c:pt>
                <c:pt idx="137">
                  <c:v>342.5</c:v>
                </c:pt>
                <c:pt idx="138">
                  <c:v>345</c:v>
                </c:pt>
                <c:pt idx="139">
                  <c:v>347.5</c:v>
                </c:pt>
                <c:pt idx="140">
                  <c:v>350</c:v>
                </c:pt>
                <c:pt idx="141">
                  <c:v>352.5</c:v>
                </c:pt>
                <c:pt idx="142">
                  <c:v>355</c:v>
                </c:pt>
                <c:pt idx="143">
                  <c:v>357.5</c:v>
                </c:pt>
                <c:pt idx="144">
                  <c:v>360</c:v>
                </c:pt>
                <c:pt idx="145">
                  <c:v>362.5</c:v>
                </c:pt>
                <c:pt idx="146">
                  <c:v>365</c:v>
                </c:pt>
                <c:pt idx="147">
                  <c:v>367.5</c:v>
                </c:pt>
                <c:pt idx="148">
                  <c:v>370</c:v>
                </c:pt>
                <c:pt idx="149">
                  <c:v>372.5</c:v>
                </c:pt>
                <c:pt idx="150">
                  <c:v>375</c:v>
                </c:pt>
                <c:pt idx="151">
                  <c:v>377.5</c:v>
                </c:pt>
                <c:pt idx="152">
                  <c:v>380</c:v>
                </c:pt>
                <c:pt idx="153">
                  <c:v>382.5</c:v>
                </c:pt>
                <c:pt idx="154">
                  <c:v>385</c:v>
                </c:pt>
                <c:pt idx="155">
                  <c:v>387.5</c:v>
                </c:pt>
                <c:pt idx="156">
                  <c:v>390</c:v>
                </c:pt>
                <c:pt idx="157">
                  <c:v>392.5</c:v>
                </c:pt>
                <c:pt idx="158">
                  <c:v>395</c:v>
                </c:pt>
                <c:pt idx="159">
                  <c:v>397.5</c:v>
                </c:pt>
                <c:pt idx="160">
                  <c:v>400</c:v>
                </c:pt>
              </c:numCache>
            </c:numRef>
          </c:xVal>
          <c:yVal>
            <c:numRef>
              <c:f>'Chart Data'!$D$2:$D$162</c:f>
              <c:numCache>
                <c:formatCode>0</c:formatCode>
                <c:ptCount val="161"/>
                <c:pt idx="0">
                  <c:v>0</c:v>
                </c:pt>
                <c:pt idx="1">
                  <c:v>0.127512043125</c:v>
                </c:pt>
                <c:pt idx="2">
                  <c:v>0.297986992531</c:v>
                </c:pt>
                <c:pt idx="3">
                  <c:v>0.509356863653</c:v>
                </c:pt>
                <c:pt idx="4">
                  <c:v>0.75955367193</c:v>
                </c:pt>
                <c:pt idx="5">
                  <c:v>1.0465094328</c:v>
                </c:pt>
                <c:pt idx="6">
                  <c:v>1.36815616169</c:v>
                </c:pt>
                <c:pt idx="7">
                  <c:v>1.72242587405</c:v>
                </c:pt>
                <c:pt idx="8">
                  <c:v>2.10725058531</c:v>
                </c:pt>
                <c:pt idx="9">
                  <c:v>2.52056231091</c:v>
                </c:pt>
                <c:pt idx="10">
                  <c:v>2.96029306628</c:v>
                </c:pt>
                <c:pt idx="11">
                  <c:v>3.42437486687</c:v>
                </c:pt>
                <c:pt idx="12">
                  <c:v>3.9107397281</c:v>
                </c:pt>
                <c:pt idx="13">
                  <c:v>4.41731966542</c:v>
                </c:pt>
                <c:pt idx="14">
                  <c:v>4.94204669427</c:v>
                </c:pt>
                <c:pt idx="15">
                  <c:v>5.48285283007</c:v>
                </c:pt>
                <c:pt idx="16">
                  <c:v>6.03767008826</c:v>
                </c:pt>
                <c:pt idx="17">
                  <c:v>6.60443048429</c:v>
                </c:pt>
                <c:pt idx="18">
                  <c:v>7.18106603359</c:v>
                </c:pt>
                <c:pt idx="19">
                  <c:v>7.7655087516</c:v>
                </c:pt>
                <c:pt idx="20">
                  <c:v>8.35569065375</c:v>
                </c:pt>
                <c:pt idx="21">
                  <c:v>8.94954375548</c:v>
                </c:pt>
                <c:pt idx="22">
                  <c:v>9.54500007222</c:v>
                </c:pt>
                <c:pt idx="23">
                  <c:v>10.1399960779</c:v>
                </c:pt>
                <c:pt idx="24">
                  <c:v>10.7347331623</c:v>
                </c:pt>
                <c:pt idx="25">
                  <c:v>11.3353558901</c:v>
                </c:pt>
                <c:pt idx="26">
                  <c:v>11.948971861</c:v>
                </c:pt>
                <c:pt idx="27">
                  <c:v>12.5826886746</c:v>
                </c:pt>
                <c:pt idx="28">
                  <c:v>13.2436139308</c:v>
                </c:pt>
                <c:pt idx="29">
                  <c:v>13.9388552292</c:v>
                </c:pt>
                <c:pt idx="30">
                  <c:v>14.6755201695</c:v>
                </c:pt>
                <c:pt idx="31">
                  <c:v>15.4607163515</c:v>
                </c:pt>
                <c:pt idx="32">
                  <c:v>16.3015513749</c:v>
                </c:pt>
                <c:pt idx="33">
                  <c:v>17.2051328393</c:v>
                </c:pt>
                <c:pt idx="34">
                  <c:v>18.1785683446</c:v>
                </c:pt>
                <c:pt idx="35">
                  <c:v>19.2290151513</c:v>
                </c:pt>
                <c:pt idx="36">
                  <c:v>20.3641183889</c:v>
                </c:pt>
                <c:pt idx="37">
                  <c:v>21.5918000964</c:v>
                </c:pt>
                <c:pt idx="38">
                  <c:v>22.9199854909</c:v>
                </c:pt>
                <c:pt idx="39">
                  <c:v>24.3565997894</c:v>
                </c:pt>
                <c:pt idx="40">
                  <c:v>25.9095682092</c:v>
                </c:pt>
                <c:pt idx="41">
                  <c:v>27.5868159674</c:v>
                </c:pt>
                <c:pt idx="42">
                  <c:v>29.3962682811</c:v>
                </c:pt>
                <c:pt idx="43">
                  <c:v>31.3458503675</c:v>
                </c:pt>
                <c:pt idx="44">
                  <c:v>33.4434874437</c:v>
                </c:pt>
                <c:pt idx="45">
                  <c:v>35.6971047268</c:v>
                </c:pt>
                <c:pt idx="46">
                  <c:v>38.1145843415</c:v>
                </c:pt>
                <c:pt idx="47">
                  <c:v>40.7000539725</c:v>
                </c:pt>
                <c:pt idx="48">
                  <c:v>43.4510265963</c:v>
                </c:pt>
                <c:pt idx="49">
                  <c:v>46.3643418675</c:v>
                </c:pt>
                <c:pt idx="50">
                  <c:v>49.4368394413</c:v>
                </c:pt>
                <c:pt idx="51">
                  <c:v>52.6653589725</c:v>
                </c:pt>
                <c:pt idx="52">
                  <c:v>56.0467401159</c:v>
                </c:pt>
                <c:pt idx="53">
                  <c:v>59.5778225267</c:v>
                </c:pt>
                <c:pt idx="54">
                  <c:v>63.2554458595</c:v>
                </c:pt>
                <c:pt idx="55">
                  <c:v>67.0764497694</c:v>
                </c:pt>
                <c:pt idx="56">
                  <c:v>71.0376739113</c:v>
                </c:pt>
                <c:pt idx="57">
                  <c:v>75.1359579401</c:v>
                </c:pt>
                <c:pt idx="58">
                  <c:v>79.3693702275</c:v>
                </c:pt>
                <c:pt idx="59">
                  <c:v>83.7435619205</c:v>
                </c:pt>
                <c:pt idx="60">
                  <c:v>88.2670739259</c:v>
                </c:pt>
                <c:pt idx="61">
                  <c:v>92.948452839</c:v>
                </c:pt>
                <c:pt idx="62">
                  <c:v>97.7962452553</c:v>
                </c:pt>
                <c:pt idx="63">
                  <c:v>102.81899777</c:v>
                </c:pt>
                <c:pt idx="64">
                  <c:v>108.025256978</c:v>
                </c:pt>
                <c:pt idx="65">
                  <c:v>113.423569476</c:v>
                </c:pt>
                <c:pt idx="66">
                  <c:v>119.022481858</c:v>
                </c:pt>
                <c:pt idx="67">
                  <c:v>124.830540719</c:v>
                </c:pt>
                <c:pt idx="68">
                  <c:v>130.856292656</c:v>
                </c:pt>
                <c:pt idx="69">
                  <c:v>137.107688274</c:v>
                </c:pt>
                <c:pt idx="70">
                  <c:v>143.57298847</c:v>
                </c:pt>
                <c:pt idx="71">
                  <c:v>150.216724948</c:v>
                </c:pt>
                <c:pt idx="72">
                  <c:v>157.002016699</c:v>
                </c:pt>
                <c:pt idx="73">
                  <c:v>163.891982713</c:v>
                </c:pt>
                <c:pt idx="74">
                  <c:v>170.84974198</c:v>
                </c:pt>
                <c:pt idx="75">
                  <c:v>177.838413492</c:v>
                </c:pt>
                <c:pt idx="76">
                  <c:v>184.821116237</c:v>
                </c:pt>
                <c:pt idx="77">
                  <c:v>191.760969207</c:v>
                </c:pt>
                <c:pt idx="78">
                  <c:v>198.621091391</c:v>
                </c:pt>
                <c:pt idx="79">
                  <c:v>205.364601781</c:v>
                </c:pt>
                <c:pt idx="80">
                  <c:v>211.954619365</c:v>
                </c:pt>
                <c:pt idx="81">
                  <c:v>218.356566847</c:v>
                </c:pt>
                <c:pt idx="82">
                  <c:v>224.54508177</c:v>
                </c:pt>
                <c:pt idx="83">
                  <c:v>230.49710539</c:v>
                </c:pt>
                <c:pt idx="84">
                  <c:v>236.189578964</c:v>
                </c:pt>
                <c:pt idx="85">
                  <c:v>241.599443748</c:v>
                </c:pt>
                <c:pt idx="86">
                  <c:v>246.703640998</c:v>
                </c:pt>
                <c:pt idx="87">
                  <c:v>251.479111969</c:v>
                </c:pt>
                <c:pt idx="88">
                  <c:v>255.902797917</c:v>
                </c:pt>
                <c:pt idx="89">
                  <c:v>259.951640099</c:v>
                </c:pt>
                <c:pt idx="90">
                  <c:v>263.602579771</c:v>
                </c:pt>
                <c:pt idx="91">
                  <c:v>266.832558188</c:v>
                </c:pt>
                <c:pt idx="92">
                  <c:v>269.620400672</c:v>
                </c:pt>
                <c:pt idx="93">
                  <c:v>271.976578958</c:v>
                </c:pt>
                <c:pt idx="94">
                  <c:v>273.937823942</c:v>
                </c:pt>
                <c:pt idx="95">
                  <c:v>275.541661362</c:v>
                </c:pt>
                <c:pt idx="96">
                  <c:v>276.825616955</c:v>
                </c:pt>
                <c:pt idx="97">
                  <c:v>277.827216459</c:v>
                </c:pt>
                <c:pt idx="98">
                  <c:v>278.58398561</c:v>
                </c:pt>
                <c:pt idx="99">
                  <c:v>279.133450147</c:v>
                </c:pt>
                <c:pt idx="100">
                  <c:v>279.513135807</c:v>
                </c:pt>
                <c:pt idx="101">
                  <c:v>279.760568327</c:v>
                </c:pt>
                <c:pt idx="102">
                  <c:v>279.913273444</c:v>
                </c:pt>
                <c:pt idx="103">
                  <c:v>280.008760011</c:v>
                </c:pt>
                <c:pt idx="104">
                  <c:v>280.075959566</c:v>
                </c:pt>
                <c:pt idx="105">
                  <c:v>280.121296638</c:v>
                </c:pt>
                <c:pt idx="106">
                  <c:v>280.147548707</c:v>
                </c:pt>
                <c:pt idx="107">
                  <c:v>280.157493254</c:v>
                </c:pt>
                <c:pt idx="108">
                  <c:v>280.153907759</c:v>
                </c:pt>
                <c:pt idx="109">
                  <c:v>280.139569704</c:v>
                </c:pt>
                <c:pt idx="110">
                  <c:v>280.11725657</c:v>
                </c:pt>
                <c:pt idx="111">
                  <c:v>280.089745837</c:v>
                </c:pt>
                <c:pt idx="112">
                  <c:v>280.059814986</c:v>
                </c:pt>
                <c:pt idx="113">
                  <c:v>280.030241499</c:v>
                </c:pt>
                <c:pt idx="114">
                  <c:v>280.003802855</c:v>
                </c:pt>
                <c:pt idx="115">
                  <c:v>279.9830627</c:v>
                </c:pt>
                <c:pt idx="116">
                  <c:v>279.968483956</c:v>
                </c:pt>
                <c:pt idx="117">
                  <c:v>279.959337197</c:v>
                </c:pt>
                <c:pt idx="118">
                  <c:v>279.954879311</c:v>
                </c:pt>
                <c:pt idx="119">
                  <c:v>279.954367187</c:v>
                </c:pt>
                <c:pt idx="120">
                  <c:v>279.957057712</c:v>
                </c:pt>
                <c:pt idx="121">
                  <c:v>279.962207774</c:v>
                </c:pt>
                <c:pt idx="122">
                  <c:v>279.969074263</c:v>
                </c:pt>
                <c:pt idx="123">
                  <c:v>279.976914065</c:v>
                </c:pt>
                <c:pt idx="124">
                  <c:v>279.984984071</c:v>
                </c:pt>
                <c:pt idx="125">
                  <c:v>279.992541166</c:v>
                </c:pt>
                <c:pt idx="126">
                  <c:v>279.998845888</c:v>
                </c:pt>
                <c:pt idx="127">
                  <c:v>280.003476476</c:v>
                </c:pt>
                <c:pt idx="128">
                  <c:v>280.00657092</c:v>
                </c:pt>
                <c:pt idx="129">
                  <c:v>280.008324186</c:v>
                </c:pt>
                <c:pt idx="130">
                  <c:v>280.00893124</c:v>
                </c:pt>
                <c:pt idx="131">
                  <c:v>280.008587048</c:v>
                </c:pt>
                <c:pt idx="132">
                  <c:v>280.007486577</c:v>
                </c:pt>
                <c:pt idx="133">
                  <c:v>280.005824792</c:v>
                </c:pt>
                <c:pt idx="134">
                  <c:v>280.003796661</c:v>
                </c:pt>
                <c:pt idx="135">
                  <c:v>280.001597148</c:v>
                </c:pt>
                <c:pt idx="136">
                  <c:v>279.999421221</c:v>
                </c:pt>
                <c:pt idx="137">
                  <c:v>279.997463846</c:v>
                </c:pt>
                <c:pt idx="138">
                  <c:v>279.995895667</c:v>
                </c:pt>
                <c:pt idx="139">
                  <c:v>279.994737244</c:v>
                </c:pt>
                <c:pt idx="140">
                  <c:v>279.993951936</c:v>
                </c:pt>
                <c:pt idx="141">
                  <c:v>279.993502988</c:v>
                </c:pt>
                <c:pt idx="142">
                  <c:v>279.993353649</c:v>
                </c:pt>
                <c:pt idx="143">
                  <c:v>279.993467164</c:v>
                </c:pt>
                <c:pt idx="144">
                  <c:v>279.993806782</c:v>
                </c:pt>
                <c:pt idx="145">
                  <c:v>279.994335748</c:v>
                </c:pt>
                <c:pt idx="146">
                  <c:v>279.995017311</c:v>
                </c:pt>
                <c:pt idx="147">
                  <c:v>279.995814716</c:v>
                </c:pt>
                <c:pt idx="148">
                  <c:v>279.99669121</c:v>
                </c:pt>
                <c:pt idx="149">
                  <c:v>279.997610041</c:v>
                </c:pt>
                <c:pt idx="150">
                  <c:v>279.998534455</c:v>
                </c:pt>
                <c:pt idx="151">
                  <c:v>279.9994277</c:v>
                </c:pt>
                <c:pt idx="152">
                  <c:v>280.000253022</c:v>
                </c:pt>
                <c:pt idx="153">
                  <c:v>280.000973667</c:v>
                </c:pt>
                <c:pt idx="154">
                  <c:v>280.001552884</c:v>
                </c:pt>
                <c:pt idx="155">
                  <c:v>280.001953918</c:v>
                </c:pt>
                <c:pt idx="156">
                  <c:v>280.002140018</c:v>
                </c:pt>
                <c:pt idx="157">
                  <c:v>280.002074429</c:v>
                </c:pt>
                <c:pt idx="158">
                  <c:v>280.001720398</c:v>
                </c:pt>
                <c:pt idx="159">
                  <c:v>280.001041173</c:v>
                </c:pt>
                <c:pt idx="160">
                  <c:v>280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iragino Sans GB"/>
                  <a:ea typeface="Hiragino Sans GB"/>
                  <a:cs typeface="Hiragino Sans GB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300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DEE5EA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solidFill>
                      <a:srgbClr val="526575"/>
                    </a:solidFill>
                    <a:latin typeface="Hiragino Sans GB"/>
                    <a:ea typeface="Hiragino Sans GB"/>
                    <a:cs typeface="Hiragino Sans GB"/>
                  </a:rPr>
                  <a:t>阱深（μK）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526575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</c:title>
        <c:numFmt formatCode="0"/>
        <c:majorTickMark val="none"/>
        <c:minorTickMark val="none"/>
        <c:tickLblPos val="low"/>
        <c:spPr>
          <a:ln xmlns:a="http://schemas.openxmlformats.org/drawingml/2006/main" w="9525">
            <a:solidFill>
              <a:srgbClr val="8C98A3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26575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50112"/>
      </c:valAx>
      <c:val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solidFill>
                      <a:srgbClr val="526575"/>
                    </a:solidFill>
                    <a:latin typeface="Hiragino Sans GB"/>
                    <a:ea typeface="Hiragino Sans GB"/>
                    <a:cs typeface="Hiragino Sans GB"/>
                  </a:rPr>
                  <a:t>时间（μs）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526575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</c:title>
        <c:numFmt formatCode="0"/>
        <c:majorTickMark val="none"/>
        <c:minorTickMark val="none"/>
        <c:tickLblPos val="low"/>
        <c:spPr>
          <a:ln xmlns:a="http://schemas.openxmlformats.org/drawingml/2006/main" w="9525">
            <a:solidFill>
              <a:srgbClr val="8C98A3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26575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72768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25">
              <a:solidFill>
                <a:srgbClr val="172B3A"/>
              </a:solidFill>
              <a:latin typeface="Hiragino Sans GB"/>
              <a:ea typeface="Hiragino Sans GB"/>
              <a:cs typeface="Hiragino Sans GB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11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AOD 中心</c:v>
          </c:tx>
          <c:spPr>
            <a:solidFill xmlns:a="http://schemas.openxmlformats.org/drawingml/2006/main">
              <a:srgbClr val="8C98A3"/>
            </a:solidFill>
            <a:ln xmlns:a="http://schemas.openxmlformats.org/drawingml/2006/main" w="24765">
              <a:solidFill>
                <a:srgbClr val="8C98A3"/>
              </a:solidFill>
            </a:ln>
          </c:spPr>
          <c:marker>
            <c:symbol val="none"/>
            <c:size val="4"/>
          </c:marker>
          <c:xVal>
            <c:numRef>
              <c:f>'Chart Data'!$A$2:$A$302</c:f>
              <c:numCache>
                <c:formatCode>General</c:formatCode>
                <c:ptCount val="301"/>
                <c:pt idx="0">
                  <c:v>0</c:v>
                </c:pt>
                <c:pt idx="1">
                  <c:v>2</c:v>
                </c:pt>
                <c:pt idx="2">
                  <c:v>4</c:v>
                </c:pt>
                <c:pt idx="3">
                  <c:v>6</c:v>
                </c:pt>
                <c:pt idx="4">
                  <c:v>8</c:v>
                </c:pt>
                <c:pt idx="5">
                  <c:v>10</c:v>
                </c:pt>
                <c:pt idx="6">
                  <c:v>12</c:v>
                </c:pt>
                <c:pt idx="7">
                  <c:v>14</c:v>
                </c:pt>
                <c:pt idx="8">
                  <c:v>16</c:v>
                </c:pt>
                <c:pt idx="9">
                  <c:v>18</c:v>
                </c:pt>
                <c:pt idx="10">
                  <c:v>20</c:v>
                </c:pt>
                <c:pt idx="11">
                  <c:v>22</c:v>
                </c:pt>
                <c:pt idx="12">
                  <c:v>24</c:v>
                </c:pt>
                <c:pt idx="13">
                  <c:v>26</c:v>
                </c:pt>
                <c:pt idx="14">
                  <c:v>28</c:v>
                </c:pt>
                <c:pt idx="15">
                  <c:v>30</c:v>
                </c:pt>
                <c:pt idx="16">
                  <c:v>32</c:v>
                </c:pt>
                <c:pt idx="17">
                  <c:v>34</c:v>
                </c:pt>
                <c:pt idx="18">
                  <c:v>36</c:v>
                </c:pt>
                <c:pt idx="19">
                  <c:v>38</c:v>
                </c:pt>
                <c:pt idx="20">
                  <c:v>40</c:v>
                </c:pt>
                <c:pt idx="21">
                  <c:v>42</c:v>
                </c:pt>
                <c:pt idx="22">
                  <c:v>44</c:v>
                </c:pt>
                <c:pt idx="23">
                  <c:v>46</c:v>
                </c:pt>
                <c:pt idx="24">
                  <c:v>48</c:v>
                </c:pt>
                <c:pt idx="25">
                  <c:v>50</c:v>
                </c:pt>
                <c:pt idx="26">
                  <c:v>52</c:v>
                </c:pt>
                <c:pt idx="27">
                  <c:v>54</c:v>
                </c:pt>
                <c:pt idx="28">
                  <c:v>56</c:v>
                </c:pt>
                <c:pt idx="29">
                  <c:v>58</c:v>
                </c:pt>
                <c:pt idx="30">
                  <c:v>60</c:v>
                </c:pt>
                <c:pt idx="31">
                  <c:v>62</c:v>
                </c:pt>
                <c:pt idx="32">
                  <c:v>64</c:v>
                </c:pt>
                <c:pt idx="33">
                  <c:v>66</c:v>
                </c:pt>
                <c:pt idx="34">
                  <c:v>68</c:v>
                </c:pt>
                <c:pt idx="35">
                  <c:v>70</c:v>
                </c:pt>
                <c:pt idx="36">
                  <c:v>72</c:v>
                </c:pt>
                <c:pt idx="37">
                  <c:v>74</c:v>
                </c:pt>
                <c:pt idx="38">
                  <c:v>76</c:v>
                </c:pt>
                <c:pt idx="39">
                  <c:v>78</c:v>
                </c:pt>
                <c:pt idx="40">
                  <c:v>80</c:v>
                </c:pt>
                <c:pt idx="41">
                  <c:v>82</c:v>
                </c:pt>
                <c:pt idx="42">
                  <c:v>84</c:v>
                </c:pt>
                <c:pt idx="43">
                  <c:v>86</c:v>
                </c:pt>
                <c:pt idx="44">
                  <c:v>88</c:v>
                </c:pt>
                <c:pt idx="45">
                  <c:v>90</c:v>
                </c:pt>
                <c:pt idx="46">
                  <c:v>92</c:v>
                </c:pt>
                <c:pt idx="47">
                  <c:v>94</c:v>
                </c:pt>
                <c:pt idx="48">
                  <c:v>96</c:v>
                </c:pt>
                <c:pt idx="49">
                  <c:v>98</c:v>
                </c:pt>
                <c:pt idx="50">
                  <c:v>100</c:v>
                </c:pt>
                <c:pt idx="51">
                  <c:v>102</c:v>
                </c:pt>
                <c:pt idx="52">
                  <c:v>104</c:v>
                </c:pt>
                <c:pt idx="53">
                  <c:v>106</c:v>
                </c:pt>
                <c:pt idx="54">
                  <c:v>108</c:v>
                </c:pt>
                <c:pt idx="55">
                  <c:v>110</c:v>
                </c:pt>
                <c:pt idx="56">
                  <c:v>112</c:v>
                </c:pt>
                <c:pt idx="57">
                  <c:v>114</c:v>
                </c:pt>
                <c:pt idx="58">
                  <c:v>116</c:v>
                </c:pt>
                <c:pt idx="59">
                  <c:v>118</c:v>
                </c:pt>
                <c:pt idx="60">
                  <c:v>120</c:v>
                </c:pt>
                <c:pt idx="61">
                  <c:v>122</c:v>
                </c:pt>
                <c:pt idx="62">
                  <c:v>124</c:v>
                </c:pt>
                <c:pt idx="63">
                  <c:v>126</c:v>
                </c:pt>
                <c:pt idx="64">
                  <c:v>128</c:v>
                </c:pt>
                <c:pt idx="65">
                  <c:v>130</c:v>
                </c:pt>
                <c:pt idx="66">
                  <c:v>132</c:v>
                </c:pt>
                <c:pt idx="67">
                  <c:v>134</c:v>
                </c:pt>
                <c:pt idx="68">
                  <c:v>136</c:v>
                </c:pt>
                <c:pt idx="69">
                  <c:v>138</c:v>
                </c:pt>
                <c:pt idx="70">
                  <c:v>140</c:v>
                </c:pt>
                <c:pt idx="71">
                  <c:v>142</c:v>
                </c:pt>
                <c:pt idx="72">
                  <c:v>144</c:v>
                </c:pt>
                <c:pt idx="73">
                  <c:v>146</c:v>
                </c:pt>
                <c:pt idx="74">
                  <c:v>148</c:v>
                </c:pt>
                <c:pt idx="75">
                  <c:v>150</c:v>
                </c:pt>
                <c:pt idx="76">
                  <c:v>152</c:v>
                </c:pt>
                <c:pt idx="77">
                  <c:v>154</c:v>
                </c:pt>
                <c:pt idx="78">
                  <c:v>156</c:v>
                </c:pt>
                <c:pt idx="79">
                  <c:v>158</c:v>
                </c:pt>
                <c:pt idx="80">
                  <c:v>160</c:v>
                </c:pt>
                <c:pt idx="81">
                  <c:v>162</c:v>
                </c:pt>
                <c:pt idx="82">
                  <c:v>164</c:v>
                </c:pt>
                <c:pt idx="83">
                  <c:v>166</c:v>
                </c:pt>
                <c:pt idx="84">
                  <c:v>168</c:v>
                </c:pt>
                <c:pt idx="85">
                  <c:v>170</c:v>
                </c:pt>
                <c:pt idx="86">
                  <c:v>172</c:v>
                </c:pt>
                <c:pt idx="87">
                  <c:v>174</c:v>
                </c:pt>
                <c:pt idx="88">
                  <c:v>176</c:v>
                </c:pt>
                <c:pt idx="89">
                  <c:v>178</c:v>
                </c:pt>
                <c:pt idx="90">
                  <c:v>180</c:v>
                </c:pt>
                <c:pt idx="91">
                  <c:v>182</c:v>
                </c:pt>
                <c:pt idx="92">
                  <c:v>184</c:v>
                </c:pt>
                <c:pt idx="93">
                  <c:v>186</c:v>
                </c:pt>
                <c:pt idx="94">
                  <c:v>188</c:v>
                </c:pt>
                <c:pt idx="95">
                  <c:v>190</c:v>
                </c:pt>
                <c:pt idx="96">
                  <c:v>192</c:v>
                </c:pt>
                <c:pt idx="97">
                  <c:v>194</c:v>
                </c:pt>
                <c:pt idx="98">
                  <c:v>196</c:v>
                </c:pt>
                <c:pt idx="99">
                  <c:v>198</c:v>
                </c:pt>
                <c:pt idx="100">
                  <c:v>200</c:v>
                </c:pt>
                <c:pt idx="101">
                  <c:v>202</c:v>
                </c:pt>
                <c:pt idx="102">
                  <c:v>204</c:v>
                </c:pt>
                <c:pt idx="103">
                  <c:v>206</c:v>
                </c:pt>
                <c:pt idx="104">
                  <c:v>208</c:v>
                </c:pt>
                <c:pt idx="105">
                  <c:v>210</c:v>
                </c:pt>
                <c:pt idx="106">
                  <c:v>212</c:v>
                </c:pt>
                <c:pt idx="107">
                  <c:v>214</c:v>
                </c:pt>
                <c:pt idx="108">
                  <c:v>216</c:v>
                </c:pt>
                <c:pt idx="109">
                  <c:v>218</c:v>
                </c:pt>
                <c:pt idx="110">
                  <c:v>220</c:v>
                </c:pt>
                <c:pt idx="111">
                  <c:v>222</c:v>
                </c:pt>
                <c:pt idx="112">
                  <c:v>224</c:v>
                </c:pt>
                <c:pt idx="113">
                  <c:v>226</c:v>
                </c:pt>
                <c:pt idx="114">
                  <c:v>228</c:v>
                </c:pt>
                <c:pt idx="115">
                  <c:v>230</c:v>
                </c:pt>
                <c:pt idx="116">
                  <c:v>232</c:v>
                </c:pt>
                <c:pt idx="117">
                  <c:v>234</c:v>
                </c:pt>
                <c:pt idx="118">
                  <c:v>236</c:v>
                </c:pt>
                <c:pt idx="119">
                  <c:v>238</c:v>
                </c:pt>
                <c:pt idx="120">
                  <c:v>240</c:v>
                </c:pt>
                <c:pt idx="121">
                  <c:v>242</c:v>
                </c:pt>
                <c:pt idx="122">
                  <c:v>244</c:v>
                </c:pt>
                <c:pt idx="123">
                  <c:v>246</c:v>
                </c:pt>
                <c:pt idx="124">
                  <c:v>248</c:v>
                </c:pt>
                <c:pt idx="125">
                  <c:v>250</c:v>
                </c:pt>
                <c:pt idx="126">
                  <c:v>252</c:v>
                </c:pt>
                <c:pt idx="127">
                  <c:v>254</c:v>
                </c:pt>
                <c:pt idx="128">
                  <c:v>256</c:v>
                </c:pt>
                <c:pt idx="129">
                  <c:v>258</c:v>
                </c:pt>
                <c:pt idx="130">
                  <c:v>260</c:v>
                </c:pt>
                <c:pt idx="131">
                  <c:v>262</c:v>
                </c:pt>
                <c:pt idx="132">
                  <c:v>264</c:v>
                </c:pt>
                <c:pt idx="133">
                  <c:v>266</c:v>
                </c:pt>
                <c:pt idx="134">
                  <c:v>268</c:v>
                </c:pt>
                <c:pt idx="135">
                  <c:v>270</c:v>
                </c:pt>
                <c:pt idx="136">
                  <c:v>272</c:v>
                </c:pt>
                <c:pt idx="137">
                  <c:v>274</c:v>
                </c:pt>
                <c:pt idx="138">
                  <c:v>276</c:v>
                </c:pt>
                <c:pt idx="139">
                  <c:v>278</c:v>
                </c:pt>
                <c:pt idx="140">
                  <c:v>280</c:v>
                </c:pt>
                <c:pt idx="141">
                  <c:v>282</c:v>
                </c:pt>
                <c:pt idx="142">
                  <c:v>284</c:v>
                </c:pt>
                <c:pt idx="143">
                  <c:v>286</c:v>
                </c:pt>
                <c:pt idx="144">
                  <c:v>288</c:v>
                </c:pt>
                <c:pt idx="145">
                  <c:v>290</c:v>
                </c:pt>
                <c:pt idx="146">
                  <c:v>292</c:v>
                </c:pt>
                <c:pt idx="147">
                  <c:v>294</c:v>
                </c:pt>
                <c:pt idx="148">
                  <c:v>296</c:v>
                </c:pt>
                <c:pt idx="149">
                  <c:v>298</c:v>
                </c:pt>
                <c:pt idx="150">
                  <c:v>300</c:v>
                </c:pt>
                <c:pt idx="151">
                  <c:v>302</c:v>
                </c:pt>
                <c:pt idx="152">
                  <c:v>304</c:v>
                </c:pt>
                <c:pt idx="153">
                  <c:v>306</c:v>
                </c:pt>
                <c:pt idx="154">
                  <c:v>308</c:v>
                </c:pt>
                <c:pt idx="155">
                  <c:v>310</c:v>
                </c:pt>
                <c:pt idx="156">
                  <c:v>312</c:v>
                </c:pt>
                <c:pt idx="157">
                  <c:v>314</c:v>
                </c:pt>
                <c:pt idx="158">
                  <c:v>316</c:v>
                </c:pt>
                <c:pt idx="159">
                  <c:v>318</c:v>
                </c:pt>
                <c:pt idx="160">
                  <c:v>320</c:v>
                </c:pt>
                <c:pt idx="161">
                  <c:v>322</c:v>
                </c:pt>
                <c:pt idx="162">
                  <c:v>324</c:v>
                </c:pt>
                <c:pt idx="163">
                  <c:v>326</c:v>
                </c:pt>
                <c:pt idx="164">
                  <c:v>328</c:v>
                </c:pt>
                <c:pt idx="165">
                  <c:v>330</c:v>
                </c:pt>
                <c:pt idx="166">
                  <c:v>332</c:v>
                </c:pt>
                <c:pt idx="167">
                  <c:v>334</c:v>
                </c:pt>
                <c:pt idx="168">
                  <c:v>336</c:v>
                </c:pt>
                <c:pt idx="169">
                  <c:v>338</c:v>
                </c:pt>
                <c:pt idx="170">
                  <c:v>340</c:v>
                </c:pt>
                <c:pt idx="171">
                  <c:v>342</c:v>
                </c:pt>
                <c:pt idx="172">
                  <c:v>344</c:v>
                </c:pt>
                <c:pt idx="173">
                  <c:v>346</c:v>
                </c:pt>
                <c:pt idx="174">
                  <c:v>348</c:v>
                </c:pt>
                <c:pt idx="175">
                  <c:v>350</c:v>
                </c:pt>
                <c:pt idx="176">
                  <c:v>352</c:v>
                </c:pt>
                <c:pt idx="177">
                  <c:v>354</c:v>
                </c:pt>
                <c:pt idx="178">
                  <c:v>356</c:v>
                </c:pt>
                <c:pt idx="179">
                  <c:v>358</c:v>
                </c:pt>
                <c:pt idx="180">
                  <c:v>360</c:v>
                </c:pt>
                <c:pt idx="181">
                  <c:v>362</c:v>
                </c:pt>
                <c:pt idx="182">
                  <c:v>364</c:v>
                </c:pt>
                <c:pt idx="183">
                  <c:v>366</c:v>
                </c:pt>
                <c:pt idx="184">
                  <c:v>368</c:v>
                </c:pt>
                <c:pt idx="185">
                  <c:v>370</c:v>
                </c:pt>
                <c:pt idx="186">
                  <c:v>372</c:v>
                </c:pt>
                <c:pt idx="187">
                  <c:v>374</c:v>
                </c:pt>
                <c:pt idx="188">
                  <c:v>376</c:v>
                </c:pt>
                <c:pt idx="189">
                  <c:v>378</c:v>
                </c:pt>
                <c:pt idx="190">
                  <c:v>380</c:v>
                </c:pt>
                <c:pt idx="191">
                  <c:v>382</c:v>
                </c:pt>
                <c:pt idx="192">
                  <c:v>384</c:v>
                </c:pt>
                <c:pt idx="193">
                  <c:v>386</c:v>
                </c:pt>
                <c:pt idx="194">
                  <c:v>388</c:v>
                </c:pt>
                <c:pt idx="195">
                  <c:v>390</c:v>
                </c:pt>
                <c:pt idx="196">
                  <c:v>392</c:v>
                </c:pt>
                <c:pt idx="197">
                  <c:v>394</c:v>
                </c:pt>
                <c:pt idx="198">
                  <c:v>396</c:v>
                </c:pt>
                <c:pt idx="199">
                  <c:v>398</c:v>
                </c:pt>
                <c:pt idx="200">
                  <c:v>400</c:v>
                </c:pt>
                <c:pt idx="201">
                  <c:v>402</c:v>
                </c:pt>
                <c:pt idx="202">
                  <c:v>404</c:v>
                </c:pt>
                <c:pt idx="203">
                  <c:v>406</c:v>
                </c:pt>
                <c:pt idx="204">
                  <c:v>408</c:v>
                </c:pt>
                <c:pt idx="205">
                  <c:v>410</c:v>
                </c:pt>
                <c:pt idx="206">
                  <c:v>412</c:v>
                </c:pt>
                <c:pt idx="207">
                  <c:v>414</c:v>
                </c:pt>
                <c:pt idx="208">
                  <c:v>416</c:v>
                </c:pt>
                <c:pt idx="209">
                  <c:v>418</c:v>
                </c:pt>
                <c:pt idx="210">
                  <c:v>420</c:v>
                </c:pt>
                <c:pt idx="211">
                  <c:v>422</c:v>
                </c:pt>
                <c:pt idx="212">
                  <c:v>424</c:v>
                </c:pt>
                <c:pt idx="213">
                  <c:v>426</c:v>
                </c:pt>
                <c:pt idx="214">
                  <c:v>428</c:v>
                </c:pt>
                <c:pt idx="215">
                  <c:v>430</c:v>
                </c:pt>
                <c:pt idx="216">
                  <c:v>432</c:v>
                </c:pt>
                <c:pt idx="217">
                  <c:v>434</c:v>
                </c:pt>
                <c:pt idx="218">
                  <c:v>436</c:v>
                </c:pt>
                <c:pt idx="219">
                  <c:v>438</c:v>
                </c:pt>
                <c:pt idx="220">
                  <c:v>440</c:v>
                </c:pt>
                <c:pt idx="221">
                  <c:v>442</c:v>
                </c:pt>
                <c:pt idx="222">
                  <c:v>444</c:v>
                </c:pt>
                <c:pt idx="223">
                  <c:v>446</c:v>
                </c:pt>
                <c:pt idx="224">
                  <c:v>448</c:v>
                </c:pt>
                <c:pt idx="225">
                  <c:v>450</c:v>
                </c:pt>
                <c:pt idx="226">
                  <c:v>452</c:v>
                </c:pt>
                <c:pt idx="227">
                  <c:v>454</c:v>
                </c:pt>
                <c:pt idx="228">
                  <c:v>456</c:v>
                </c:pt>
                <c:pt idx="229">
                  <c:v>458</c:v>
                </c:pt>
                <c:pt idx="230">
                  <c:v>460</c:v>
                </c:pt>
                <c:pt idx="231">
                  <c:v>462</c:v>
                </c:pt>
                <c:pt idx="232">
                  <c:v>464</c:v>
                </c:pt>
                <c:pt idx="233">
                  <c:v>466</c:v>
                </c:pt>
                <c:pt idx="234">
                  <c:v>468</c:v>
                </c:pt>
                <c:pt idx="235">
                  <c:v>470</c:v>
                </c:pt>
                <c:pt idx="236">
                  <c:v>472</c:v>
                </c:pt>
                <c:pt idx="237">
                  <c:v>474</c:v>
                </c:pt>
                <c:pt idx="238">
                  <c:v>476</c:v>
                </c:pt>
                <c:pt idx="239">
                  <c:v>478</c:v>
                </c:pt>
                <c:pt idx="240">
                  <c:v>480</c:v>
                </c:pt>
                <c:pt idx="241">
                  <c:v>482</c:v>
                </c:pt>
                <c:pt idx="242">
                  <c:v>484</c:v>
                </c:pt>
                <c:pt idx="243">
                  <c:v>486</c:v>
                </c:pt>
                <c:pt idx="244">
                  <c:v>488</c:v>
                </c:pt>
                <c:pt idx="245">
                  <c:v>490</c:v>
                </c:pt>
                <c:pt idx="246">
                  <c:v>492</c:v>
                </c:pt>
                <c:pt idx="247">
                  <c:v>494</c:v>
                </c:pt>
                <c:pt idx="248">
                  <c:v>496</c:v>
                </c:pt>
                <c:pt idx="249">
                  <c:v>498</c:v>
                </c:pt>
                <c:pt idx="250">
                  <c:v>500</c:v>
                </c:pt>
                <c:pt idx="251">
                  <c:v>502</c:v>
                </c:pt>
                <c:pt idx="252">
                  <c:v>504</c:v>
                </c:pt>
                <c:pt idx="253">
                  <c:v>506</c:v>
                </c:pt>
                <c:pt idx="254">
                  <c:v>508</c:v>
                </c:pt>
                <c:pt idx="255">
                  <c:v>510</c:v>
                </c:pt>
                <c:pt idx="256">
                  <c:v>512</c:v>
                </c:pt>
                <c:pt idx="257">
                  <c:v>514</c:v>
                </c:pt>
                <c:pt idx="258">
                  <c:v>516</c:v>
                </c:pt>
                <c:pt idx="259">
                  <c:v>518</c:v>
                </c:pt>
                <c:pt idx="260">
                  <c:v>520</c:v>
                </c:pt>
                <c:pt idx="261">
                  <c:v>522</c:v>
                </c:pt>
                <c:pt idx="262">
                  <c:v>524</c:v>
                </c:pt>
                <c:pt idx="263">
                  <c:v>526</c:v>
                </c:pt>
                <c:pt idx="264">
                  <c:v>528</c:v>
                </c:pt>
                <c:pt idx="265">
                  <c:v>530</c:v>
                </c:pt>
                <c:pt idx="266">
                  <c:v>532</c:v>
                </c:pt>
                <c:pt idx="267">
                  <c:v>534</c:v>
                </c:pt>
                <c:pt idx="268">
                  <c:v>536</c:v>
                </c:pt>
                <c:pt idx="269">
                  <c:v>538</c:v>
                </c:pt>
                <c:pt idx="270">
                  <c:v>540</c:v>
                </c:pt>
                <c:pt idx="271">
                  <c:v>542</c:v>
                </c:pt>
                <c:pt idx="272">
                  <c:v>544</c:v>
                </c:pt>
                <c:pt idx="273">
                  <c:v>546</c:v>
                </c:pt>
                <c:pt idx="274">
                  <c:v>548</c:v>
                </c:pt>
                <c:pt idx="275">
                  <c:v>550</c:v>
                </c:pt>
                <c:pt idx="276">
                  <c:v>552</c:v>
                </c:pt>
                <c:pt idx="277">
                  <c:v>554</c:v>
                </c:pt>
                <c:pt idx="278">
                  <c:v>556</c:v>
                </c:pt>
                <c:pt idx="279">
                  <c:v>558</c:v>
                </c:pt>
                <c:pt idx="280">
                  <c:v>560</c:v>
                </c:pt>
                <c:pt idx="281">
                  <c:v>562</c:v>
                </c:pt>
                <c:pt idx="282">
                  <c:v>564</c:v>
                </c:pt>
                <c:pt idx="283">
                  <c:v>566</c:v>
                </c:pt>
                <c:pt idx="284">
                  <c:v>568</c:v>
                </c:pt>
                <c:pt idx="285">
                  <c:v>570</c:v>
                </c:pt>
                <c:pt idx="286">
                  <c:v>572</c:v>
                </c:pt>
                <c:pt idx="287">
                  <c:v>574</c:v>
                </c:pt>
                <c:pt idx="288">
                  <c:v>576</c:v>
                </c:pt>
                <c:pt idx="289">
                  <c:v>578</c:v>
                </c:pt>
                <c:pt idx="290">
                  <c:v>580</c:v>
                </c:pt>
                <c:pt idx="291">
                  <c:v>582</c:v>
                </c:pt>
                <c:pt idx="292">
                  <c:v>584</c:v>
                </c:pt>
                <c:pt idx="293">
                  <c:v>586</c:v>
                </c:pt>
                <c:pt idx="294">
                  <c:v>588</c:v>
                </c:pt>
                <c:pt idx="295">
                  <c:v>590</c:v>
                </c:pt>
                <c:pt idx="296">
                  <c:v>592</c:v>
                </c:pt>
                <c:pt idx="297">
                  <c:v>594</c:v>
                </c:pt>
                <c:pt idx="298">
                  <c:v>596</c:v>
                </c:pt>
                <c:pt idx="299">
                  <c:v>598</c:v>
                </c:pt>
                <c:pt idx="300">
                  <c:v>600</c:v>
                </c:pt>
              </c:numCache>
            </c:numRef>
          </c:xVal>
          <c:yVal>
            <c:numRef>
              <c:f>'Chart Data'!$B$2:$B$302</c:f>
              <c:numCache>
                <c:formatCode>0.0</c:formatCode>
                <c:ptCount val="301"/>
                <c:pt idx="0">
                  <c:v>2.4</c:v>
                </c:pt>
                <c:pt idx="1">
                  <c:v>2.39970540636</c:v>
                </c:pt>
                <c:pt idx="2">
                  <c:v>2.39882668285</c:v>
                </c:pt>
                <c:pt idx="3">
                  <c:v>2.39737141557</c:v>
                </c:pt>
                <c:pt idx="4">
                  <c:v>2.39534719061</c:v>
                </c:pt>
                <c:pt idx="5">
                  <c:v>2.39276159409</c:v>
                </c:pt>
                <c:pt idx="6">
                  <c:v>2.38962221211</c:v>
                </c:pt>
                <c:pt idx="7">
                  <c:v>2.38593663076</c:v>
                </c:pt>
                <c:pt idx="8">
                  <c:v>2.38171243615</c:v>
                </c:pt>
                <c:pt idx="9">
                  <c:v>2.37695721438</c:v>
                </c:pt>
                <c:pt idx="10">
                  <c:v>2.37167855156</c:v>
                </c:pt>
                <c:pt idx="11">
                  <c:v>2.36588403378</c:v>
                </c:pt>
                <c:pt idx="12">
                  <c:v>2.35958124716</c:v>
                </c:pt>
                <c:pt idx="13">
                  <c:v>2.35277777778</c:v>
                </c:pt>
                <c:pt idx="14">
                  <c:v>2.34548121175</c:v>
                </c:pt>
                <c:pt idx="15">
                  <c:v>2.33769913518</c:v>
                </c:pt>
                <c:pt idx="16">
                  <c:v>2.32943913417</c:v>
                </c:pt>
                <c:pt idx="17">
                  <c:v>2.32070879482</c:v>
                </c:pt>
                <c:pt idx="18">
                  <c:v>2.31151570323</c:v>
                </c:pt>
                <c:pt idx="19">
                  <c:v>2.30186744551</c:v>
                </c:pt>
                <c:pt idx="20">
                  <c:v>2.29177160775</c:v>
                </c:pt>
                <c:pt idx="21">
                  <c:v>2.28123577606</c:v>
                </c:pt>
                <c:pt idx="22">
                  <c:v>2.27026753654</c:v>
                </c:pt>
                <c:pt idx="23">
                  <c:v>2.25887447529</c:v>
                </c:pt>
                <c:pt idx="24">
                  <c:v>2.24706417843</c:v>
                </c:pt>
                <c:pt idx="25">
                  <c:v>2.23484423203</c:v>
                </c:pt>
                <c:pt idx="26">
                  <c:v>2.22222222222</c:v>
                </c:pt>
                <c:pt idx="27">
                  <c:v>2.20920573509</c:v>
                </c:pt>
                <c:pt idx="28">
                  <c:v>2.19580235675</c:v>
                </c:pt>
                <c:pt idx="29">
                  <c:v>2.18201967329</c:v>
                </c:pt>
                <c:pt idx="30">
                  <c:v>2.16786527082</c:v>
                </c:pt>
                <c:pt idx="31">
                  <c:v>2.15334673545</c:v>
                </c:pt>
                <c:pt idx="32">
                  <c:v>2.13847165326</c:v>
                </c:pt>
                <c:pt idx="33">
                  <c:v>2.12324761038</c:v>
                </c:pt>
                <c:pt idx="34">
                  <c:v>2.10768219289</c:v>
                </c:pt>
                <c:pt idx="35">
                  <c:v>2.0917829869</c:v>
                </c:pt>
                <c:pt idx="36">
                  <c:v>2.07555757852</c:v>
                </c:pt>
                <c:pt idx="37">
                  <c:v>2.05901355384</c:v>
                </c:pt>
                <c:pt idx="38">
                  <c:v>2.04215849896</c:v>
                </c:pt>
                <c:pt idx="39">
                  <c:v>2.025</c:v>
                </c:pt>
                <c:pt idx="40">
                  <c:v>2.00754564305</c:v>
                </c:pt>
                <c:pt idx="41">
                  <c:v>1.98980301421</c:v>
                </c:pt>
                <c:pt idx="42">
                  <c:v>1.97177969959</c:v>
                </c:pt>
                <c:pt idx="43">
                  <c:v>1.95348328529</c:v>
                </c:pt>
                <c:pt idx="44">
                  <c:v>1.93492135741</c:v>
                </c:pt>
                <c:pt idx="45">
                  <c:v>1.91610150205</c:v>
                </c:pt>
                <c:pt idx="46">
                  <c:v>1.89703130532</c:v>
                </c:pt>
                <c:pt idx="47">
                  <c:v>1.87771835331</c:v>
                </c:pt>
                <c:pt idx="48">
                  <c:v>1.85817023213</c:v>
                </c:pt>
                <c:pt idx="49">
                  <c:v>1.83839452789</c:v>
                </c:pt>
                <c:pt idx="50">
                  <c:v>1.81839882668</c:v>
                </c:pt>
                <c:pt idx="51">
                  <c:v>1.79819071461</c:v>
                </c:pt>
                <c:pt idx="52">
                  <c:v>1.77777777778</c:v>
                </c:pt>
                <c:pt idx="53">
                  <c:v>1.75716760229</c:v>
                </c:pt>
                <c:pt idx="54">
                  <c:v>1.73636777424</c:v>
                </c:pt>
                <c:pt idx="55">
                  <c:v>1.71538587973</c:v>
                </c:pt>
                <c:pt idx="56">
                  <c:v>1.69422950488</c:v>
                </c:pt>
                <c:pt idx="57">
                  <c:v>1.67290623578</c:v>
                </c:pt>
                <c:pt idx="58">
                  <c:v>1.65142365852</c:v>
                </c:pt>
                <c:pt idx="59">
                  <c:v>1.62978935923</c:v>
                </c:pt>
                <c:pt idx="60">
                  <c:v>1.60801092399</c:v>
                </c:pt>
                <c:pt idx="61">
                  <c:v>1.58609593891</c:v>
                </c:pt>
                <c:pt idx="62">
                  <c:v>1.56405199009</c:v>
                </c:pt>
                <c:pt idx="63">
                  <c:v>1.54188666363</c:v>
                </c:pt>
                <c:pt idx="64">
                  <c:v>1.51960754564</c:v>
                </c:pt>
                <c:pt idx="65">
                  <c:v>1.49722222222</c:v>
                </c:pt>
                <c:pt idx="66">
                  <c:v>1.47473827947</c:v>
                </c:pt>
                <c:pt idx="67">
                  <c:v>1.45216330349</c:v>
                </c:pt>
                <c:pt idx="68">
                  <c:v>1.42950488039</c:v>
                </c:pt>
                <c:pt idx="69">
                  <c:v>1.40677059627</c:v>
                </c:pt>
                <c:pt idx="70">
                  <c:v>1.38396803722</c:v>
                </c:pt>
                <c:pt idx="71">
                  <c:v>1.36110478936</c:v>
                </c:pt>
                <c:pt idx="72">
                  <c:v>1.33818843878</c:v>
                </c:pt>
                <c:pt idx="73">
                  <c:v>1.31522657159</c:v>
                </c:pt>
                <c:pt idx="74">
                  <c:v>1.29222677388</c:v>
                </c:pt>
                <c:pt idx="75">
                  <c:v>1.26919663177</c:v>
                </c:pt>
                <c:pt idx="76">
                  <c:v>1.24614373135</c:v>
                </c:pt>
                <c:pt idx="77">
                  <c:v>1.22307565873</c:v>
                </c:pt>
                <c:pt idx="78">
                  <c:v>1.2</c:v>
                </c:pt>
                <c:pt idx="79">
                  <c:v>1.17692434127</c:v>
                </c:pt>
                <c:pt idx="80">
                  <c:v>1.15385626865</c:v>
                </c:pt>
                <c:pt idx="81">
                  <c:v>1.13080336823</c:v>
                </c:pt>
                <c:pt idx="82">
                  <c:v>1.10777322612</c:v>
                </c:pt>
                <c:pt idx="83">
                  <c:v>1.08477342841</c:v>
                </c:pt>
                <c:pt idx="84">
                  <c:v>1.06181156122</c:v>
                </c:pt>
                <c:pt idx="85">
                  <c:v>1.03889521064</c:v>
                </c:pt>
                <c:pt idx="86">
                  <c:v>1.01603196278</c:v>
                </c:pt>
                <c:pt idx="87">
                  <c:v>0.993229403732</c:v>
                </c:pt>
                <c:pt idx="88">
                  <c:v>0.970495119608</c:v>
                </c:pt>
                <c:pt idx="89">
                  <c:v>0.947836696505</c:v>
                </c:pt>
                <c:pt idx="90">
                  <c:v>0.925261720528</c:v>
                </c:pt>
                <c:pt idx="91">
                  <c:v>0.902777777778</c:v>
                </c:pt>
                <c:pt idx="92">
                  <c:v>0.880392454357</c:v>
                </c:pt>
                <c:pt idx="93">
                  <c:v>0.858113336368</c:v>
                </c:pt>
                <c:pt idx="94">
                  <c:v>0.835948009913</c:v>
                </c:pt>
                <c:pt idx="95">
                  <c:v>0.813904061093</c:v>
                </c:pt>
                <c:pt idx="96">
                  <c:v>0.791989076013</c:v>
                </c:pt>
                <c:pt idx="97">
                  <c:v>0.770210640773</c:v>
                </c:pt>
                <c:pt idx="98">
                  <c:v>0.748576341476</c:v>
                </c:pt>
                <c:pt idx="99">
                  <c:v>0.727093764224</c:v>
                </c:pt>
                <c:pt idx="100">
                  <c:v>0.70577049512</c:v>
                </c:pt>
                <c:pt idx="101">
                  <c:v>0.684614120265</c:v>
                </c:pt>
                <c:pt idx="102">
                  <c:v>0.663632225762</c:v>
                </c:pt>
                <c:pt idx="103">
                  <c:v>0.642832397714</c:v>
                </c:pt>
                <c:pt idx="104">
                  <c:v>0.622222222222</c:v>
                </c:pt>
                <c:pt idx="105">
                  <c:v>0.601809285389</c:v>
                </c:pt>
                <c:pt idx="106">
                  <c:v>0.581601173317</c:v>
                </c:pt>
                <c:pt idx="107">
                  <c:v>0.561605472108</c:v>
                </c:pt>
                <c:pt idx="108">
                  <c:v>0.541829767865</c:v>
                </c:pt>
                <c:pt idx="109">
                  <c:v>0.52228164669</c:v>
                </c:pt>
                <c:pt idx="110">
                  <c:v>0.502968694685</c:v>
                </c:pt>
                <c:pt idx="111">
                  <c:v>0.483898497952</c:v>
                </c:pt>
                <c:pt idx="112">
                  <c:v>0.465078642593</c:v>
                </c:pt>
                <c:pt idx="113">
                  <c:v>0.446516714712</c:v>
                </c:pt>
                <c:pt idx="114">
                  <c:v>0.42822030041</c:v>
                </c:pt>
                <c:pt idx="115">
                  <c:v>0.410196985789</c:v>
                </c:pt>
                <c:pt idx="116">
                  <c:v>0.392454356951</c:v>
                </c:pt>
                <c:pt idx="117">
                  <c:v>0.375</c:v>
                </c:pt>
                <c:pt idx="118">
                  <c:v>0.357841501037</c:v>
                </c:pt>
                <c:pt idx="119">
                  <c:v>0.340986446164</c:v>
                </c:pt>
                <c:pt idx="120">
                  <c:v>0.324442421484</c:v>
                </c:pt>
                <c:pt idx="121">
                  <c:v>0.308217013099</c:v>
                </c:pt>
                <c:pt idx="122">
                  <c:v>0.292317807111</c:v>
                </c:pt>
                <c:pt idx="123">
                  <c:v>0.276752389622</c:v>
                </c:pt>
                <c:pt idx="124">
                  <c:v>0.261528346735</c:v>
                </c:pt>
                <c:pt idx="125">
                  <c:v>0.246653264553</c:v>
                </c:pt>
                <c:pt idx="126">
                  <c:v>0.232134729176</c:v>
                </c:pt>
                <c:pt idx="127">
                  <c:v>0.217980326708</c:v>
                </c:pt>
                <c:pt idx="128">
                  <c:v>0.204197643251</c:v>
                </c:pt>
                <c:pt idx="129">
                  <c:v>0.190794264907</c:v>
                </c:pt>
                <c:pt idx="130">
                  <c:v>0.177777777778</c:v>
                </c:pt>
                <c:pt idx="131">
                  <c:v>0.165155767966</c:v>
                </c:pt>
                <c:pt idx="132">
                  <c:v>0.152935821575</c:v>
                </c:pt>
                <c:pt idx="133">
                  <c:v>0.141125524705</c:v>
                </c:pt>
                <c:pt idx="134">
                  <c:v>0.12973246346</c:v>
                </c:pt>
                <c:pt idx="135">
                  <c:v>0.118764223942</c:v>
                </c:pt>
                <c:pt idx="136">
                  <c:v>0.108228392252</c:v>
                </c:pt>
                <c:pt idx="137">
                  <c:v>0.0981325544935</c:v>
                </c:pt>
                <c:pt idx="138">
                  <c:v>0.0884842967683</c:v>
                </c:pt>
                <c:pt idx="139">
                  <c:v>0.0792912051788</c:v>
                </c:pt>
                <c:pt idx="140">
                  <c:v>0.0705608658271</c:v>
                </c:pt>
                <c:pt idx="141">
                  <c:v>0.0623008648157</c:v>
                </c:pt>
                <c:pt idx="142">
                  <c:v>0.0545187882466</c:v>
                </c:pt>
                <c:pt idx="143">
                  <c:v>0.0472222222222</c:v>
                </c:pt>
                <c:pt idx="144">
                  <c:v>0.0404187528448</c:v>
                </c:pt>
                <c:pt idx="145">
                  <c:v>0.0341159662166</c:v>
                </c:pt>
                <c:pt idx="146">
                  <c:v>0.0283214484398</c:v>
                </c:pt>
                <c:pt idx="147">
                  <c:v>0.0230427856168</c:v>
                </c:pt>
                <c:pt idx="148">
                  <c:v>0.0182875638497</c:v>
                </c:pt>
                <c:pt idx="149">
                  <c:v>0.0140633692409</c:v>
                </c:pt>
                <c:pt idx="150">
                  <c:v>0.0103777878926</c:v>
                </c:pt>
                <c:pt idx="151">
                  <c:v>0.00723840590704</c:v>
                </c:pt>
                <c:pt idx="152">
                  <c:v>0.00465280938654</c:v>
                </c:pt>
                <c:pt idx="153">
                  <c:v>0.00262858443332</c:v>
                </c:pt>
                <c:pt idx="154">
                  <c:v>0.00117331714965</c:v>
                </c:pt>
                <c:pt idx="155">
                  <c:v>0.000294593637789</c:v>
                </c:pt>
                <c:pt idx="156">
                  <c:v>0</c:v>
                </c:pt>
                <c:pt idx="157">
                  <c:v>0</c:v>
                </c:pt>
                <c:pt idx="158">
                  <c:v>0</c:v>
                </c:pt>
                <c:pt idx="159">
                  <c:v>0</c:v>
                </c:pt>
                <c:pt idx="160">
                  <c:v>0</c:v>
                </c:pt>
                <c:pt idx="161">
                  <c:v>0</c:v>
                </c:pt>
                <c:pt idx="162">
                  <c:v>0</c:v>
                </c:pt>
                <c:pt idx="163">
                  <c:v>0</c:v>
                </c:pt>
                <c:pt idx="164">
                  <c:v>0</c:v>
                </c:pt>
                <c:pt idx="165">
                  <c:v>0</c:v>
                </c:pt>
                <c:pt idx="166">
                  <c:v>0</c:v>
                </c:pt>
                <c:pt idx="167">
                  <c:v>0</c:v>
                </c:pt>
                <c:pt idx="168">
                  <c:v>0</c:v>
                </c:pt>
                <c:pt idx="169">
                  <c:v>0</c:v>
                </c:pt>
                <c:pt idx="170">
                  <c:v>0</c:v>
                </c:pt>
                <c:pt idx="171">
                  <c:v>0</c:v>
                </c:pt>
                <c:pt idx="172">
                  <c:v>0</c:v>
                </c:pt>
                <c:pt idx="173">
                  <c:v>0</c:v>
                </c:pt>
                <c:pt idx="174">
                  <c:v>0</c:v>
                </c:pt>
                <c:pt idx="175">
                  <c:v>0</c:v>
                </c:pt>
                <c:pt idx="176">
                  <c:v>0</c:v>
                </c:pt>
                <c:pt idx="177">
                  <c:v>0</c:v>
                </c:pt>
                <c:pt idx="178">
                  <c:v>0</c:v>
                </c:pt>
                <c:pt idx="179">
                  <c:v>0</c:v>
                </c:pt>
                <c:pt idx="180">
                  <c:v>0</c:v>
                </c:pt>
                <c:pt idx="181">
                  <c:v>0</c:v>
                </c:pt>
                <c:pt idx="182">
                  <c:v>0</c:v>
                </c:pt>
                <c:pt idx="183">
                  <c:v>0</c:v>
                </c:pt>
                <c:pt idx="184">
                  <c:v>0</c:v>
                </c:pt>
                <c:pt idx="185">
                  <c:v>0</c:v>
                </c:pt>
                <c:pt idx="186">
                  <c:v>0</c:v>
                </c:pt>
                <c:pt idx="187">
                  <c:v>0</c:v>
                </c:pt>
                <c:pt idx="188">
                  <c:v>0</c:v>
                </c:pt>
                <c:pt idx="189">
                  <c:v>0</c:v>
                </c:pt>
                <c:pt idx="190">
                  <c:v>0</c:v>
                </c:pt>
                <c:pt idx="191">
                  <c:v>0</c:v>
                </c:pt>
                <c:pt idx="192">
                  <c:v>0</c:v>
                </c:pt>
                <c:pt idx="193">
                  <c:v>0</c:v>
                </c:pt>
                <c:pt idx="194">
                  <c:v>0</c:v>
                </c:pt>
                <c:pt idx="195">
                  <c:v>0</c:v>
                </c:pt>
                <c:pt idx="196">
                  <c:v>0</c:v>
                </c:pt>
                <c:pt idx="197">
                  <c:v>0</c:v>
                </c:pt>
                <c:pt idx="198">
                  <c:v>0</c:v>
                </c:pt>
                <c:pt idx="199">
                  <c:v>0</c:v>
                </c:pt>
                <c:pt idx="200">
                  <c:v>0</c:v>
                </c:pt>
                <c:pt idx="201">
                  <c:v>0</c:v>
                </c:pt>
                <c:pt idx="202">
                  <c:v>0</c:v>
                </c:pt>
                <c:pt idx="203">
                  <c:v>0</c:v>
                </c:pt>
                <c:pt idx="204">
                  <c:v>0</c:v>
                </c:pt>
                <c:pt idx="205">
                  <c:v>0</c:v>
                </c:pt>
                <c:pt idx="206">
                  <c:v>0</c:v>
                </c:pt>
                <c:pt idx="207">
                  <c:v>0</c:v>
                </c:pt>
                <c:pt idx="208">
                  <c:v>0</c:v>
                </c:pt>
                <c:pt idx="209">
                  <c:v>0</c:v>
                </c:pt>
                <c:pt idx="210">
                  <c:v>0</c:v>
                </c:pt>
                <c:pt idx="211">
                  <c:v>0</c:v>
                </c:pt>
                <c:pt idx="212">
                  <c:v>0</c:v>
                </c:pt>
                <c:pt idx="213">
                  <c:v>0</c:v>
                </c:pt>
                <c:pt idx="214">
                  <c:v>0</c:v>
                </c:pt>
                <c:pt idx="215">
                  <c:v>0</c:v>
                </c:pt>
                <c:pt idx="216">
                  <c:v>0</c:v>
                </c:pt>
                <c:pt idx="217">
                  <c:v>0</c:v>
                </c:pt>
                <c:pt idx="218">
                  <c:v>0</c:v>
                </c:pt>
                <c:pt idx="219">
                  <c:v>0</c:v>
                </c:pt>
                <c:pt idx="220">
                  <c:v>0</c:v>
                </c:pt>
                <c:pt idx="221">
                  <c:v>0</c:v>
                </c:pt>
                <c:pt idx="222">
                  <c:v>0</c:v>
                </c:pt>
                <c:pt idx="223">
                  <c:v>0</c:v>
                </c:pt>
                <c:pt idx="224">
                  <c:v>0</c:v>
                </c:pt>
                <c:pt idx="225">
                  <c:v>0</c:v>
                </c:pt>
                <c:pt idx="226">
                  <c:v>0</c:v>
                </c:pt>
                <c:pt idx="227">
                  <c:v>0</c:v>
                </c:pt>
                <c:pt idx="228">
                  <c:v>0</c:v>
                </c:pt>
                <c:pt idx="229">
                  <c:v>0</c:v>
                </c:pt>
                <c:pt idx="230">
                  <c:v>0</c:v>
                </c:pt>
                <c:pt idx="231">
                  <c:v>0</c:v>
                </c:pt>
                <c:pt idx="232">
                  <c:v>0</c:v>
                </c:pt>
                <c:pt idx="233">
                  <c:v>0</c:v>
                </c:pt>
                <c:pt idx="234">
                  <c:v>0</c:v>
                </c:pt>
                <c:pt idx="235">
                  <c:v>0</c:v>
                </c:pt>
                <c:pt idx="236">
                  <c:v>0</c:v>
                </c:pt>
                <c:pt idx="237">
                  <c:v>0</c:v>
                </c:pt>
                <c:pt idx="238">
                  <c:v>0</c:v>
                </c:pt>
                <c:pt idx="239">
                  <c:v>0</c:v>
                </c:pt>
                <c:pt idx="240">
                  <c:v>0</c:v>
                </c:pt>
                <c:pt idx="241">
                  <c:v>0</c:v>
                </c:pt>
                <c:pt idx="242">
                  <c:v>0</c:v>
                </c:pt>
                <c:pt idx="243">
                  <c:v>0</c:v>
                </c:pt>
                <c:pt idx="244">
                  <c:v>0</c:v>
                </c:pt>
                <c:pt idx="245">
                  <c:v>0</c:v>
                </c:pt>
                <c:pt idx="246">
                  <c:v>0</c:v>
                </c:pt>
                <c:pt idx="247">
                  <c:v>0</c:v>
                </c:pt>
                <c:pt idx="248">
                  <c:v>0</c:v>
                </c:pt>
                <c:pt idx="249">
                  <c:v>0</c:v>
                </c:pt>
                <c:pt idx="250">
                  <c:v>0</c:v>
                </c:pt>
                <c:pt idx="251">
                  <c:v>0</c:v>
                </c:pt>
                <c:pt idx="252">
                  <c:v>0</c:v>
                </c:pt>
                <c:pt idx="253">
                  <c:v>0</c:v>
                </c:pt>
                <c:pt idx="254">
                  <c:v>0</c:v>
                </c:pt>
                <c:pt idx="255">
                  <c:v>0</c:v>
                </c:pt>
                <c:pt idx="256">
                  <c:v>0</c:v>
                </c:pt>
                <c:pt idx="257">
                  <c:v>0</c:v>
                </c:pt>
                <c:pt idx="258">
                  <c:v>0</c:v>
                </c:pt>
                <c:pt idx="259">
                  <c:v>0</c:v>
                </c:pt>
                <c:pt idx="260">
                  <c:v>0</c:v>
                </c:pt>
                <c:pt idx="261">
                  <c:v>0</c:v>
                </c:pt>
                <c:pt idx="262">
                  <c:v>0</c:v>
                </c:pt>
                <c:pt idx="263">
                  <c:v>0</c:v>
                </c:pt>
                <c:pt idx="264">
                  <c:v>0</c:v>
                </c:pt>
                <c:pt idx="265">
                  <c:v>0</c:v>
                </c:pt>
                <c:pt idx="266">
                  <c:v>0</c:v>
                </c:pt>
                <c:pt idx="267">
                  <c:v>0</c:v>
                </c:pt>
                <c:pt idx="268">
                  <c:v>0</c:v>
                </c:pt>
                <c:pt idx="269">
                  <c:v>0</c:v>
                </c:pt>
                <c:pt idx="270">
                  <c:v>0</c:v>
                </c:pt>
                <c:pt idx="271">
                  <c:v>0</c:v>
                </c:pt>
                <c:pt idx="272">
                  <c:v>0</c:v>
                </c:pt>
                <c:pt idx="273">
                  <c:v>0</c:v>
                </c:pt>
                <c:pt idx="274">
                  <c:v>0</c:v>
                </c:pt>
                <c:pt idx="275">
                  <c:v>0</c:v>
                </c:pt>
                <c:pt idx="276">
                  <c:v>0</c:v>
                </c:pt>
                <c:pt idx="277">
                  <c:v>0</c:v>
                </c:pt>
                <c:pt idx="278">
                  <c:v>0</c:v>
                </c:pt>
                <c:pt idx="279">
                  <c:v>0</c:v>
                </c:pt>
                <c:pt idx="280">
                  <c:v>0</c:v>
                </c:pt>
                <c:pt idx="281">
                  <c:v>0</c:v>
                </c:pt>
                <c:pt idx="282">
                  <c:v>0</c:v>
                </c:pt>
                <c:pt idx="283">
                  <c:v>0</c:v>
                </c:pt>
                <c:pt idx="284">
                  <c:v>0</c:v>
                </c:pt>
                <c:pt idx="285">
                  <c:v>0</c:v>
                </c:pt>
                <c:pt idx="286">
                  <c:v>0</c:v>
                </c:pt>
                <c:pt idx="287">
                  <c:v>0</c:v>
                </c:pt>
                <c:pt idx="288">
                  <c:v>0</c:v>
                </c:pt>
                <c:pt idx="289">
                  <c:v>0</c:v>
                </c:pt>
                <c:pt idx="290">
                  <c:v>0</c:v>
                </c:pt>
                <c:pt idx="291">
                  <c:v>0</c:v>
                </c:pt>
                <c:pt idx="292">
                  <c:v>0</c:v>
                </c:pt>
                <c:pt idx="293">
                  <c:v>0</c:v>
                </c:pt>
                <c:pt idx="294">
                  <c:v>0</c:v>
                </c:pt>
                <c:pt idx="295">
                  <c:v>0</c:v>
                </c:pt>
                <c:pt idx="296">
                  <c:v>0</c:v>
                </c:pt>
                <c:pt idx="297">
                  <c:v>0</c:v>
                </c:pt>
                <c:pt idx="298">
                  <c:v>0</c:v>
                </c:pt>
                <c:pt idx="299">
                  <c:v>0</c:v>
                </c:pt>
                <c:pt idx="300">
                  <c:v>0</c:v>
                </c:pt>
              </c:numCache>
            </c:numRef>
          </c:yVal>
        </c:ser>
        <c:ser>
          <c:idx val="1"/>
          <c:order val="1"/>
          <c:tx>
            <c:v>原子位置</c:v>
          </c:tx>
          <c:spPr>
            <a:solidFill xmlns:a="http://schemas.openxmlformats.org/drawingml/2006/main">
              <a:srgbClr val="17679B"/>
            </a:solidFill>
            <a:ln xmlns:a="http://schemas.openxmlformats.org/drawingml/2006/main" w="24765">
              <a:solidFill>
                <a:srgbClr val="17679B"/>
              </a:solidFill>
            </a:ln>
          </c:spPr>
          <c:marker>
            <c:symbol val="none"/>
            <c:size val="4"/>
          </c:marker>
          <c:xVal>
            <c:numRef>
              <c:f>'Chart Data'!$C$2:$C$302</c:f>
              <c:numCache>
                <c:formatCode>General</c:formatCode>
                <c:ptCount val="301"/>
                <c:pt idx="0">
                  <c:v>0</c:v>
                </c:pt>
                <c:pt idx="1">
                  <c:v>2</c:v>
                </c:pt>
                <c:pt idx="2">
                  <c:v>4</c:v>
                </c:pt>
                <c:pt idx="3">
                  <c:v>6</c:v>
                </c:pt>
                <c:pt idx="4">
                  <c:v>8</c:v>
                </c:pt>
                <c:pt idx="5">
                  <c:v>10</c:v>
                </c:pt>
                <c:pt idx="6">
                  <c:v>12</c:v>
                </c:pt>
                <c:pt idx="7">
                  <c:v>14</c:v>
                </c:pt>
                <c:pt idx="8">
                  <c:v>16</c:v>
                </c:pt>
                <c:pt idx="9">
                  <c:v>18</c:v>
                </c:pt>
                <c:pt idx="10">
                  <c:v>20</c:v>
                </c:pt>
                <c:pt idx="11">
                  <c:v>22</c:v>
                </c:pt>
                <c:pt idx="12">
                  <c:v>24</c:v>
                </c:pt>
                <c:pt idx="13">
                  <c:v>26</c:v>
                </c:pt>
                <c:pt idx="14">
                  <c:v>28</c:v>
                </c:pt>
                <c:pt idx="15">
                  <c:v>30</c:v>
                </c:pt>
                <c:pt idx="16">
                  <c:v>32</c:v>
                </c:pt>
                <c:pt idx="17">
                  <c:v>34</c:v>
                </c:pt>
                <c:pt idx="18">
                  <c:v>36</c:v>
                </c:pt>
                <c:pt idx="19">
                  <c:v>38</c:v>
                </c:pt>
                <c:pt idx="20">
                  <c:v>40</c:v>
                </c:pt>
                <c:pt idx="21">
                  <c:v>42</c:v>
                </c:pt>
                <c:pt idx="22">
                  <c:v>44</c:v>
                </c:pt>
                <c:pt idx="23">
                  <c:v>46</c:v>
                </c:pt>
                <c:pt idx="24">
                  <c:v>48</c:v>
                </c:pt>
                <c:pt idx="25">
                  <c:v>50</c:v>
                </c:pt>
                <c:pt idx="26">
                  <c:v>52</c:v>
                </c:pt>
                <c:pt idx="27">
                  <c:v>54</c:v>
                </c:pt>
                <c:pt idx="28">
                  <c:v>56</c:v>
                </c:pt>
                <c:pt idx="29">
                  <c:v>58</c:v>
                </c:pt>
                <c:pt idx="30">
                  <c:v>60</c:v>
                </c:pt>
                <c:pt idx="31">
                  <c:v>62</c:v>
                </c:pt>
                <c:pt idx="32">
                  <c:v>64</c:v>
                </c:pt>
                <c:pt idx="33">
                  <c:v>66</c:v>
                </c:pt>
                <c:pt idx="34">
                  <c:v>68</c:v>
                </c:pt>
                <c:pt idx="35">
                  <c:v>70</c:v>
                </c:pt>
                <c:pt idx="36">
                  <c:v>72</c:v>
                </c:pt>
                <c:pt idx="37">
                  <c:v>74</c:v>
                </c:pt>
                <c:pt idx="38">
                  <c:v>76</c:v>
                </c:pt>
                <c:pt idx="39">
                  <c:v>78</c:v>
                </c:pt>
                <c:pt idx="40">
                  <c:v>80</c:v>
                </c:pt>
                <c:pt idx="41">
                  <c:v>82</c:v>
                </c:pt>
                <c:pt idx="42">
                  <c:v>84</c:v>
                </c:pt>
                <c:pt idx="43">
                  <c:v>86</c:v>
                </c:pt>
                <c:pt idx="44">
                  <c:v>88</c:v>
                </c:pt>
                <c:pt idx="45">
                  <c:v>90</c:v>
                </c:pt>
                <c:pt idx="46">
                  <c:v>92</c:v>
                </c:pt>
                <c:pt idx="47">
                  <c:v>94</c:v>
                </c:pt>
                <c:pt idx="48">
                  <c:v>96</c:v>
                </c:pt>
                <c:pt idx="49">
                  <c:v>98</c:v>
                </c:pt>
                <c:pt idx="50">
                  <c:v>100</c:v>
                </c:pt>
                <c:pt idx="51">
                  <c:v>102</c:v>
                </c:pt>
                <c:pt idx="52">
                  <c:v>104</c:v>
                </c:pt>
                <c:pt idx="53">
                  <c:v>106</c:v>
                </c:pt>
                <c:pt idx="54">
                  <c:v>108</c:v>
                </c:pt>
                <c:pt idx="55">
                  <c:v>110</c:v>
                </c:pt>
                <c:pt idx="56">
                  <c:v>112</c:v>
                </c:pt>
                <c:pt idx="57">
                  <c:v>114</c:v>
                </c:pt>
                <c:pt idx="58">
                  <c:v>116</c:v>
                </c:pt>
                <c:pt idx="59">
                  <c:v>118</c:v>
                </c:pt>
                <c:pt idx="60">
                  <c:v>120</c:v>
                </c:pt>
                <c:pt idx="61">
                  <c:v>122</c:v>
                </c:pt>
                <c:pt idx="62">
                  <c:v>124</c:v>
                </c:pt>
                <c:pt idx="63">
                  <c:v>126</c:v>
                </c:pt>
                <c:pt idx="64">
                  <c:v>128</c:v>
                </c:pt>
                <c:pt idx="65">
                  <c:v>130</c:v>
                </c:pt>
                <c:pt idx="66">
                  <c:v>132</c:v>
                </c:pt>
                <c:pt idx="67">
                  <c:v>134</c:v>
                </c:pt>
                <c:pt idx="68">
                  <c:v>136</c:v>
                </c:pt>
                <c:pt idx="69">
                  <c:v>138</c:v>
                </c:pt>
                <c:pt idx="70">
                  <c:v>140</c:v>
                </c:pt>
                <c:pt idx="71">
                  <c:v>142</c:v>
                </c:pt>
                <c:pt idx="72">
                  <c:v>144</c:v>
                </c:pt>
                <c:pt idx="73">
                  <c:v>146</c:v>
                </c:pt>
                <c:pt idx="74">
                  <c:v>148</c:v>
                </c:pt>
                <c:pt idx="75">
                  <c:v>150</c:v>
                </c:pt>
                <c:pt idx="76">
                  <c:v>152</c:v>
                </c:pt>
                <c:pt idx="77">
                  <c:v>154</c:v>
                </c:pt>
                <c:pt idx="78">
                  <c:v>156</c:v>
                </c:pt>
                <c:pt idx="79">
                  <c:v>158</c:v>
                </c:pt>
                <c:pt idx="80">
                  <c:v>160</c:v>
                </c:pt>
                <c:pt idx="81">
                  <c:v>162</c:v>
                </c:pt>
                <c:pt idx="82">
                  <c:v>164</c:v>
                </c:pt>
                <c:pt idx="83">
                  <c:v>166</c:v>
                </c:pt>
                <c:pt idx="84">
                  <c:v>168</c:v>
                </c:pt>
                <c:pt idx="85">
                  <c:v>170</c:v>
                </c:pt>
                <c:pt idx="86">
                  <c:v>172</c:v>
                </c:pt>
                <c:pt idx="87">
                  <c:v>174</c:v>
                </c:pt>
                <c:pt idx="88">
                  <c:v>176</c:v>
                </c:pt>
                <c:pt idx="89">
                  <c:v>178</c:v>
                </c:pt>
                <c:pt idx="90">
                  <c:v>180</c:v>
                </c:pt>
                <c:pt idx="91">
                  <c:v>182</c:v>
                </c:pt>
                <c:pt idx="92">
                  <c:v>184</c:v>
                </c:pt>
                <c:pt idx="93">
                  <c:v>186</c:v>
                </c:pt>
                <c:pt idx="94">
                  <c:v>188</c:v>
                </c:pt>
                <c:pt idx="95">
                  <c:v>190</c:v>
                </c:pt>
                <c:pt idx="96">
                  <c:v>192</c:v>
                </c:pt>
                <c:pt idx="97">
                  <c:v>194</c:v>
                </c:pt>
                <c:pt idx="98">
                  <c:v>196</c:v>
                </c:pt>
                <c:pt idx="99">
                  <c:v>198</c:v>
                </c:pt>
                <c:pt idx="100">
                  <c:v>200</c:v>
                </c:pt>
                <c:pt idx="101">
                  <c:v>202</c:v>
                </c:pt>
                <c:pt idx="102">
                  <c:v>204</c:v>
                </c:pt>
                <c:pt idx="103">
                  <c:v>206</c:v>
                </c:pt>
                <c:pt idx="104">
                  <c:v>208</c:v>
                </c:pt>
                <c:pt idx="105">
                  <c:v>210</c:v>
                </c:pt>
                <c:pt idx="106">
                  <c:v>212</c:v>
                </c:pt>
                <c:pt idx="107">
                  <c:v>214</c:v>
                </c:pt>
                <c:pt idx="108">
                  <c:v>216</c:v>
                </c:pt>
                <c:pt idx="109">
                  <c:v>218</c:v>
                </c:pt>
                <c:pt idx="110">
                  <c:v>220</c:v>
                </c:pt>
                <c:pt idx="111">
                  <c:v>222</c:v>
                </c:pt>
                <c:pt idx="112">
                  <c:v>224</c:v>
                </c:pt>
                <c:pt idx="113">
                  <c:v>226</c:v>
                </c:pt>
                <c:pt idx="114">
                  <c:v>228</c:v>
                </c:pt>
                <c:pt idx="115">
                  <c:v>230</c:v>
                </c:pt>
                <c:pt idx="116">
                  <c:v>232</c:v>
                </c:pt>
                <c:pt idx="117">
                  <c:v>234</c:v>
                </c:pt>
                <c:pt idx="118">
                  <c:v>236</c:v>
                </c:pt>
                <c:pt idx="119">
                  <c:v>238</c:v>
                </c:pt>
                <c:pt idx="120">
                  <c:v>240</c:v>
                </c:pt>
                <c:pt idx="121">
                  <c:v>242</c:v>
                </c:pt>
                <c:pt idx="122">
                  <c:v>244</c:v>
                </c:pt>
                <c:pt idx="123">
                  <c:v>246</c:v>
                </c:pt>
                <c:pt idx="124">
                  <c:v>248</c:v>
                </c:pt>
                <c:pt idx="125">
                  <c:v>250</c:v>
                </c:pt>
                <c:pt idx="126">
                  <c:v>252</c:v>
                </c:pt>
                <c:pt idx="127">
                  <c:v>254</c:v>
                </c:pt>
                <c:pt idx="128">
                  <c:v>256</c:v>
                </c:pt>
                <c:pt idx="129">
                  <c:v>258</c:v>
                </c:pt>
                <c:pt idx="130">
                  <c:v>260</c:v>
                </c:pt>
                <c:pt idx="131">
                  <c:v>262</c:v>
                </c:pt>
                <c:pt idx="132">
                  <c:v>264</c:v>
                </c:pt>
                <c:pt idx="133">
                  <c:v>266</c:v>
                </c:pt>
                <c:pt idx="134">
                  <c:v>268</c:v>
                </c:pt>
                <c:pt idx="135">
                  <c:v>270</c:v>
                </c:pt>
                <c:pt idx="136">
                  <c:v>272</c:v>
                </c:pt>
                <c:pt idx="137">
                  <c:v>274</c:v>
                </c:pt>
                <c:pt idx="138">
                  <c:v>276</c:v>
                </c:pt>
                <c:pt idx="139">
                  <c:v>278</c:v>
                </c:pt>
                <c:pt idx="140">
                  <c:v>280</c:v>
                </c:pt>
                <c:pt idx="141">
                  <c:v>282</c:v>
                </c:pt>
                <c:pt idx="142">
                  <c:v>284</c:v>
                </c:pt>
                <c:pt idx="143">
                  <c:v>286</c:v>
                </c:pt>
                <c:pt idx="144">
                  <c:v>288</c:v>
                </c:pt>
                <c:pt idx="145">
                  <c:v>290</c:v>
                </c:pt>
                <c:pt idx="146">
                  <c:v>292</c:v>
                </c:pt>
                <c:pt idx="147">
                  <c:v>294</c:v>
                </c:pt>
                <c:pt idx="148">
                  <c:v>296</c:v>
                </c:pt>
                <c:pt idx="149">
                  <c:v>298</c:v>
                </c:pt>
                <c:pt idx="150">
                  <c:v>300</c:v>
                </c:pt>
                <c:pt idx="151">
                  <c:v>302</c:v>
                </c:pt>
                <c:pt idx="152">
                  <c:v>304</c:v>
                </c:pt>
                <c:pt idx="153">
                  <c:v>306</c:v>
                </c:pt>
                <c:pt idx="154">
                  <c:v>308</c:v>
                </c:pt>
                <c:pt idx="155">
                  <c:v>310</c:v>
                </c:pt>
                <c:pt idx="156">
                  <c:v>312</c:v>
                </c:pt>
                <c:pt idx="157">
                  <c:v>314</c:v>
                </c:pt>
                <c:pt idx="158">
                  <c:v>316</c:v>
                </c:pt>
                <c:pt idx="159">
                  <c:v>318</c:v>
                </c:pt>
                <c:pt idx="160">
                  <c:v>320</c:v>
                </c:pt>
                <c:pt idx="161">
                  <c:v>322</c:v>
                </c:pt>
                <c:pt idx="162">
                  <c:v>324</c:v>
                </c:pt>
                <c:pt idx="163">
                  <c:v>326</c:v>
                </c:pt>
                <c:pt idx="164">
                  <c:v>328</c:v>
                </c:pt>
                <c:pt idx="165">
                  <c:v>330</c:v>
                </c:pt>
                <c:pt idx="166">
                  <c:v>332</c:v>
                </c:pt>
                <c:pt idx="167">
                  <c:v>334</c:v>
                </c:pt>
                <c:pt idx="168">
                  <c:v>336</c:v>
                </c:pt>
                <c:pt idx="169">
                  <c:v>338</c:v>
                </c:pt>
                <c:pt idx="170">
                  <c:v>340</c:v>
                </c:pt>
                <c:pt idx="171">
                  <c:v>342</c:v>
                </c:pt>
                <c:pt idx="172">
                  <c:v>344</c:v>
                </c:pt>
                <c:pt idx="173">
                  <c:v>346</c:v>
                </c:pt>
                <c:pt idx="174">
                  <c:v>348</c:v>
                </c:pt>
                <c:pt idx="175">
                  <c:v>350</c:v>
                </c:pt>
                <c:pt idx="176">
                  <c:v>352</c:v>
                </c:pt>
                <c:pt idx="177">
                  <c:v>354</c:v>
                </c:pt>
                <c:pt idx="178">
                  <c:v>356</c:v>
                </c:pt>
                <c:pt idx="179">
                  <c:v>358</c:v>
                </c:pt>
                <c:pt idx="180">
                  <c:v>360</c:v>
                </c:pt>
                <c:pt idx="181">
                  <c:v>362</c:v>
                </c:pt>
                <c:pt idx="182">
                  <c:v>364</c:v>
                </c:pt>
                <c:pt idx="183">
                  <c:v>366</c:v>
                </c:pt>
                <c:pt idx="184">
                  <c:v>368</c:v>
                </c:pt>
                <c:pt idx="185">
                  <c:v>370</c:v>
                </c:pt>
                <c:pt idx="186">
                  <c:v>372</c:v>
                </c:pt>
                <c:pt idx="187">
                  <c:v>374</c:v>
                </c:pt>
                <c:pt idx="188">
                  <c:v>376</c:v>
                </c:pt>
                <c:pt idx="189">
                  <c:v>378</c:v>
                </c:pt>
                <c:pt idx="190">
                  <c:v>380</c:v>
                </c:pt>
                <c:pt idx="191">
                  <c:v>382</c:v>
                </c:pt>
                <c:pt idx="192">
                  <c:v>384</c:v>
                </c:pt>
                <c:pt idx="193">
                  <c:v>386</c:v>
                </c:pt>
                <c:pt idx="194">
                  <c:v>388</c:v>
                </c:pt>
                <c:pt idx="195">
                  <c:v>390</c:v>
                </c:pt>
                <c:pt idx="196">
                  <c:v>392</c:v>
                </c:pt>
                <c:pt idx="197">
                  <c:v>394</c:v>
                </c:pt>
                <c:pt idx="198">
                  <c:v>396</c:v>
                </c:pt>
                <c:pt idx="199">
                  <c:v>398</c:v>
                </c:pt>
                <c:pt idx="200">
                  <c:v>400</c:v>
                </c:pt>
                <c:pt idx="201">
                  <c:v>402</c:v>
                </c:pt>
                <c:pt idx="202">
                  <c:v>404</c:v>
                </c:pt>
                <c:pt idx="203">
                  <c:v>406</c:v>
                </c:pt>
                <c:pt idx="204">
                  <c:v>408</c:v>
                </c:pt>
                <c:pt idx="205">
                  <c:v>410</c:v>
                </c:pt>
                <c:pt idx="206">
                  <c:v>412</c:v>
                </c:pt>
                <c:pt idx="207">
                  <c:v>414</c:v>
                </c:pt>
                <c:pt idx="208">
                  <c:v>416</c:v>
                </c:pt>
                <c:pt idx="209">
                  <c:v>418</c:v>
                </c:pt>
                <c:pt idx="210">
                  <c:v>420</c:v>
                </c:pt>
                <c:pt idx="211">
                  <c:v>422</c:v>
                </c:pt>
                <c:pt idx="212">
                  <c:v>424</c:v>
                </c:pt>
                <c:pt idx="213">
                  <c:v>426</c:v>
                </c:pt>
                <c:pt idx="214">
                  <c:v>428</c:v>
                </c:pt>
                <c:pt idx="215">
                  <c:v>430</c:v>
                </c:pt>
                <c:pt idx="216">
                  <c:v>432</c:v>
                </c:pt>
                <c:pt idx="217">
                  <c:v>434</c:v>
                </c:pt>
                <c:pt idx="218">
                  <c:v>436</c:v>
                </c:pt>
                <c:pt idx="219">
                  <c:v>438</c:v>
                </c:pt>
                <c:pt idx="220">
                  <c:v>440</c:v>
                </c:pt>
                <c:pt idx="221">
                  <c:v>442</c:v>
                </c:pt>
                <c:pt idx="222">
                  <c:v>444</c:v>
                </c:pt>
                <c:pt idx="223">
                  <c:v>446</c:v>
                </c:pt>
                <c:pt idx="224">
                  <c:v>448</c:v>
                </c:pt>
                <c:pt idx="225">
                  <c:v>450</c:v>
                </c:pt>
                <c:pt idx="226">
                  <c:v>452</c:v>
                </c:pt>
                <c:pt idx="227">
                  <c:v>454</c:v>
                </c:pt>
                <c:pt idx="228">
                  <c:v>456</c:v>
                </c:pt>
                <c:pt idx="229">
                  <c:v>458</c:v>
                </c:pt>
                <c:pt idx="230">
                  <c:v>460</c:v>
                </c:pt>
                <c:pt idx="231">
                  <c:v>462</c:v>
                </c:pt>
                <c:pt idx="232">
                  <c:v>464</c:v>
                </c:pt>
                <c:pt idx="233">
                  <c:v>466</c:v>
                </c:pt>
                <c:pt idx="234">
                  <c:v>468</c:v>
                </c:pt>
                <c:pt idx="235">
                  <c:v>470</c:v>
                </c:pt>
                <c:pt idx="236">
                  <c:v>472</c:v>
                </c:pt>
                <c:pt idx="237">
                  <c:v>474</c:v>
                </c:pt>
                <c:pt idx="238">
                  <c:v>476</c:v>
                </c:pt>
                <c:pt idx="239">
                  <c:v>478</c:v>
                </c:pt>
                <c:pt idx="240">
                  <c:v>480</c:v>
                </c:pt>
                <c:pt idx="241">
                  <c:v>482</c:v>
                </c:pt>
                <c:pt idx="242">
                  <c:v>484</c:v>
                </c:pt>
                <c:pt idx="243">
                  <c:v>486</c:v>
                </c:pt>
                <c:pt idx="244">
                  <c:v>488</c:v>
                </c:pt>
                <c:pt idx="245">
                  <c:v>490</c:v>
                </c:pt>
                <c:pt idx="246">
                  <c:v>492</c:v>
                </c:pt>
                <c:pt idx="247">
                  <c:v>494</c:v>
                </c:pt>
                <c:pt idx="248">
                  <c:v>496</c:v>
                </c:pt>
                <c:pt idx="249">
                  <c:v>498</c:v>
                </c:pt>
                <c:pt idx="250">
                  <c:v>500</c:v>
                </c:pt>
                <c:pt idx="251">
                  <c:v>502</c:v>
                </c:pt>
                <c:pt idx="252">
                  <c:v>504</c:v>
                </c:pt>
                <c:pt idx="253">
                  <c:v>506</c:v>
                </c:pt>
                <c:pt idx="254">
                  <c:v>508</c:v>
                </c:pt>
                <c:pt idx="255">
                  <c:v>510</c:v>
                </c:pt>
                <c:pt idx="256">
                  <c:v>512</c:v>
                </c:pt>
                <c:pt idx="257">
                  <c:v>514</c:v>
                </c:pt>
                <c:pt idx="258">
                  <c:v>516</c:v>
                </c:pt>
                <c:pt idx="259">
                  <c:v>518</c:v>
                </c:pt>
                <c:pt idx="260">
                  <c:v>520</c:v>
                </c:pt>
                <c:pt idx="261">
                  <c:v>522</c:v>
                </c:pt>
                <c:pt idx="262">
                  <c:v>524</c:v>
                </c:pt>
                <c:pt idx="263">
                  <c:v>526</c:v>
                </c:pt>
                <c:pt idx="264">
                  <c:v>528</c:v>
                </c:pt>
                <c:pt idx="265">
                  <c:v>530</c:v>
                </c:pt>
                <c:pt idx="266">
                  <c:v>532</c:v>
                </c:pt>
                <c:pt idx="267">
                  <c:v>534</c:v>
                </c:pt>
                <c:pt idx="268">
                  <c:v>536</c:v>
                </c:pt>
                <c:pt idx="269">
                  <c:v>538</c:v>
                </c:pt>
                <c:pt idx="270">
                  <c:v>540</c:v>
                </c:pt>
                <c:pt idx="271">
                  <c:v>542</c:v>
                </c:pt>
                <c:pt idx="272">
                  <c:v>544</c:v>
                </c:pt>
                <c:pt idx="273">
                  <c:v>546</c:v>
                </c:pt>
                <c:pt idx="274">
                  <c:v>548</c:v>
                </c:pt>
                <c:pt idx="275">
                  <c:v>550</c:v>
                </c:pt>
                <c:pt idx="276">
                  <c:v>552</c:v>
                </c:pt>
                <c:pt idx="277">
                  <c:v>554</c:v>
                </c:pt>
                <c:pt idx="278">
                  <c:v>556</c:v>
                </c:pt>
                <c:pt idx="279">
                  <c:v>558</c:v>
                </c:pt>
                <c:pt idx="280">
                  <c:v>560</c:v>
                </c:pt>
                <c:pt idx="281">
                  <c:v>562</c:v>
                </c:pt>
                <c:pt idx="282">
                  <c:v>564</c:v>
                </c:pt>
                <c:pt idx="283">
                  <c:v>566</c:v>
                </c:pt>
                <c:pt idx="284">
                  <c:v>568</c:v>
                </c:pt>
                <c:pt idx="285">
                  <c:v>570</c:v>
                </c:pt>
                <c:pt idx="286">
                  <c:v>572</c:v>
                </c:pt>
                <c:pt idx="287">
                  <c:v>574</c:v>
                </c:pt>
                <c:pt idx="288">
                  <c:v>576</c:v>
                </c:pt>
                <c:pt idx="289">
                  <c:v>578</c:v>
                </c:pt>
                <c:pt idx="290">
                  <c:v>580</c:v>
                </c:pt>
                <c:pt idx="291">
                  <c:v>582</c:v>
                </c:pt>
                <c:pt idx="292">
                  <c:v>584</c:v>
                </c:pt>
                <c:pt idx="293">
                  <c:v>586</c:v>
                </c:pt>
                <c:pt idx="294">
                  <c:v>588</c:v>
                </c:pt>
                <c:pt idx="295">
                  <c:v>590</c:v>
                </c:pt>
                <c:pt idx="296">
                  <c:v>592</c:v>
                </c:pt>
                <c:pt idx="297">
                  <c:v>594</c:v>
                </c:pt>
                <c:pt idx="298">
                  <c:v>596</c:v>
                </c:pt>
                <c:pt idx="299">
                  <c:v>598</c:v>
                </c:pt>
                <c:pt idx="300">
                  <c:v>600</c:v>
                </c:pt>
              </c:numCache>
            </c:numRef>
          </c:xVal>
          <c:yVal>
            <c:numRef>
              <c:f>'Chart Data'!$D$2:$D$302</c:f>
              <c:numCache>
                <c:formatCode>0.0</c:formatCode>
                <c:ptCount val="301"/>
                <c:pt idx="0">
                  <c:v>2.37519380368</c:v>
                </c:pt>
                <c:pt idx="1">
                  <c:v>2.3929860495</c:v>
                </c:pt>
                <c:pt idx="2">
                  <c:v>2.41206434283</c:v>
                </c:pt>
                <c:pt idx="3">
                  <c:v>2.42842037988</c:v>
                </c:pt>
                <c:pt idx="4">
                  <c:v>2.43848250835</c:v>
                </c:pt>
                <c:pt idx="5">
                  <c:v>2.43983455277</c:v>
                </c:pt>
                <c:pt idx="6">
                  <c:v>2.43169078316</c:v>
                </c:pt>
                <c:pt idx="7">
                  <c:v>2.41504840597</c:v>
                </c:pt>
                <c:pt idx="8">
                  <c:v>2.39249691706</c:v>
                </c:pt>
                <c:pt idx="9">
                  <c:v>2.36771042378</c:v>
                </c:pt>
                <c:pt idx="10">
                  <c:v>2.34470934422</c:v>
                </c:pt>
                <c:pt idx="11">
                  <c:v>2.32704477249</c:v>
                </c:pt>
                <c:pt idx="12">
                  <c:v>2.31708660868</c:v>
                </c:pt>
                <c:pt idx="13">
                  <c:v>2.31556047794</c:v>
                </c:pt>
                <c:pt idx="14">
                  <c:v>2.32140996236</c:v>
                </c:pt>
                <c:pt idx="15">
                  <c:v>2.33200254826</c:v>
                </c:pt>
                <c:pt idx="16">
                  <c:v>2.34365010714</c:v>
                </c:pt>
                <c:pt idx="17">
                  <c:v>2.35235367982</c:v>
                </c:pt>
                <c:pt idx="18">
                  <c:v>2.35461686729</c:v>
                </c:pt>
                <c:pt idx="19">
                  <c:v>2.34814785336</c:v>
                </c:pt>
                <c:pt idx="20">
                  <c:v>2.33230873921</c:v>
                </c:pt>
                <c:pt idx="21">
                  <c:v>2.30823898936</c:v>
                </c:pt>
                <c:pt idx="22">
                  <c:v>2.27863633366</c:v>
                </c:pt>
                <c:pt idx="23">
                  <c:v>2.24722589447</c:v>
                </c:pt>
                <c:pt idx="24">
                  <c:v>2.21801036093</c:v>
                </c:pt>
                <c:pt idx="25">
                  <c:v>2.19445927067</c:v>
                </c:pt>
                <c:pt idx="26">
                  <c:v>2.17881726021</c:v>
                </c:pt>
                <c:pt idx="27">
                  <c:v>2.17166951944</c:v>
                </c:pt>
                <c:pt idx="28">
                  <c:v>2.17183330973</c:v>
                </c:pt>
                <c:pt idx="29">
                  <c:v>2.1765885297</c:v>
                </c:pt>
                <c:pt idx="30">
                  <c:v>2.18221430639</c:v>
                </c:pt>
                <c:pt idx="31">
                  <c:v>2.18473814365</c:v>
                </c:pt>
                <c:pt idx="32">
                  <c:v>2.1807408127</c:v>
                </c:pt>
                <c:pt idx="33">
                  <c:v>2.16803968444</c:v>
                </c:pt>
                <c:pt idx="34">
                  <c:v>2.14611419142</c:v>
                </c:pt>
                <c:pt idx="35">
                  <c:v>2.11620460352</c:v>
                </c:pt>
                <c:pt idx="36">
                  <c:v>2.08107087089</c:v>
                </c:pt>
                <c:pt idx="37">
                  <c:v>2.04444685626</c:v>
                </c:pt>
                <c:pt idx="38">
                  <c:v>2.01028864512</c:v>
                </c:pt>
                <c:pt idx="39">
                  <c:v>1.98197824709</c:v>
                </c:pt>
                <c:pt idx="40">
                  <c:v>1.96165907147</c:v>
                </c:pt>
                <c:pt idx="41">
                  <c:v>1.94983189543</c:v>
                </c:pt>
                <c:pt idx="42">
                  <c:v>1.94526954518</c:v>
                </c:pt>
                <c:pt idx="43">
                  <c:v>1.94525614593</c:v>
                </c:pt>
                <c:pt idx="44">
                  <c:v>1.94611632271</c:v>
                </c:pt>
                <c:pt idx="45">
                  <c:v>1.94394475085</c:v>
                </c:pt>
                <c:pt idx="46">
                  <c:v>1.93538664444</c:v>
                </c:pt>
                <c:pt idx="47">
                  <c:v>1.91829916499</c:v>
                </c:pt>
                <c:pt idx="48">
                  <c:v>1.89216155029</c:v>
                </c:pt>
                <c:pt idx="49">
                  <c:v>1.85816644049</c:v>
                </c:pt>
                <c:pt idx="50">
                  <c:v>1.81898056455</c:v>
                </c:pt>
                <c:pt idx="51">
                  <c:v>1.77821320074</c:v>
                </c:pt>
                <c:pt idx="52">
                  <c:v>1.73969362582</c:v>
                </c:pt>
                <c:pt idx="53">
                  <c:v>1.70671653818</c:v>
                </c:pt>
                <c:pt idx="54">
                  <c:v>1.68142213665</c:v>
                </c:pt>
                <c:pt idx="55">
                  <c:v>1.66442366231</c:v>
                </c:pt>
                <c:pt idx="56">
                  <c:v>1.65472303497</c:v>
                </c:pt>
                <c:pt idx="57">
                  <c:v>1.64990892373</c:v>
                </c:pt>
                <c:pt idx="58">
                  <c:v>1.64660664252</c:v>
                </c:pt>
                <c:pt idx="59">
                  <c:v>1.64111373747</c:v>
                </c:pt>
                <c:pt idx="60">
                  <c:v>1.63010489673</c:v>
                </c:pt>
                <c:pt idx="61">
                  <c:v>1.61125982583</c:v>
                </c:pt>
                <c:pt idx="62">
                  <c:v>1.58368613274</c:v>
                </c:pt>
                <c:pt idx="63">
                  <c:v>1.54806198116</c:v>
                </c:pt>
                <c:pt idx="64">
                  <c:v>1.50647891923</c:v>
                </c:pt>
                <c:pt idx="65">
                  <c:v>1.46201641901</c:v>
                </c:pt>
                <c:pt idx="66">
                  <c:v>1.41813594994</c:v>
                </c:pt>
                <c:pt idx="67">
                  <c:v>1.37803196722</c:v>
                </c:pt>
                <c:pt idx="68">
                  <c:v>1.34408405386</c:v>
                </c:pt>
                <c:pt idx="69">
                  <c:v>1.31750478001</c:v>
                </c:pt>
                <c:pt idx="70">
                  <c:v>1.2982066793</c:v>
                </c:pt>
                <c:pt idx="71">
                  <c:v>1.28486687671</c:v>
                </c:pt>
                <c:pt idx="72">
                  <c:v>1.27516056555</c:v>
                </c:pt>
                <c:pt idx="73">
                  <c:v>1.26613770453</c:v>
                </c:pt>
                <c:pt idx="74">
                  <c:v>1.25470298936</c:v>
                </c:pt>
                <c:pt idx="75">
                  <c:v>1.2381282482</c:v>
                </c:pt>
                <c:pt idx="76">
                  <c:v>1.21450398712</c:v>
                </c:pt>
                <c:pt idx="77">
                  <c:v>1.18304318834</c:v>
                </c:pt>
                <c:pt idx="78">
                  <c:v>1.14418266061</c:v>
                </c:pt>
                <c:pt idx="79">
                  <c:v>1.0994696443</c:v>
                </c:pt>
                <c:pt idx="80">
                  <c:v>1.05126438667</c:v>
                </c:pt>
                <c:pt idx="81">
                  <c:v>1.00232845133</c:v>
                </c:pt>
                <c:pt idx="82">
                  <c:v>0.955391631729</c:v>
                </c:pt>
                <c:pt idx="83">
                  <c:v>0.91278211934</c:v>
                </c:pt>
                <c:pt idx="84">
                  <c:v>0.876166420893</c:v>
                </c:pt>
                <c:pt idx="85">
                  <c:v>0.846401418587</c:v>
                </c:pt>
                <c:pt idx="86">
                  <c:v>0.823477208935</c:v>
                </c:pt>
                <c:pt idx="87">
                  <c:v>0.806533013965</c:v>
                </c:pt>
                <c:pt idx="88">
                  <c:v>0.793946685863</c:v>
                </c:pt>
                <c:pt idx="89">
                  <c:v>0.783511804418</c:v>
                </c:pt>
                <c:pt idx="90">
                  <c:v>0.772711639074</c:v>
                </c:pt>
                <c:pt idx="91">
                  <c:v>0.759075122072</c:v>
                </c:pt>
                <c:pt idx="92">
                  <c:v>0.740568118905</c:v>
                </c:pt>
                <c:pt idx="93">
                  <c:v>0.7159510452</c:v>
                </c:pt>
                <c:pt idx="94">
                  <c:v>0.685032046771</c:v>
                </c:pt>
                <c:pt idx="95">
                  <c:v>0.648761435856</c:v>
                </c:pt>
                <c:pt idx="96">
                  <c:v>0.609139067594</c:v>
                </c:pt>
                <c:pt idx="97">
                  <c:v>0.56893600193</c:v>
                </c:pt>
                <c:pt idx="98">
                  <c:v>0.531263111975</c:v>
                </c:pt>
                <c:pt idx="99">
                  <c:v>0.499048215255</c:v>
                </c:pt>
                <c:pt idx="100">
                  <c:v>0.474502650825</c:v>
                </c:pt>
                <c:pt idx="101">
                  <c:v>0.4586644357</c:v>
                </c:pt>
                <c:pt idx="102">
                  <c:v>0.451102739497</c:v>
                </c:pt>
                <c:pt idx="103">
                  <c:v>0.44986269597</c:v>
                </c:pt>
                <c:pt idx="104">
                  <c:v>0.451712544614</c:v>
                </c:pt>
                <c:pt idx="105">
                  <c:v>0.452705507072</c:v>
                </c:pt>
                <c:pt idx="106">
                  <c:v>0.448979533017</c:v>
                </c:pt>
                <c:pt idx="107">
                  <c:v>0.437624089275</c:v>
                </c:pt>
                <c:pt idx="108">
                  <c:v>0.417400270731</c:v>
                </c:pt>
                <c:pt idx="109">
                  <c:v>0.389127127858</c:v>
                </c:pt>
                <c:pt idx="110">
                  <c:v>0.355614312534</c:v>
                </c:pt>
                <c:pt idx="111">
                  <c:v>0.321108106473</c:v>
                </c:pt>
                <c:pt idx="112">
                  <c:v>0.290334304491</c:v>
                </c:pt>
                <c:pt idx="113">
                  <c:v>0.267352280854</c:v>
                </c:pt>
                <c:pt idx="114">
                  <c:v>0.25451234972</c:v>
                </c:pt>
                <c:pt idx="115">
                  <c:v>0.25178721845</c:v>
                </c:pt>
                <c:pt idx="116">
                  <c:v>0.256661987731</c:v>
                </c:pt>
                <c:pt idx="117">
                  <c:v>0.264660367351</c:v>
                </c:pt>
                <c:pt idx="118">
                  <c:v>0.270439558339</c:v>
                </c:pt>
                <c:pt idx="119">
                  <c:v>0.269196047725</c:v>
                </c:pt>
                <c:pt idx="120">
                  <c:v>0.257985869632</c:v>
                </c:pt>
                <c:pt idx="121">
                  <c:v>0.236579057389</c:v>
                </c:pt>
                <c:pt idx="122">
                  <c:v>0.207605996144</c:v>
                </c:pt>
                <c:pt idx="123">
                  <c:v>0.175921197439</c:v>
                </c:pt>
                <c:pt idx="124">
                  <c:v>0.147303356287</c:v>
                </c:pt>
                <c:pt idx="125">
                  <c:v>0.126835075547</c:v>
                </c:pt>
                <c:pt idx="126">
                  <c:v>0.11744539555</c:v>
                </c:pt>
                <c:pt idx="127">
                  <c:v>0.11904253917</c:v>
                </c:pt>
                <c:pt idx="128">
                  <c:v>0.128478943355</c:v>
                </c:pt>
                <c:pt idx="129">
                  <c:v>0.140388673157</c:v>
                </c:pt>
                <c:pt idx="130">
                  <c:v>0.148709811652</c:v>
                </c:pt>
                <c:pt idx="131">
                  <c:v>0.148456381007</c:v>
                </c:pt>
                <c:pt idx="132">
                  <c:v>0.13718880207</c:v>
                </c:pt>
                <c:pt idx="133">
                  <c:v>0.115747766704</c:v>
                </c:pt>
                <c:pt idx="134">
                  <c:v>0.0880491653563</c:v>
                </c:pt>
                <c:pt idx="135">
                  <c:v>0.0599715031683</c:v>
                </c:pt>
                <c:pt idx="136">
                  <c:v>0.0376251504937</c:v>
                </c:pt>
                <c:pt idx="137">
                  <c:v>0.0255312991392</c:v>
                </c:pt>
                <c:pt idx="138">
                  <c:v>0.0252813410776</c:v>
                </c:pt>
                <c:pt idx="139">
                  <c:v>0.0350591409185</c:v>
                </c:pt>
                <c:pt idx="140">
                  <c:v>0.0501527563619</c:v>
                </c:pt>
                <c:pt idx="141">
                  <c:v>0.0643376158174</c:v>
                </c:pt>
                <c:pt idx="142">
                  <c:v>0.0717429728325</c:v>
                </c:pt>
                <c:pt idx="143">
                  <c:v>0.0686142325629</c:v>
                </c:pt>
                <c:pt idx="144">
                  <c:v>0.0544267354423</c:v>
                </c:pt>
                <c:pt idx="145">
                  <c:v>0.0320466736439</c:v>
                </c:pt>
                <c:pt idx="146">
                  <c:v>0.00689653062589</c:v>
                </c:pt>
                <c:pt idx="147">
                  <c:v>-0.0146610158726</c:v>
                </c:pt>
                <c:pt idx="148">
                  <c:v>-0.0272391965026</c:v>
                </c:pt>
                <c:pt idx="149">
                  <c:v>-0.0280340696175</c:v>
                </c:pt>
                <c:pt idx="150">
                  <c:v>-0.0176457713299</c:v>
                </c:pt>
                <c:pt idx="151">
                  <c:v>9.6334375145E-05</c:v>
                </c:pt>
                <c:pt idx="152">
                  <c:v>0.0192628167971</c:v>
                </c:pt>
                <c:pt idx="153">
                  <c:v>0.033604277156</c:v>
                </c:pt>
                <c:pt idx="154">
                  <c:v>0.0384350026987</c:v>
                </c:pt>
                <c:pt idx="155">
                  <c:v>0.0320263871696</c:v>
                </c:pt>
                <c:pt idx="156">
                  <c:v>0.0161137592678</c:v>
                </c:pt>
                <c:pt idx="157">
                  <c:v>-0.0046116253957</c:v>
                </c:pt>
                <c:pt idx="158">
                  <c:v>-0.0239790799049</c:v>
                </c:pt>
                <c:pt idx="159">
                  <c:v>-0.0363118097974</c:v>
                </c:pt>
                <c:pt idx="160">
                  <c:v>-0.0380891464564</c:v>
                </c:pt>
                <c:pt idx="161">
                  <c:v>-0.0288912550045</c:v>
                </c:pt>
                <c:pt idx="162">
                  <c:v>-0.0114332801001</c:v>
                </c:pt>
                <c:pt idx="163">
                  <c:v>0.00927279196102</c:v>
                </c:pt>
                <c:pt idx="164">
                  <c:v>0.0273844538908</c:v>
                </c:pt>
                <c:pt idx="165">
                  <c:v>0.0378907055154</c:v>
                </c:pt>
                <c:pt idx="166">
                  <c:v>0.0379719998534</c:v>
                </c:pt>
                <c:pt idx="167">
                  <c:v>0.0276974008478</c:v>
                </c:pt>
                <c:pt idx="168">
                  <c:v>0.00992807346004</c:v>
                </c:pt>
                <c:pt idx="169">
                  <c:v>-0.0105112607162</c:v>
                </c:pt>
                <c:pt idx="170">
                  <c:v>-0.0281671450698</c:v>
                </c:pt>
                <c:pt idx="171">
                  <c:v>-0.0384231841848</c:v>
                </c:pt>
                <c:pt idx="172">
                  <c:v>-0.0386809248155</c:v>
                </c:pt>
                <c:pt idx="173">
                  <c:v>-0.0289629366031</c:v>
                </c:pt>
                <c:pt idx="174">
                  <c:v>-0.0118351227751</c:v>
                </c:pt>
                <c:pt idx="175">
                  <c:v>0.00830033355656</c:v>
                </c:pt>
                <c:pt idx="176">
                  <c:v>0.0263594439091</c:v>
                </c:pt>
                <c:pt idx="177">
                  <c:v>0.0378724230502</c:v>
                </c:pt>
                <c:pt idx="178">
                  <c:v>0.0400708522546</c:v>
                </c:pt>
                <c:pt idx="179">
                  <c:v>0.0325047580109</c:v>
                </c:pt>
                <c:pt idx="180">
                  <c:v>0.0170835565263</c:v>
                </c:pt>
                <c:pt idx="181">
                  <c:v>-0.00243545658739</c:v>
                </c:pt>
                <c:pt idx="182">
                  <c:v>-0.0213842427625</c:v>
                </c:pt>
                <c:pt idx="183">
                  <c:v>-0.035316304488</c:v>
                </c:pt>
                <c:pt idx="184">
                  <c:v>-0.0410428769296</c:v>
                </c:pt>
                <c:pt idx="185">
                  <c:v>-0.0373249988341</c:v>
                </c:pt>
                <c:pt idx="186">
                  <c:v>-0.0250934428908</c:v>
                </c:pt>
                <c:pt idx="187">
                  <c:v>-0.00718367998339</c:v>
                </c:pt>
                <c:pt idx="188">
                  <c:v>0.0123427090508</c:v>
                </c:pt>
                <c:pt idx="189">
                  <c:v>0.0291371225828</c:v>
                </c:pt>
                <c:pt idx="190">
                  <c:v>0.0395384562649</c:v>
                </c:pt>
                <c:pt idx="191">
                  <c:v>0.041350491128</c:v>
                </c:pt>
                <c:pt idx="192">
                  <c:v>0.0342638883178</c:v>
                </c:pt>
                <c:pt idx="193">
                  <c:v>0.0198663962659</c:v>
                </c:pt>
                <c:pt idx="194">
                  <c:v>0.00126291700664</c:v>
                </c:pt>
                <c:pt idx="195">
                  <c:v>-0.0176117604257</c:v>
                </c:pt>
                <c:pt idx="196">
                  <c:v>-0.0328396747019</c:v>
                </c:pt>
                <c:pt idx="197">
                  <c:v>-0.0413324645598</c:v>
                </c:pt>
                <c:pt idx="198">
                  <c:v>-0.0414326865593</c:v>
                </c:pt>
                <c:pt idx="199">
                  <c:v>-0.0331980625514</c:v>
                </c:pt>
                <c:pt idx="200">
                  <c:v>-0.0183414224116</c:v>
                </c:pt>
                <c:pt idx="201">
                  <c:v>0.000145530185412</c:v>
                </c:pt>
                <c:pt idx="202">
                  <c:v>0.0186100828805</c:v>
                </c:pt>
                <c:pt idx="203">
                  <c:v>0.0334725901086</c:v>
                </c:pt>
                <c:pt idx="204">
                  <c:v>0.0419189068495</c:v>
                </c:pt>
                <c:pt idx="205">
                  <c:v>0.0424103040105</c:v>
                </c:pt>
                <c:pt idx="206">
                  <c:v>0.0349286700162</c:v>
                </c:pt>
                <c:pt idx="207">
                  <c:v>0.0209363181926</c:v>
                </c:pt>
                <c:pt idx="208">
                  <c:v>0.00307207720999</c:v>
                </c:pt>
                <c:pt idx="209">
                  <c:v>-0.0153600109041</c:v>
                </c:pt>
                <c:pt idx="210">
                  <c:v>-0.0310135889706</c:v>
                </c:pt>
                <c:pt idx="211">
                  <c:v>-0.0411093186525</c:v>
                </c:pt>
                <c:pt idx="212">
                  <c:v>-0.0439119189195</c:v>
                </c:pt>
                <c:pt idx="213">
                  <c:v>-0.0389984878996</c:v>
                </c:pt>
                <c:pt idx="214">
                  <c:v>-0.0272919832889</c:v>
                </c:pt>
                <c:pt idx="215">
                  <c:v>-0.0108697001181</c:v>
                </c:pt>
                <c:pt idx="216">
                  <c:v>0.00741775163301</c:v>
                </c:pt>
                <c:pt idx="217">
                  <c:v>0.0244525670166</c:v>
                </c:pt>
                <c:pt idx="218">
                  <c:v>0.0373879606302</c:v>
                </c:pt>
                <c:pt idx="219">
                  <c:v>0.0441172221953</c:v>
                </c:pt>
                <c:pt idx="220">
                  <c:v>0.0435950381922</c:v>
                </c:pt>
                <c:pt idx="221">
                  <c:v>0.0359721441802</c:v>
                </c:pt>
                <c:pt idx="222">
                  <c:v>0.0225385404334</c:v>
                </c:pt>
                <c:pt idx="223">
                  <c:v>0.00549226202795</c:v>
                </c:pt>
                <c:pt idx="224">
                  <c:v>-0.0124302419558</c:v>
                </c:pt>
                <c:pt idx="225">
                  <c:v>-0.0284026450257</c:v>
                </c:pt>
                <c:pt idx="226">
                  <c:v>-0.0399577344981</c:v>
                </c:pt>
                <c:pt idx="227">
                  <c:v>-0.0453591615741</c:v>
                </c:pt>
                <c:pt idx="228">
                  <c:v>-0.043841337322</c:v>
                </c:pt>
                <c:pt idx="229">
                  <c:v>-0.0356940264219</c:v>
                </c:pt>
                <c:pt idx="230">
                  <c:v>-0.0221921076553</c:v>
                </c:pt>
                <c:pt idx="231">
                  <c:v>-0.00538583241856</c:v>
                </c:pt>
                <c:pt idx="232">
                  <c:v>0.0122187483183</c:v>
                </c:pt>
                <c:pt idx="233">
                  <c:v>0.0280413430441</c:v>
                </c:pt>
                <c:pt idx="234">
                  <c:v>0.0398086105275</c:v>
                </c:pt>
                <c:pt idx="235">
                  <c:v>0.0458732810967</c:v>
                </c:pt>
                <c:pt idx="236">
                  <c:v>0.0454271686258</c:v>
                </c:pt>
                <c:pt idx="237">
                  <c:v>0.038588210909</c:v>
                </c:pt>
                <c:pt idx="238">
                  <c:v>0.0263605649349</c:v>
                </c:pt>
                <c:pt idx="239">
                  <c:v>0.0104781460554</c:v>
                </c:pt>
                <c:pt idx="240">
                  <c:v>-0.00684792316027</c:v>
                </c:pt>
                <c:pt idx="241">
                  <c:v>-0.0232439718249</c:v>
                </c:pt>
                <c:pt idx="242">
                  <c:v>-0.0365034661785</c:v>
                </c:pt>
                <c:pt idx="243">
                  <c:v>-0.0448809659659</c:v>
                </c:pt>
                <c:pt idx="244">
                  <c:v>-0.0473096060236</c:v>
                </c:pt>
                <c:pt idx="245">
                  <c:v>-0.0435195918446</c:v>
                </c:pt>
                <c:pt idx="246">
                  <c:v>-0.0340519442526</c:v>
                </c:pt>
                <c:pt idx="247">
                  <c:v>-0.0201721596456</c:v>
                </c:pt>
                <c:pt idx="248">
                  <c:v>-0.00369545524805</c:v>
                </c:pt>
                <c:pt idx="249">
                  <c:v>0.0132558880827</c:v>
                </c:pt>
                <c:pt idx="250">
                  <c:v>0.0285312814791</c:v>
                </c:pt>
                <c:pt idx="251">
                  <c:v>0.04022668678</c:v>
                </c:pt>
                <c:pt idx="252">
                  <c:v>0.0469167495504</c:v>
                </c:pt>
                <c:pt idx="253">
                  <c:v>0.0478162897238</c:v>
                </c:pt>
                <c:pt idx="254">
                  <c:v>0.0428578175369</c:v>
                </c:pt>
                <c:pt idx="255">
                  <c:v>0.032683242961</c:v>
                </c:pt>
                <c:pt idx="256">
                  <c:v>0.0185546061183</c:v>
                </c:pt>
                <c:pt idx="257">
                  <c:v>0.00219381406835</c:v>
                </c:pt>
                <c:pt idx="258">
                  <c:v>-0.014431259627</c:v>
                </c:pt>
                <c:pt idx="259">
                  <c:v>-0.0293478393809</c:v>
                </c:pt>
                <c:pt idx="260">
                  <c:v>-0.0408138736327</c:v>
                </c:pt>
                <c:pt idx="261">
                  <c:v>-0.0475170448027</c:v>
                </c:pt>
                <c:pt idx="262">
                  <c:v>-0.0487148389468</c:v>
                </c:pt>
                <c:pt idx="263">
                  <c:v>-0.0443048288293</c:v>
                </c:pt>
                <c:pt idx="264">
                  <c:v>-0.034823298599</c:v>
                </c:pt>
                <c:pt idx="265">
                  <c:v>-0.0213754624477</c:v>
                </c:pt>
                <c:pt idx="266">
                  <c:v>-0.00550436537479</c:v>
                </c:pt>
                <c:pt idx="267">
                  <c:v>0.0109888063589</c:v>
                </c:pt>
                <c:pt idx="268">
                  <c:v>0.0262527359713</c:v>
                </c:pt>
                <c:pt idx="269">
                  <c:v>0.0385960224708</c:v>
                </c:pt>
                <c:pt idx="270">
                  <c:v>0.0466724824928</c:v>
                </c:pt>
                <c:pt idx="271">
                  <c:v>0.0496208151457</c:v>
                </c:pt>
                <c:pt idx="272">
                  <c:v>0.0471468757195</c:v>
                </c:pt>
                <c:pt idx="273">
                  <c:v>0.0395448276137</c:v>
                </c:pt>
                <c:pt idx="274">
                  <c:v>0.0276582834539</c:v>
                </c:pt>
                <c:pt idx="275">
                  <c:v>0.0127855259346</c:v>
                </c:pt>
                <c:pt idx="276">
                  <c:v>-0.00346321500613</c:v>
                </c:pt>
                <c:pt idx="277">
                  <c:v>-0.0193424385014</c:v>
                </c:pt>
                <c:pt idx="278">
                  <c:v>-0.0331616821341</c:v>
                </c:pt>
                <c:pt idx="279">
                  <c:v>-0.0434660268513</c:v>
                </c:pt>
                <c:pt idx="280">
                  <c:v>-0.0491856710879</c:v>
                </c:pt>
                <c:pt idx="281">
                  <c:v>-0.0497400984091</c:v>
                </c:pt>
                <c:pt idx="282">
                  <c:v>-0.0450898885146</c:v>
                </c:pt>
                <c:pt idx="283">
                  <c:v>-0.035734656034</c:v>
                </c:pt>
                <c:pt idx="284">
                  <c:v>-0.0226586030306</c:v>
                </c:pt>
                <c:pt idx="285">
                  <c:v>-0.00722771663678</c:v>
                </c:pt>
                <c:pt idx="286">
                  <c:v>0.00895316100271</c:v>
                </c:pt>
                <c:pt idx="287">
                  <c:v>0.0242092593811</c:v>
                </c:pt>
                <c:pt idx="288">
                  <c:v>0.0369714402492</c:v>
                </c:pt>
                <c:pt idx="289">
                  <c:v>0.0459374829772</c:v>
                </c:pt>
                <c:pt idx="290">
                  <c:v>0.0502014381449</c:v>
                </c:pt>
                <c:pt idx="291">
                  <c:v>0.049339689064</c:v>
                </c:pt>
                <c:pt idx="292">
                  <c:v>0.043448551052</c:v>
                </c:pt>
                <c:pt idx="293">
                  <c:v>0.0331322818323</c:v>
                </c:pt>
                <c:pt idx="294">
                  <c:v>0.0194426651011</c:v>
                </c:pt>
                <c:pt idx="295">
                  <c:v>0.00377389928345</c:v>
                </c:pt>
                <c:pt idx="296">
                  <c:v>-0.0122790194185</c:v>
                </c:pt>
                <c:pt idx="297">
                  <c:v>-0.027084393016</c:v>
                </c:pt>
                <c:pt idx="298">
                  <c:v>-0.0391416871184</c:v>
                </c:pt>
                <c:pt idx="299">
                  <c:v>-0.0472335799355</c:v>
                </c:pt>
                <c:pt idx="300">
                  <c:v>-0.0505461207541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iragino Sans GB"/>
                  <a:ea typeface="Hiragino Sans GB"/>
                  <a:cs typeface="Hiragino Sans GB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6668">
              <a:solidFill>
                <a:srgbClr val="DEE5EA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solidFill>
                      <a:srgbClr val="526575"/>
                    </a:solidFill>
                    <a:latin typeface="Hiragino Sans GB"/>
                    <a:ea typeface="Hiragino Sans GB"/>
                    <a:cs typeface="Hiragino Sans GB"/>
                  </a:rPr>
                  <a:t>位置（μm）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526575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</c:title>
        <c:numFmt formatCode="0.0"/>
        <c:majorTickMark val="none"/>
        <c:minorTickMark val="none"/>
        <c:tickLblPos val="low"/>
        <c:spPr>
          <a:ln xmlns:a="http://schemas.openxmlformats.org/drawingml/2006/main" w="9525">
            <a:solidFill>
              <a:srgbClr val="8C98A3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26575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50112"/>
      </c:valAx>
      <c:valAx>
        <c:axId val="48650112"/>
        <c:scaling>
          <c:orientation val="minMax"/>
          <c:max val="600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solidFill>
                      <a:srgbClr val="526575"/>
                    </a:solidFill>
                    <a:latin typeface="Hiragino Sans GB"/>
                    <a:ea typeface="Hiragino Sans GB"/>
                    <a:cs typeface="Hiragino Sans GB"/>
                  </a:rPr>
                  <a:t>时间（μs）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526575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</c:title>
        <c:numFmt formatCode="0"/>
        <c:majorTickMark val="none"/>
        <c:minorTickMark val="none"/>
        <c:tickLblPos val="low"/>
        <c:spPr>
          <a:ln xmlns:a="http://schemas.openxmlformats.org/drawingml/2006/main" w="9525">
            <a:solidFill>
              <a:srgbClr val="8C98A3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26575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72768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25">
              <a:solidFill>
                <a:srgbClr val="172B3A"/>
              </a:solidFill>
              <a:latin typeface="Hiragino Sans GB"/>
              <a:ea typeface="Hiragino Sans GB"/>
              <a:cs typeface="Hiragino Sans GB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1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较窄的分布</c:v>
          </c:tx>
          <c:spPr>
            <a:solidFill xmlns:a="http://schemas.openxmlformats.org/drawingml/2006/main">
              <a:srgbClr val="17679B"/>
            </a:solidFill>
            <a:ln xmlns:a="http://schemas.openxmlformats.org/drawingml/2006/main" w="24765">
              <a:solidFill>
                <a:srgbClr val="17679B"/>
              </a:solidFill>
            </a:ln>
          </c:spPr>
          <c:cat>
            <c:numRef>
              <c:f>'Chart Data'!$A$2:$A$9</c:f>
              <c:numCache>
                <c:formatCode>0</c:formatCode>
                <c:ptCount val="8"/>
                <c:pt idx="0">
                  <c:v>20</c:v>
                </c:pt>
                <c:pt idx="1">
                  <c:v>40</c:v>
                </c:pt>
                <c:pt idx="2">
                  <c:v>60</c:v>
                </c:pt>
                <c:pt idx="3">
                  <c:v>80</c:v>
                </c:pt>
                <c:pt idx="4">
                  <c:v>100</c:v>
                </c:pt>
                <c:pt idx="5">
                  <c:v>120</c:v>
                </c:pt>
                <c:pt idx="6">
                  <c:v>140</c:v>
                </c:pt>
                <c:pt idx="7">
                  <c:v>160</c:v>
                </c:pt>
              </c:numCache>
            </c:numRef>
          </c:cat>
          <c:val>
            <c:numRef>
              <c:f>'Chart Data'!$B$2:$B$9</c:f>
              <c:numCache>
                <c:formatCode>0</c:formatCode>
                <c:ptCount val="8"/>
                <c:pt idx="0">
                  <c:v>0</c:v>
                </c:pt>
                <c:pt idx="1">
                  <c:v>0</c:v>
                </c:pt>
                <c:pt idx="2">
                  <c:v>20</c:v>
                </c:pt>
                <c:pt idx="3">
                  <c:v>60</c:v>
                </c:pt>
                <c:pt idx="4">
                  <c:v>20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</c:numCache>
            </c:numRef>
          </c:val>
        </c:ser>
        <c:ser>
          <c:idx val="1"/>
          <c:order val="1"/>
          <c:tx>
            <c:v>较宽的分布</c:v>
          </c:tx>
          <c:spPr>
            <a:solidFill xmlns:a="http://schemas.openxmlformats.org/drawingml/2006/main">
              <a:srgbClr val="CB6C28"/>
            </a:solidFill>
            <a:ln xmlns:a="http://schemas.openxmlformats.org/drawingml/2006/main" w="24765">
              <a:solidFill>
                <a:srgbClr val="CB6C28"/>
              </a:solidFill>
            </a:ln>
          </c:spPr>
          <c:cat>
            <c:numRef>
              <c:f>'Chart Data'!$C$2:$C$9</c:f>
              <c:numCache>
                <c:formatCode>0</c:formatCode>
                <c:ptCount val="8"/>
                <c:pt idx="0">
                  <c:v>20</c:v>
                </c:pt>
                <c:pt idx="1">
                  <c:v>40</c:v>
                </c:pt>
                <c:pt idx="2">
                  <c:v>60</c:v>
                </c:pt>
                <c:pt idx="3">
                  <c:v>80</c:v>
                </c:pt>
                <c:pt idx="4">
                  <c:v>100</c:v>
                </c:pt>
                <c:pt idx="5">
                  <c:v>120</c:v>
                </c:pt>
                <c:pt idx="6">
                  <c:v>140</c:v>
                </c:pt>
                <c:pt idx="7">
                  <c:v>160</c:v>
                </c:pt>
              </c:numCache>
            </c:numRef>
          </c:cat>
          <c:val>
            <c:numRef>
              <c:f>'Chart Data'!$D$2:$D$9</c:f>
              <c:numCache>
                <c:formatCode>0</c:formatCode>
                <c:ptCount val="8"/>
                <c:pt idx="0">
                  <c:v>20</c:v>
                </c:pt>
                <c:pt idx="1">
                  <c:v>10</c:v>
                </c:pt>
                <c:pt idx="2">
                  <c:v>20</c:v>
                </c:pt>
                <c:pt idx="3">
                  <c:v>10</c:v>
                </c:pt>
                <c:pt idx="4">
                  <c:v>10</c:v>
                </c:pt>
                <c:pt idx="5">
                  <c:v>10</c:v>
                </c:pt>
                <c:pt idx="6">
                  <c:v>10</c:v>
                </c:pt>
                <c:pt idx="7">
                  <c:v>10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iragino Sans GB"/>
                  <a:ea typeface="Hiragino Sans GB"/>
                  <a:cs typeface="Hiragino Sans GB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solidFill>
                      <a:srgbClr val="526575"/>
                    </a:solidFill>
                    <a:latin typeface="Hiragino Sans GB"/>
                    <a:ea typeface="Hiragino Sans GB"/>
                    <a:cs typeface="Hiragino Sans GB"/>
                  </a:rPr>
                  <a:t>高于阱底的能量 / kB（μK）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526575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</c:title>
        <c:numFmt formatCode="0"/>
        <c:majorTickMark val="none"/>
        <c:minorTickMark val="none"/>
        <c:tickLblPos val="low"/>
        <c:spPr>
          <a:ln xmlns:a="http://schemas.openxmlformats.org/drawingml/2006/main" w="9525">
            <a:solidFill>
              <a:srgbClr val="8C98A3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26575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72768"/>
      </c:catAx>
      <c:valAx>
        <c:axId val="48672768"/>
        <c:scaling>
          <c:orientation val="minMax"/>
          <c:max val="65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DEE5EA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solidFill>
                      <a:srgbClr val="526575"/>
                    </a:solidFill>
                    <a:latin typeface="Hiragino Sans GB"/>
                    <a:ea typeface="Hiragino Sans GB"/>
                    <a:cs typeface="Hiragino Sans GB"/>
                  </a:rPr>
                  <a:t>原子数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526575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</c:title>
        <c:numFmt formatCode="0"/>
        <c:majorTickMark val="none"/>
        <c:minorTickMark val="none"/>
        <c:tickLblPos val="low"/>
        <c:spPr>
          <a:ln xmlns:a="http://schemas.openxmlformats.org/drawingml/2006/main" w="9525">
            <a:solidFill>
              <a:srgbClr val="8C98A3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26575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25">
              <a:solidFill>
                <a:srgbClr val="172B3A"/>
              </a:solidFill>
              <a:latin typeface="Hiragino Sans GB"/>
              <a:ea typeface="Hiragino Sans GB"/>
              <a:cs typeface="Hiragino Sans GB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13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手工 200 μs</c:v>
          </c:tx>
          <c:spPr>
            <a:solidFill xmlns:a="http://schemas.openxmlformats.org/drawingml/2006/main">
              <a:srgbClr val="AE3E3D"/>
            </a:solidFill>
            <a:ln xmlns:a="http://schemas.openxmlformats.org/drawingml/2006/main" w="24765">
              <a:solidFill>
                <a:srgbClr val="AE3E3D"/>
              </a:solidFill>
            </a:ln>
          </c:spPr>
          <c:marker>
            <c:symbol val="none"/>
            <c:size val="4"/>
          </c:marker>
          <c:xVal>
            <c:numRef>
              <c:f>'Chart Data'!$A$2:$A$62</c:f>
              <c:numCache>
                <c:formatCode>General</c:formatCode>
                <c:ptCount val="6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</c:numCache>
            </c:numRef>
          </c:xVal>
          <c:yVal>
            <c:numRef>
              <c:f>'Chart Data'!$B$2:$B$62</c:f>
              <c:numCache>
                <c:formatCode>0%</c:formatCode>
                <c:ptCount val="61"/>
                <c:pt idx="0">
                  <c:v>1</c:v>
                </c:pt>
                <c:pt idx="1">
                  <c:v>0.993530273438</c:v>
                </c:pt>
                <c:pt idx="2">
                  <c:v>0.96337890625</c:v>
                </c:pt>
                <c:pt idx="3">
                  <c:v>0.947998046875</c:v>
                </c:pt>
                <c:pt idx="4">
                  <c:v>0.91357421875</c:v>
                </c:pt>
                <c:pt idx="5">
                  <c:v>0.896850585938</c:v>
                </c:pt>
                <c:pt idx="6">
                  <c:v>0.864868164063</c:v>
                </c:pt>
                <c:pt idx="7">
                  <c:v>0.845581054688</c:v>
                </c:pt>
                <c:pt idx="8">
                  <c:v>0.807861328125</c:v>
                </c:pt>
                <c:pt idx="9">
                  <c:v>0.788818359375</c:v>
                </c:pt>
                <c:pt idx="10">
                  <c:v>0.755737304688</c:v>
                </c:pt>
                <c:pt idx="11">
                  <c:v>0.735107421875</c:v>
                </c:pt>
                <c:pt idx="12">
                  <c:v>0.701171875</c:v>
                </c:pt>
                <c:pt idx="13">
                  <c:v>0.683471679688</c:v>
                </c:pt>
                <c:pt idx="14">
                  <c:v>0.652954101563</c:v>
                </c:pt>
                <c:pt idx="15">
                  <c:v>0.63623046875</c:v>
                </c:pt>
                <c:pt idx="16">
                  <c:v>0.607666015625</c:v>
                </c:pt>
                <c:pt idx="17">
                  <c:v>0.591430664063</c:v>
                </c:pt>
                <c:pt idx="18">
                  <c:v>0.565185546875</c:v>
                </c:pt>
                <c:pt idx="19">
                  <c:v>0.552124023438</c:v>
                </c:pt>
                <c:pt idx="20">
                  <c:v>0.527099609375</c:v>
                </c:pt>
                <c:pt idx="21">
                  <c:v>0.5126953125</c:v>
                </c:pt>
                <c:pt idx="22">
                  <c:v>0.488647460938</c:v>
                </c:pt>
                <c:pt idx="23">
                  <c:v>0.474487304688</c:v>
                </c:pt>
                <c:pt idx="24">
                  <c:v>0.45263671875</c:v>
                </c:pt>
                <c:pt idx="25">
                  <c:v>0.442138671875</c:v>
                </c:pt>
                <c:pt idx="26">
                  <c:v>0.421875</c:v>
                </c:pt>
                <c:pt idx="27">
                  <c:v>0.411254882813</c:v>
                </c:pt>
                <c:pt idx="28">
                  <c:v>0.392822265625</c:v>
                </c:pt>
                <c:pt idx="29">
                  <c:v>0.3857421875</c:v>
                </c:pt>
                <c:pt idx="30">
                  <c:v>0.368041992188</c:v>
                </c:pt>
                <c:pt idx="31">
                  <c:v>0.361572265625</c:v>
                </c:pt>
                <c:pt idx="32">
                  <c:v>0.345458984375</c:v>
                </c:pt>
                <c:pt idx="33">
                  <c:v>0.336547851563</c:v>
                </c:pt>
                <c:pt idx="34">
                  <c:v>0.321411132813</c:v>
                </c:pt>
                <c:pt idx="35">
                  <c:v>0.314331054688</c:v>
                </c:pt>
                <c:pt idx="36">
                  <c:v>0.30126953125</c:v>
                </c:pt>
                <c:pt idx="37">
                  <c:v>0.296020507813</c:v>
                </c:pt>
                <c:pt idx="38">
                  <c:v>0.2822265625</c:v>
                </c:pt>
                <c:pt idx="39">
                  <c:v>0.276611328125</c:v>
                </c:pt>
                <c:pt idx="40">
                  <c:v>0.266723632813</c:v>
                </c:pt>
                <c:pt idx="41">
                  <c:v>0.261962890625</c:v>
                </c:pt>
                <c:pt idx="42">
                  <c:v>0.252075195313</c:v>
                </c:pt>
                <c:pt idx="43">
                  <c:v>0.248291015625</c:v>
                </c:pt>
                <c:pt idx="44">
                  <c:v>0.23779296875</c:v>
                </c:pt>
                <c:pt idx="45">
                  <c:v>0.2333984375</c:v>
                </c:pt>
                <c:pt idx="46">
                  <c:v>0.221557617188</c:v>
                </c:pt>
                <c:pt idx="47">
                  <c:v>0.21728515625</c:v>
                </c:pt>
                <c:pt idx="48">
                  <c:v>0.210083007813</c:v>
                </c:pt>
                <c:pt idx="49">
                  <c:v>0.205200195313</c:v>
                </c:pt>
                <c:pt idx="50">
                  <c:v>0.197998046875</c:v>
                </c:pt>
                <c:pt idx="51">
                  <c:v>0.194702148438</c:v>
                </c:pt>
                <c:pt idx="52">
                  <c:v>0.187866210938</c:v>
                </c:pt>
                <c:pt idx="53">
                  <c:v>0.184326171875</c:v>
                </c:pt>
                <c:pt idx="54">
                  <c:v>0.177978515625</c:v>
                </c:pt>
                <c:pt idx="55">
                  <c:v>0.175659179688</c:v>
                </c:pt>
                <c:pt idx="56">
                  <c:v>0.168090820313</c:v>
                </c:pt>
                <c:pt idx="57">
                  <c:v>0.163696289063</c:v>
                </c:pt>
                <c:pt idx="58">
                  <c:v>0.158325195313</c:v>
                </c:pt>
                <c:pt idx="59">
                  <c:v>0.156616210938</c:v>
                </c:pt>
                <c:pt idx="60">
                  <c:v>0.15185546875</c:v>
                </c:pt>
              </c:numCache>
            </c:numRef>
          </c:yVal>
        </c:ser>
        <c:ser>
          <c:idx val="1"/>
          <c:order val="1"/>
          <c:tx>
            <c:v>手工 400 μs</c:v>
          </c:tx>
          <c:spPr>
            <a:solidFill xmlns:a="http://schemas.openxmlformats.org/drawingml/2006/main">
              <a:srgbClr val="17679B"/>
            </a:solidFill>
            <a:ln xmlns:a="http://schemas.openxmlformats.org/drawingml/2006/main" w="24765">
              <a:solidFill>
                <a:srgbClr val="17679B"/>
              </a:solidFill>
            </a:ln>
          </c:spPr>
          <c:marker>
            <c:symbol val="none"/>
            <c:size val="4"/>
          </c:marker>
          <c:xVal>
            <c:numRef>
              <c:f>'Chart Data'!$C$2:$C$62</c:f>
              <c:numCache>
                <c:formatCode>General</c:formatCode>
                <c:ptCount val="6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</c:numCache>
            </c:numRef>
          </c:xVal>
          <c:yVal>
            <c:numRef>
              <c:f>'Chart Data'!$D$2:$D$62</c:f>
              <c:numCache>
                <c:formatCode>0%</c:formatCode>
                <c:ptCount val="61"/>
                <c:pt idx="0">
                  <c:v>1</c:v>
                </c:pt>
                <c:pt idx="1">
                  <c:v>0.996459960938</c:v>
                </c:pt>
                <c:pt idx="2">
                  <c:v>0.9892578125</c:v>
                </c:pt>
                <c:pt idx="3">
                  <c:v>0.984375</c:v>
                </c:pt>
                <c:pt idx="4">
                  <c:v>0.976196289063</c:v>
                </c:pt>
                <c:pt idx="5">
                  <c:v>0.972045898438</c:v>
                </c:pt>
                <c:pt idx="6">
                  <c:v>0.965454101563</c:v>
                </c:pt>
                <c:pt idx="7">
                  <c:v>0.961059570313</c:v>
                </c:pt>
                <c:pt idx="8">
                  <c:v>0.953002929688</c:v>
                </c:pt>
                <c:pt idx="9">
                  <c:v>0.947387695313</c:v>
                </c:pt>
                <c:pt idx="10">
                  <c:v>0.941650390625</c:v>
                </c:pt>
                <c:pt idx="11">
                  <c:v>0.935668945313</c:v>
                </c:pt>
                <c:pt idx="12">
                  <c:v>0.928466796875</c:v>
                </c:pt>
                <c:pt idx="13">
                  <c:v>0.923217773438</c:v>
                </c:pt>
                <c:pt idx="14">
                  <c:v>0.9140625</c:v>
                </c:pt>
                <c:pt idx="15">
                  <c:v>0.90673828125</c:v>
                </c:pt>
                <c:pt idx="16">
                  <c:v>0.896606445313</c:v>
                </c:pt>
                <c:pt idx="17">
                  <c:v>0.890625</c:v>
                </c:pt>
                <c:pt idx="18">
                  <c:v>0.880981445313</c:v>
                </c:pt>
                <c:pt idx="19">
                  <c:v>0.874633789063</c:v>
                </c:pt>
                <c:pt idx="20">
                  <c:v>0.867309570313</c:v>
                </c:pt>
                <c:pt idx="21">
                  <c:v>0.85888671875</c:v>
                </c:pt>
                <c:pt idx="22">
                  <c:v>0.848022460938</c:v>
                </c:pt>
                <c:pt idx="23">
                  <c:v>0.839477539063</c:v>
                </c:pt>
                <c:pt idx="24">
                  <c:v>0.828979492188</c:v>
                </c:pt>
                <c:pt idx="25">
                  <c:v>0.820556640625</c:v>
                </c:pt>
                <c:pt idx="26">
                  <c:v>0.809448242188</c:v>
                </c:pt>
                <c:pt idx="27">
                  <c:v>0.801635742188</c:v>
                </c:pt>
                <c:pt idx="28">
                  <c:v>0.79150390625</c:v>
                </c:pt>
                <c:pt idx="29">
                  <c:v>0.783081054688</c:v>
                </c:pt>
                <c:pt idx="30">
                  <c:v>0.774658203125</c:v>
                </c:pt>
                <c:pt idx="31">
                  <c:v>0.765991210938</c:v>
                </c:pt>
                <c:pt idx="32">
                  <c:v>0.753662109375</c:v>
                </c:pt>
                <c:pt idx="33">
                  <c:v>0.74658203125</c:v>
                </c:pt>
                <c:pt idx="34">
                  <c:v>0.73681640625</c:v>
                </c:pt>
                <c:pt idx="35">
                  <c:v>0.72802734375</c:v>
                </c:pt>
                <c:pt idx="36">
                  <c:v>0.718139648438</c:v>
                </c:pt>
                <c:pt idx="37">
                  <c:v>0.710693359375</c:v>
                </c:pt>
                <c:pt idx="38">
                  <c:v>0.700805664063</c:v>
                </c:pt>
                <c:pt idx="39">
                  <c:v>0.69287109375</c:v>
                </c:pt>
                <c:pt idx="40">
                  <c:v>0.68359375</c:v>
                </c:pt>
                <c:pt idx="41">
                  <c:v>0.676879882813</c:v>
                </c:pt>
                <c:pt idx="42">
                  <c:v>0.66650390625</c:v>
                </c:pt>
                <c:pt idx="43">
                  <c:v>0.658447265625</c:v>
                </c:pt>
                <c:pt idx="44">
                  <c:v>0.650146484375</c:v>
                </c:pt>
                <c:pt idx="45">
                  <c:v>0.642456054688</c:v>
                </c:pt>
                <c:pt idx="46">
                  <c:v>0.630859375</c:v>
                </c:pt>
                <c:pt idx="47">
                  <c:v>0.625122070313</c:v>
                </c:pt>
                <c:pt idx="48">
                  <c:v>0.617309570313</c:v>
                </c:pt>
                <c:pt idx="49">
                  <c:v>0.611328125</c:v>
                </c:pt>
                <c:pt idx="50">
                  <c:v>0.601318359375</c:v>
                </c:pt>
                <c:pt idx="51">
                  <c:v>0.59375</c:v>
                </c:pt>
                <c:pt idx="52">
                  <c:v>0.583618164063</c:v>
                </c:pt>
                <c:pt idx="53">
                  <c:v>0.575805664063</c:v>
                </c:pt>
                <c:pt idx="54">
                  <c:v>0.568115234375</c:v>
                </c:pt>
                <c:pt idx="55">
                  <c:v>0.562255859375</c:v>
                </c:pt>
                <c:pt idx="56">
                  <c:v>0.553466796875</c:v>
                </c:pt>
                <c:pt idx="57">
                  <c:v>0.546264648438</c:v>
                </c:pt>
                <c:pt idx="58">
                  <c:v>0.53564453125</c:v>
                </c:pt>
                <c:pt idx="59">
                  <c:v>0.529541015625</c:v>
                </c:pt>
                <c:pt idx="60">
                  <c:v>0.52001953125</c:v>
                </c:pt>
              </c:numCache>
            </c:numRef>
          </c:yVal>
        </c:ser>
        <c:ser>
          <c:idx val="2"/>
          <c:order val="2"/>
          <c:tx>
            <c:v>手工 600 μs</c:v>
          </c:tx>
          <c:spPr>
            <a:solidFill xmlns:a="http://schemas.openxmlformats.org/drawingml/2006/main">
              <a:srgbClr val="CB6C28"/>
            </a:solidFill>
            <a:ln xmlns:a="http://schemas.openxmlformats.org/drawingml/2006/main" w="24765">
              <a:solidFill>
                <a:srgbClr val="CB6C28"/>
              </a:solidFill>
            </a:ln>
          </c:spPr>
          <c:marker>
            <c:symbol val="none"/>
            <c:size val="4"/>
          </c:marker>
          <c:xVal>
            <c:numRef>
              <c:f>'Chart Data'!$E$2:$E$62</c:f>
              <c:numCache>
                <c:formatCode>General</c:formatCode>
                <c:ptCount val="6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</c:numCache>
            </c:numRef>
          </c:xVal>
          <c:yVal>
            <c:numRef>
              <c:f>'Chart Data'!$F$2:$F$62</c:f>
              <c:numCache>
                <c:formatCode>0%</c:formatCode>
                <c:ptCount val="61"/>
                <c:pt idx="0">
                  <c:v>1</c:v>
                </c:pt>
                <c:pt idx="1">
                  <c:v>0.995727539063</c:v>
                </c:pt>
                <c:pt idx="2">
                  <c:v>0.988891601563</c:v>
                </c:pt>
                <c:pt idx="3">
                  <c:v>0.986083984375</c:v>
                </c:pt>
                <c:pt idx="4">
                  <c:v>0.979125976563</c:v>
                </c:pt>
                <c:pt idx="5">
                  <c:v>0.974609375</c:v>
                </c:pt>
                <c:pt idx="6">
                  <c:v>0.968139648438</c:v>
                </c:pt>
                <c:pt idx="7">
                  <c:v>0.96337890625</c:v>
                </c:pt>
                <c:pt idx="8">
                  <c:v>0.955322265625</c:v>
                </c:pt>
                <c:pt idx="9">
                  <c:v>0.94921875</c:v>
                </c:pt>
                <c:pt idx="10">
                  <c:v>0.941650390625</c:v>
                </c:pt>
                <c:pt idx="11">
                  <c:v>0.936767578125</c:v>
                </c:pt>
                <c:pt idx="12">
                  <c:v>0.929931640625</c:v>
                </c:pt>
                <c:pt idx="13">
                  <c:v>0.924560546875</c:v>
                </c:pt>
                <c:pt idx="14">
                  <c:v>0.918090820313</c:v>
                </c:pt>
                <c:pt idx="15">
                  <c:v>0.911010742188</c:v>
                </c:pt>
                <c:pt idx="16">
                  <c:v>0.90234375</c:v>
                </c:pt>
                <c:pt idx="17">
                  <c:v>0.895263671875</c:v>
                </c:pt>
                <c:pt idx="18">
                  <c:v>0.886352539063</c:v>
                </c:pt>
                <c:pt idx="19">
                  <c:v>0.880615234375</c:v>
                </c:pt>
                <c:pt idx="20">
                  <c:v>0.868896484375</c:v>
                </c:pt>
                <c:pt idx="21">
                  <c:v>0.862182617188</c:v>
                </c:pt>
                <c:pt idx="22">
                  <c:v>0.854248046875</c:v>
                </c:pt>
                <c:pt idx="23">
                  <c:v>0.8466796875</c:v>
                </c:pt>
                <c:pt idx="24">
                  <c:v>0.838134765625</c:v>
                </c:pt>
                <c:pt idx="25">
                  <c:v>0.829345703125</c:v>
                </c:pt>
                <c:pt idx="26">
                  <c:v>0.818237304688</c:v>
                </c:pt>
                <c:pt idx="27">
                  <c:v>0.811157226563</c:v>
                </c:pt>
                <c:pt idx="28">
                  <c:v>0.80078125</c:v>
                </c:pt>
                <c:pt idx="29">
                  <c:v>0.79248046875</c:v>
                </c:pt>
                <c:pt idx="30">
                  <c:v>0.784301757813</c:v>
                </c:pt>
                <c:pt idx="31">
                  <c:v>0.7763671875</c:v>
                </c:pt>
                <c:pt idx="32">
                  <c:v>0.764770507813</c:v>
                </c:pt>
                <c:pt idx="33">
                  <c:v>0.756469726563</c:v>
                </c:pt>
                <c:pt idx="34">
                  <c:v>0.744262695313</c:v>
                </c:pt>
                <c:pt idx="35">
                  <c:v>0.734497070313</c:v>
                </c:pt>
                <c:pt idx="36">
                  <c:v>0.724975585938</c:v>
                </c:pt>
                <c:pt idx="37">
                  <c:v>0.718017578125</c:v>
                </c:pt>
                <c:pt idx="38">
                  <c:v>0.707763671875</c:v>
                </c:pt>
                <c:pt idx="39">
                  <c:v>0.700439453125</c:v>
                </c:pt>
                <c:pt idx="40">
                  <c:v>0.690185546875</c:v>
                </c:pt>
                <c:pt idx="41">
                  <c:v>0.682861328125</c:v>
                </c:pt>
                <c:pt idx="42">
                  <c:v>0.673461914063</c:v>
                </c:pt>
                <c:pt idx="43">
                  <c:v>0.667114257813</c:v>
                </c:pt>
                <c:pt idx="44">
                  <c:v>0.656616210938</c:v>
                </c:pt>
                <c:pt idx="45">
                  <c:v>0.64794921875</c:v>
                </c:pt>
                <c:pt idx="46">
                  <c:v>0.638793945313</c:v>
                </c:pt>
                <c:pt idx="47">
                  <c:v>0.630859375</c:v>
                </c:pt>
                <c:pt idx="48">
                  <c:v>0.621948242188</c:v>
                </c:pt>
                <c:pt idx="49">
                  <c:v>0.61376953125</c:v>
                </c:pt>
                <c:pt idx="50">
                  <c:v>0.605102539063</c:v>
                </c:pt>
                <c:pt idx="51">
                  <c:v>0.597900390625</c:v>
                </c:pt>
                <c:pt idx="52">
                  <c:v>0.588623046875</c:v>
                </c:pt>
                <c:pt idx="53">
                  <c:v>0.581298828125</c:v>
                </c:pt>
                <c:pt idx="54">
                  <c:v>0.573364257813</c:v>
                </c:pt>
                <c:pt idx="55">
                  <c:v>0.566284179688</c:v>
                </c:pt>
                <c:pt idx="56">
                  <c:v>0.557739257813</c:v>
                </c:pt>
                <c:pt idx="57">
                  <c:v>0.552368164063</c:v>
                </c:pt>
                <c:pt idx="58">
                  <c:v>0.54345703125</c:v>
                </c:pt>
                <c:pt idx="59">
                  <c:v>0.536376953125</c:v>
                </c:pt>
                <c:pt idx="60">
                  <c:v>0.526733398438</c:v>
                </c:pt>
              </c:numCache>
            </c:numRef>
          </c:yVal>
        </c:ser>
        <c:ser>
          <c:idx val="3"/>
          <c:order val="3"/>
          <c:tx>
            <c:v>优化 400 μs</c:v>
          </c:tx>
          <c:spPr>
            <a:solidFill xmlns:a="http://schemas.openxmlformats.org/drawingml/2006/main">
              <a:srgbClr val="278071"/>
            </a:solidFill>
            <a:ln xmlns:a="http://schemas.openxmlformats.org/drawingml/2006/main" w="24765">
              <a:solidFill>
                <a:srgbClr val="278071"/>
              </a:solidFill>
            </a:ln>
          </c:spPr>
          <c:marker>
            <c:symbol val="none"/>
            <c:size val="4"/>
          </c:marker>
          <c:xVal>
            <c:numRef>
              <c:f>'Chart Data'!$G$2:$G$62</c:f>
              <c:numCache>
                <c:formatCode>General</c:formatCode>
                <c:ptCount val="6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</c:numCache>
            </c:numRef>
          </c:xVal>
          <c:yVal>
            <c:numRef>
              <c:f>'Chart Data'!$H$2:$H$62</c:f>
              <c:numCache>
                <c:formatCode>0%</c:formatCode>
                <c:ptCount val="61"/>
                <c:pt idx="0">
                  <c:v>1</c:v>
                </c:pt>
                <c:pt idx="1">
                  <c:v>0.996337890625</c:v>
                </c:pt>
                <c:pt idx="2">
                  <c:v>0.987060546875</c:v>
                </c:pt>
                <c:pt idx="3">
                  <c:v>0.982543945313</c:v>
                </c:pt>
                <c:pt idx="4">
                  <c:v>0.978271484375</c:v>
                </c:pt>
                <c:pt idx="5">
                  <c:v>0.974365234375</c:v>
                </c:pt>
                <c:pt idx="6">
                  <c:v>0.970581054688</c:v>
                </c:pt>
                <c:pt idx="7">
                  <c:v>0.968139648438</c:v>
                </c:pt>
                <c:pt idx="8">
                  <c:v>0.964599609375</c:v>
                </c:pt>
                <c:pt idx="9">
                  <c:v>0.961303710938</c:v>
                </c:pt>
                <c:pt idx="10">
                  <c:v>0.955932617188</c:v>
                </c:pt>
                <c:pt idx="11">
                  <c:v>0.952514648438</c:v>
                </c:pt>
                <c:pt idx="12">
                  <c:v>0.94775390625</c:v>
                </c:pt>
                <c:pt idx="13">
                  <c:v>0.943359375</c:v>
                </c:pt>
                <c:pt idx="14">
                  <c:v>0.936767578125</c:v>
                </c:pt>
                <c:pt idx="15">
                  <c:v>0.931274414063</c:v>
                </c:pt>
                <c:pt idx="16">
                  <c:v>0.925170898438</c:v>
                </c:pt>
                <c:pt idx="17">
                  <c:v>0.919189453125</c:v>
                </c:pt>
                <c:pt idx="18">
                  <c:v>0.91357421875</c:v>
                </c:pt>
                <c:pt idx="19">
                  <c:v>0.907592773438</c:v>
                </c:pt>
                <c:pt idx="20">
                  <c:v>0.90283203125</c:v>
                </c:pt>
                <c:pt idx="21">
                  <c:v>0.897216796875</c:v>
                </c:pt>
                <c:pt idx="22">
                  <c:v>0.892578125</c:v>
                </c:pt>
                <c:pt idx="23">
                  <c:v>0.886474609375</c:v>
                </c:pt>
                <c:pt idx="24">
                  <c:v>0.880615234375</c:v>
                </c:pt>
                <c:pt idx="25">
                  <c:v>0.874755859375</c:v>
                </c:pt>
                <c:pt idx="26">
                  <c:v>0.8701171875</c:v>
                </c:pt>
                <c:pt idx="27">
                  <c:v>0.863647460938</c:v>
                </c:pt>
                <c:pt idx="28">
                  <c:v>0.85546875</c:v>
                </c:pt>
                <c:pt idx="29">
                  <c:v>0.849731445313</c:v>
                </c:pt>
                <c:pt idx="30">
                  <c:v>0.844116210938</c:v>
                </c:pt>
                <c:pt idx="31">
                  <c:v>0.83740234375</c:v>
                </c:pt>
                <c:pt idx="32">
                  <c:v>0.830932617188</c:v>
                </c:pt>
                <c:pt idx="33">
                  <c:v>0.826293945313</c:v>
                </c:pt>
                <c:pt idx="34">
                  <c:v>0.819213867188</c:v>
                </c:pt>
                <c:pt idx="35">
                  <c:v>0.814453125</c:v>
                </c:pt>
                <c:pt idx="36">
                  <c:v>0.806396484375</c:v>
                </c:pt>
                <c:pt idx="37">
                  <c:v>0.800170898438</c:v>
                </c:pt>
                <c:pt idx="38">
                  <c:v>0.792602539063</c:v>
                </c:pt>
                <c:pt idx="39">
                  <c:v>0.785034179688</c:v>
                </c:pt>
                <c:pt idx="40">
                  <c:v>0.776611328125</c:v>
                </c:pt>
                <c:pt idx="41">
                  <c:v>0.76806640625</c:v>
                </c:pt>
                <c:pt idx="42">
                  <c:v>0.760009765625</c:v>
                </c:pt>
                <c:pt idx="43">
                  <c:v>0.752807617188</c:v>
                </c:pt>
                <c:pt idx="44">
                  <c:v>0.745727539063</c:v>
                </c:pt>
                <c:pt idx="45">
                  <c:v>0.739013671875</c:v>
                </c:pt>
                <c:pt idx="46">
                  <c:v>0.732299804688</c:v>
                </c:pt>
                <c:pt idx="47">
                  <c:v>0.7255859375</c:v>
                </c:pt>
                <c:pt idx="48">
                  <c:v>0.71923828125</c:v>
                </c:pt>
                <c:pt idx="49">
                  <c:v>0.712890625</c:v>
                </c:pt>
                <c:pt idx="50">
                  <c:v>0.704711914063</c:v>
                </c:pt>
                <c:pt idx="51">
                  <c:v>0.69873046875</c:v>
                </c:pt>
                <c:pt idx="52">
                  <c:v>0.691284179688</c:v>
                </c:pt>
                <c:pt idx="53">
                  <c:v>0.684448242188</c:v>
                </c:pt>
                <c:pt idx="54">
                  <c:v>0.677734375</c:v>
                </c:pt>
                <c:pt idx="55">
                  <c:v>0.670654296875</c:v>
                </c:pt>
                <c:pt idx="56">
                  <c:v>0.664184570313</c:v>
                </c:pt>
                <c:pt idx="57">
                  <c:v>0.657836914063</c:v>
                </c:pt>
                <c:pt idx="58">
                  <c:v>0.651245117188</c:v>
                </c:pt>
                <c:pt idx="59">
                  <c:v>0.643798828125</c:v>
                </c:pt>
                <c:pt idx="60">
                  <c:v>0.634765625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iragino Sans GB"/>
                  <a:ea typeface="Hiragino Sans GB"/>
                  <a:cs typeface="Hiragino Sans GB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DEE5EA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solidFill>
                      <a:srgbClr val="526575"/>
                    </a:solidFill>
                    <a:latin typeface="Hiragino Sans GB"/>
                    <a:ea typeface="Hiragino Sans GB"/>
                    <a:cs typeface="Hiragino Sans GB"/>
                  </a:rPr>
                  <a:t>存活比例 Sn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526575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</c:title>
        <c:numFmt formatCode="0%"/>
        <c:majorTickMark val="none"/>
        <c:minorTickMark val="none"/>
        <c:tickLblPos val="low"/>
        <c:spPr>
          <a:ln xmlns:a="http://schemas.openxmlformats.org/drawingml/2006/main" w="9525">
            <a:solidFill>
              <a:srgbClr val="8C98A3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26575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50112"/>
        <c:majorUnit val="0.2"/>
      </c:valAx>
      <c:valAx>
        <c:axId val="48650112"/>
        <c:scaling>
          <c:orientation val="minMax"/>
          <c:max val="60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solidFill>
                      <a:srgbClr val="526575"/>
                    </a:solidFill>
                    <a:latin typeface="Hiragino Sans GB"/>
                    <a:ea typeface="Hiragino Sans GB"/>
                    <a:cs typeface="Hiragino Sans GB"/>
                  </a:rPr>
                  <a:t>单程转移次数 n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526575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</c:title>
        <c:numFmt formatCode="0"/>
        <c:majorTickMark val="none"/>
        <c:minorTickMark val="none"/>
        <c:tickLblPos val="low"/>
        <c:spPr>
          <a:ln xmlns:a="http://schemas.openxmlformats.org/drawingml/2006/main" w="9525">
            <a:solidFill>
              <a:srgbClr val="8C98A3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26575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72768"/>
        <c:majorUnit val="1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25">
              <a:solidFill>
                <a:srgbClr val="172B3A"/>
              </a:solidFill>
              <a:latin typeface="Hiragino Sans GB"/>
              <a:ea typeface="Hiragino Sans GB"/>
              <a:cs typeface="Hiragino Sans GB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14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共同模型</c:v>
          </c:tx>
          <c:spPr>
            <a:solidFill xmlns:a="http://schemas.openxmlformats.org/drawingml/2006/main">
              <a:srgbClr val="17679B"/>
            </a:solidFill>
            <a:ln xmlns:a="http://schemas.openxmlformats.org/drawingml/2006/main" w="24765">
              <a:solidFill>
                <a:srgbClr val="17679B"/>
              </a:solidFill>
            </a:ln>
          </c:spPr>
          <c:marker>
            <c:symbol val="none"/>
            <c:size val="4"/>
          </c:marker>
          <c:xVal>
            <c:numRef>
              <c:f>'Chart Data'!$A$2:$A$32</c:f>
              <c:numCache>
                <c:formatCode>General</c:formatCode>
                <c:ptCount val="3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</c:numCache>
            </c:numRef>
          </c:xVal>
          <c:yVal>
            <c:numRef>
              <c:f>'Chart Data'!$B$2:$B$32</c:f>
              <c:numCache>
                <c:formatCode>0%</c:formatCode>
                <c:ptCount val="31"/>
                <c:pt idx="0">
                  <c:v>1</c:v>
                </c:pt>
                <c:pt idx="1">
                  <c:v>0.993530273438</c:v>
                </c:pt>
                <c:pt idx="2">
                  <c:v>0.96337890625</c:v>
                </c:pt>
                <c:pt idx="3">
                  <c:v>0.947998046875</c:v>
                </c:pt>
                <c:pt idx="4">
                  <c:v>0.91357421875</c:v>
                </c:pt>
                <c:pt idx="5">
                  <c:v>0.896850585938</c:v>
                </c:pt>
                <c:pt idx="6">
                  <c:v>0.864868164063</c:v>
                </c:pt>
                <c:pt idx="7">
                  <c:v>0.845581054688</c:v>
                </c:pt>
                <c:pt idx="8">
                  <c:v>0.807861328125</c:v>
                </c:pt>
                <c:pt idx="9">
                  <c:v>0.788818359375</c:v>
                </c:pt>
                <c:pt idx="10">
                  <c:v>0.755737304688</c:v>
                </c:pt>
                <c:pt idx="11">
                  <c:v>0.735107421875</c:v>
                </c:pt>
                <c:pt idx="12">
                  <c:v>0.701171875</c:v>
                </c:pt>
                <c:pt idx="13">
                  <c:v>0.683471679688</c:v>
                </c:pt>
                <c:pt idx="14">
                  <c:v>0.652954101563</c:v>
                </c:pt>
                <c:pt idx="15">
                  <c:v>0.63623046875</c:v>
                </c:pt>
                <c:pt idx="16">
                  <c:v>0.607666015625</c:v>
                </c:pt>
                <c:pt idx="17">
                  <c:v>0.591430664063</c:v>
                </c:pt>
                <c:pt idx="18">
                  <c:v>0.565185546875</c:v>
                </c:pt>
                <c:pt idx="19">
                  <c:v>0.552124023438</c:v>
                </c:pt>
                <c:pt idx="20">
                  <c:v>0.527099609375</c:v>
                </c:pt>
                <c:pt idx="21">
                  <c:v>0.5126953125</c:v>
                </c:pt>
                <c:pt idx="22">
                  <c:v>0.488647460938</c:v>
                </c:pt>
                <c:pt idx="23">
                  <c:v>0.474487304688</c:v>
                </c:pt>
                <c:pt idx="24">
                  <c:v>0.45263671875</c:v>
                </c:pt>
                <c:pt idx="25">
                  <c:v>0.442138671875</c:v>
                </c:pt>
                <c:pt idx="26">
                  <c:v>0.421875</c:v>
                </c:pt>
                <c:pt idx="27">
                  <c:v>0.411254882813</c:v>
                </c:pt>
                <c:pt idx="28">
                  <c:v>0.392822265625</c:v>
                </c:pt>
                <c:pt idx="29">
                  <c:v>0.3857421875</c:v>
                </c:pt>
                <c:pt idx="30">
                  <c:v>0.368041992188</c:v>
                </c:pt>
              </c:numCache>
            </c:numRef>
          </c:yVal>
        </c:ser>
        <c:ser>
          <c:idx val="1"/>
          <c:order val="1"/>
          <c:tx>
            <c:v>论文散点</c:v>
          </c:tx>
          <c:spPr>
            <a:solidFill xmlns:a="http://schemas.openxmlformats.org/drawingml/2006/main">
              <a:srgbClr val="CB6C28"/>
            </a:solidFill>
            <a:ln xmlns:a="http://schemas.openxmlformats.org/drawingml/2006/main" w="0">
              <a:solidFill>
                <a:srgbClr val="CB6C28"/>
              </a:solidFill>
            </a:ln>
          </c:spPr>
          <c:marker>
            <c:symbol val="circle"/>
            <c:size val="7"/>
            <c:spPr>
              <a:solidFill xmlns:a="http://schemas.openxmlformats.org/drawingml/2006/main">
                <a:srgbClr val="CB6C28"/>
              </a:solidFill>
            </c:spPr>
          </c:marker>
          <c:xVal>
            <c:numRef>
              <c:f>'Chart Data'!$C$2:$C$8</c:f>
              <c:numCache>
                <c:formatCode>General</c:formatCode>
                <c:ptCount val="7"/>
                <c:pt idx="0">
                  <c:v>2</c:v>
                </c:pt>
                <c:pt idx="1">
                  <c:v>4</c:v>
                </c:pt>
                <c:pt idx="2">
                  <c:v>8</c:v>
                </c:pt>
                <c:pt idx="3">
                  <c:v>12</c:v>
                </c:pt>
                <c:pt idx="4">
                  <c:v>16</c:v>
                </c:pt>
                <c:pt idx="5">
                  <c:v>20</c:v>
                </c:pt>
                <c:pt idx="6">
                  <c:v>30</c:v>
                </c:pt>
              </c:numCache>
            </c:numRef>
          </c:xVal>
          <c:yVal>
            <c:numRef>
              <c:f>'Chart Data'!$D$2:$D$8</c:f>
              <c:numCache>
                <c:formatCode>0%</c:formatCode>
                <c:ptCount val="7"/>
                <c:pt idx="0">
                  <c:v>0.986698952753</c:v>
                </c:pt>
                <c:pt idx="1">
                  <c:v>0.958271915622</c:v>
                </c:pt>
                <c:pt idx="2">
                  <c:v>0.848354038716</c:v>
                </c:pt>
                <c:pt idx="3">
                  <c:v>0.717196602709</c:v>
                </c:pt>
                <c:pt idx="4">
                  <c:v>0.623527760607</c:v>
                </c:pt>
                <c:pt idx="5">
                  <c:v>0.526482769157</c:v>
                </c:pt>
                <c:pt idx="6">
                  <c:v>0.342366815828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iragino Sans GB"/>
                  <a:ea typeface="Hiragino Sans GB"/>
                  <a:cs typeface="Hiragino Sans GB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DEE5EA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solidFill>
                      <a:srgbClr val="526575"/>
                    </a:solidFill>
                    <a:latin typeface="Hiragino Sans GB"/>
                    <a:ea typeface="Hiragino Sans GB"/>
                    <a:cs typeface="Hiragino Sans GB"/>
                  </a:rPr>
                  <a:t>存活比例 Sn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526575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</c:title>
        <c:numFmt formatCode="0%"/>
        <c:majorTickMark val="none"/>
        <c:minorTickMark val="none"/>
        <c:tickLblPos val="low"/>
        <c:spPr>
          <a:ln xmlns:a="http://schemas.openxmlformats.org/drawingml/2006/main" w="9525">
            <a:solidFill>
              <a:srgbClr val="8C98A3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26575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50112"/>
        <c:majorUnit val="0.2"/>
      </c:valAx>
      <c:valAx>
        <c:axId val="48650112"/>
        <c:scaling>
          <c:orientation val="minMax"/>
          <c:max val="30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solidFill>
                      <a:srgbClr val="526575"/>
                    </a:solidFill>
                    <a:latin typeface="Hiragino Sans GB"/>
                    <a:ea typeface="Hiragino Sans GB"/>
                    <a:cs typeface="Hiragino Sans GB"/>
                  </a:rPr>
                  <a:t>单程转移次数 n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526575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</c:title>
        <c:numFmt formatCode="0"/>
        <c:majorTickMark val="none"/>
        <c:minorTickMark val="none"/>
        <c:tickLblPos val="low"/>
        <c:spPr>
          <a:ln xmlns:a="http://schemas.openxmlformats.org/drawingml/2006/main" w="9525">
            <a:solidFill>
              <a:srgbClr val="8C98A3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26575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72768"/>
        <c:majorUnit val="1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25">
              <a:solidFill>
                <a:srgbClr val="172B3A"/>
              </a:solidFill>
              <a:latin typeface="Hiragino Sans GB"/>
              <a:ea typeface="Hiragino Sans GB"/>
              <a:cs typeface="Hiragino Sans GB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15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共同模型</c:v>
          </c:tx>
          <c:spPr>
            <a:solidFill xmlns:a="http://schemas.openxmlformats.org/drawingml/2006/main">
              <a:srgbClr val="17679B"/>
            </a:solidFill>
            <a:ln xmlns:a="http://schemas.openxmlformats.org/drawingml/2006/main" w="24765">
              <a:solidFill>
                <a:srgbClr val="17679B"/>
              </a:solidFill>
            </a:ln>
          </c:spPr>
          <c:marker>
            <c:symbol val="none"/>
            <c:size val="4"/>
          </c:marker>
          <c:xVal>
            <c:numRef>
              <c:f>'Chart Data'!$A$2:$A$62</c:f>
              <c:numCache>
                <c:formatCode>General</c:formatCode>
                <c:ptCount val="6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</c:numCache>
            </c:numRef>
          </c:xVal>
          <c:yVal>
            <c:numRef>
              <c:f>'Chart Data'!$B$2:$B$62</c:f>
              <c:numCache>
                <c:formatCode>0%</c:formatCode>
                <c:ptCount val="61"/>
                <c:pt idx="0">
                  <c:v>1</c:v>
                </c:pt>
                <c:pt idx="1">
                  <c:v>0.996459960938</c:v>
                </c:pt>
                <c:pt idx="2">
                  <c:v>0.9892578125</c:v>
                </c:pt>
                <c:pt idx="3">
                  <c:v>0.984375</c:v>
                </c:pt>
                <c:pt idx="4">
                  <c:v>0.976196289063</c:v>
                </c:pt>
                <c:pt idx="5">
                  <c:v>0.972045898438</c:v>
                </c:pt>
                <c:pt idx="6">
                  <c:v>0.965454101563</c:v>
                </c:pt>
                <c:pt idx="7">
                  <c:v>0.961059570313</c:v>
                </c:pt>
                <c:pt idx="8">
                  <c:v>0.953002929688</c:v>
                </c:pt>
                <c:pt idx="9">
                  <c:v>0.947387695313</c:v>
                </c:pt>
                <c:pt idx="10">
                  <c:v>0.941650390625</c:v>
                </c:pt>
                <c:pt idx="11">
                  <c:v>0.935668945313</c:v>
                </c:pt>
                <c:pt idx="12">
                  <c:v>0.928466796875</c:v>
                </c:pt>
                <c:pt idx="13">
                  <c:v>0.923217773438</c:v>
                </c:pt>
                <c:pt idx="14">
                  <c:v>0.9140625</c:v>
                </c:pt>
                <c:pt idx="15">
                  <c:v>0.90673828125</c:v>
                </c:pt>
                <c:pt idx="16">
                  <c:v>0.896606445313</c:v>
                </c:pt>
                <c:pt idx="17">
                  <c:v>0.890625</c:v>
                </c:pt>
                <c:pt idx="18">
                  <c:v>0.880981445313</c:v>
                </c:pt>
                <c:pt idx="19">
                  <c:v>0.874633789063</c:v>
                </c:pt>
                <c:pt idx="20">
                  <c:v>0.867309570313</c:v>
                </c:pt>
                <c:pt idx="21">
                  <c:v>0.85888671875</c:v>
                </c:pt>
                <c:pt idx="22">
                  <c:v>0.848022460938</c:v>
                </c:pt>
                <c:pt idx="23">
                  <c:v>0.839477539063</c:v>
                </c:pt>
                <c:pt idx="24">
                  <c:v>0.828979492188</c:v>
                </c:pt>
                <c:pt idx="25">
                  <c:v>0.820556640625</c:v>
                </c:pt>
                <c:pt idx="26">
                  <c:v>0.809448242188</c:v>
                </c:pt>
                <c:pt idx="27">
                  <c:v>0.801635742188</c:v>
                </c:pt>
                <c:pt idx="28">
                  <c:v>0.79150390625</c:v>
                </c:pt>
                <c:pt idx="29">
                  <c:v>0.783081054688</c:v>
                </c:pt>
                <c:pt idx="30">
                  <c:v>0.774658203125</c:v>
                </c:pt>
                <c:pt idx="31">
                  <c:v>0.765991210938</c:v>
                </c:pt>
                <c:pt idx="32">
                  <c:v>0.753662109375</c:v>
                </c:pt>
                <c:pt idx="33">
                  <c:v>0.74658203125</c:v>
                </c:pt>
                <c:pt idx="34">
                  <c:v>0.73681640625</c:v>
                </c:pt>
                <c:pt idx="35">
                  <c:v>0.72802734375</c:v>
                </c:pt>
                <c:pt idx="36">
                  <c:v>0.718139648438</c:v>
                </c:pt>
                <c:pt idx="37">
                  <c:v>0.710693359375</c:v>
                </c:pt>
                <c:pt idx="38">
                  <c:v>0.700805664063</c:v>
                </c:pt>
                <c:pt idx="39">
                  <c:v>0.69287109375</c:v>
                </c:pt>
                <c:pt idx="40">
                  <c:v>0.68359375</c:v>
                </c:pt>
                <c:pt idx="41">
                  <c:v>0.676879882813</c:v>
                </c:pt>
                <c:pt idx="42">
                  <c:v>0.66650390625</c:v>
                </c:pt>
                <c:pt idx="43">
                  <c:v>0.658447265625</c:v>
                </c:pt>
                <c:pt idx="44">
                  <c:v>0.650146484375</c:v>
                </c:pt>
                <c:pt idx="45">
                  <c:v>0.642456054688</c:v>
                </c:pt>
                <c:pt idx="46">
                  <c:v>0.630859375</c:v>
                </c:pt>
                <c:pt idx="47">
                  <c:v>0.625122070313</c:v>
                </c:pt>
                <c:pt idx="48">
                  <c:v>0.617309570313</c:v>
                </c:pt>
                <c:pt idx="49">
                  <c:v>0.611328125</c:v>
                </c:pt>
                <c:pt idx="50">
                  <c:v>0.601318359375</c:v>
                </c:pt>
                <c:pt idx="51">
                  <c:v>0.59375</c:v>
                </c:pt>
                <c:pt idx="52">
                  <c:v>0.583618164063</c:v>
                </c:pt>
                <c:pt idx="53">
                  <c:v>0.575805664063</c:v>
                </c:pt>
                <c:pt idx="54">
                  <c:v>0.568115234375</c:v>
                </c:pt>
                <c:pt idx="55">
                  <c:v>0.562255859375</c:v>
                </c:pt>
                <c:pt idx="56">
                  <c:v>0.553466796875</c:v>
                </c:pt>
                <c:pt idx="57">
                  <c:v>0.546264648438</c:v>
                </c:pt>
                <c:pt idx="58">
                  <c:v>0.53564453125</c:v>
                </c:pt>
                <c:pt idx="59">
                  <c:v>0.529541015625</c:v>
                </c:pt>
                <c:pt idx="60">
                  <c:v>0.52001953125</c:v>
                </c:pt>
              </c:numCache>
            </c:numRef>
          </c:yVal>
        </c:ser>
        <c:ser>
          <c:idx val="1"/>
          <c:order val="1"/>
          <c:tx>
            <c:v>论文散点</c:v>
          </c:tx>
          <c:spPr>
            <a:solidFill xmlns:a="http://schemas.openxmlformats.org/drawingml/2006/main">
              <a:srgbClr val="CB6C28"/>
            </a:solidFill>
            <a:ln xmlns:a="http://schemas.openxmlformats.org/drawingml/2006/main" w="0">
              <a:solidFill>
                <a:srgbClr val="CB6C28"/>
              </a:solidFill>
            </a:ln>
          </c:spPr>
          <c:marker>
            <c:symbol val="circle"/>
            <c:size val="7"/>
            <c:spPr>
              <a:solidFill xmlns:a="http://schemas.openxmlformats.org/drawingml/2006/main">
                <a:srgbClr val="CB6C28"/>
              </a:solidFill>
            </c:spPr>
          </c:marker>
          <c:xVal>
            <c:numRef>
              <c:f>'Chart Data'!$C$2:$C$11</c:f>
              <c:numCache>
                <c:formatCode>General</c:formatCode>
                <c:ptCount val="10"/>
                <c:pt idx="0">
                  <c:v>2</c:v>
                </c:pt>
                <c:pt idx="1">
                  <c:v>4</c:v>
                </c:pt>
                <c:pt idx="2">
                  <c:v>8</c:v>
                </c:pt>
                <c:pt idx="3">
                  <c:v>12</c:v>
                </c:pt>
                <c:pt idx="4">
                  <c:v>16</c:v>
                </c:pt>
                <c:pt idx="5">
                  <c:v>20</c:v>
                </c:pt>
                <c:pt idx="6">
                  <c:v>30</c:v>
                </c:pt>
                <c:pt idx="7">
                  <c:v>40</c:v>
                </c:pt>
                <c:pt idx="8">
                  <c:v>50</c:v>
                </c:pt>
                <c:pt idx="9">
                  <c:v>60</c:v>
                </c:pt>
              </c:numCache>
            </c:numRef>
          </c:xVal>
          <c:yVal>
            <c:numRef>
              <c:f>'Chart Data'!$D$2:$D$11</c:f>
              <c:numCache>
                <c:formatCode>0%</c:formatCode>
                <c:ptCount val="10"/>
                <c:pt idx="0">
                  <c:v>0.991654381942</c:v>
                </c:pt>
                <c:pt idx="1">
                  <c:v>0.98380711589</c:v>
                </c:pt>
                <c:pt idx="2">
                  <c:v>0.959451111237</c:v>
                </c:pt>
                <c:pt idx="3">
                  <c:v>0.918593387005</c:v>
                </c:pt>
                <c:pt idx="4">
                  <c:v>0.874577103092</c:v>
                </c:pt>
                <c:pt idx="5">
                  <c:v>0.823941881891</c:v>
                </c:pt>
                <c:pt idx="6">
                  <c:v>0.689822418805</c:v>
                </c:pt>
                <c:pt idx="7">
                  <c:v>0.583315786354</c:v>
                </c:pt>
                <c:pt idx="8">
                  <c:v>0.492644066439</c:v>
                </c:pt>
                <c:pt idx="9">
                  <c:v>0.414360919495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iragino Sans GB"/>
                  <a:ea typeface="Hiragino Sans GB"/>
                  <a:cs typeface="Hiragino Sans GB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DEE5EA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solidFill>
                      <a:srgbClr val="526575"/>
                    </a:solidFill>
                    <a:latin typeface="Hiragino Sans GB"/>
                    <a:ea typeface="Hiragino Sans GB"/>
                    <a:cs typeface="Hiragino Sans GB"/>
                  </a:rPr>
                  <a:t>存活比例 Sn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526575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</c:title>
        <c:numFmt formatCode="0%"/>
        <c:majorTickMark val="none"/>
        <c:minorTickMark val="none"/>
        <c:tickLblPos val="low"/>
        <c:spPr>
          <a:ln xmlns:a="http://schemas.openxmlformats.org/drawingml/2006/main" w="9525">
            <a:solidFill>
              <a:srgbClr val="8C98A3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26575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50112"/>
        <c:majorUnit val="0.2"/>
      </c:valAx>
      <c:valAx>
        <c:axId val="48650112"/>
        <c:scaling>
          <c:orientation val="minMax"/>
          <c:max val="60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solidFill>
                      <a:srgbClr val="526575"/>
                    </a:solidFill>
                    <a:latin typeface="Hiragino Sans GB"/>
                    <a:ea typeface="Hiragino Sans GB"/>
                    <a:cs typeface="Hiragino Sans GB"/>
                  </a:rPr>
                  <a:t>单程转移次数 n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526575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</c:title>
        <c:numFmt formatCode="0"/>
        <c:majorTickMark val="none"/>
        <c:minorTickMark val="none"/>
        <c:tickLblPos val="low"/>
        <c:spPr>
          <a:ln xmlns:a="http://schemas.openxmlformats.org/drawingml/2006/main" w="9525">
            <a:solidFill>
              <a:srgbClr val="8C98A3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26575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72768"/>
        <c:majorUnit val="1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25">
              <a:solidFill>
                <a:srgbClr val="172B3A"/>
              </a:solidFill>
              <a:latin typeface="Hiragino Sans GB"/>
              <a:ea typeface="Hiragino Sans GB"/>
              <a:cs typeface="Hiragino Sans GB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16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共同模型</c:v>
          </c:tx>
          <c:spPr>
            <a:solidFill xmlns:a="http://schemas.openxmlformats.org/drawingml/2006/main">
              <a:srgbClr val="17679B"/>
            </a:solidFill>
            <a:ln xmlns:a="http://schemas.openxmlformats.org/drawingml/2006/main" w="24765">
              <a:solidFill>
                <a:srgbClr val="17679B"/>
              </a:solidFill>
            </a:ln>
          </c:spPr>
          <c:marker>
            <c:symbol val="none"/>
            <c:size val="4"/>
          </c:marker>
          <c:xVal>
            <c:numRef>
              <c:f>'Chart Data'!$A$2:$A$62</c:f>
              <c:numCache>
                <c:formatCode>General</c:formatCode>
                <c:ptCount val="6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</c:numCache>
            </c:numRef>
          </c:xVal>
          <c:yVal>
            <c:numRef>
              <c:f>'Chart Data'!$B$2:$B$62</c:f>
              <c:numCache>
                <c:formatCode>0%</c:formatCode>
                <c:ptCount val="61"/>
                <c:pt idx="0">
                  <c:v>1</c:v>
                </c:pt>
                <c:pt idx="1">
                  <c:v>0.995727539063</c:v>
                </c:pt>
                <c:pt idx="2">
                  <c:v>0.988891601563</c:v>
                </c:pt>
                <c:pt idx="3">
                  <c:v>0.986083984375</c:v>
                </c:pt>
                <c:pt idx="4">
                  <c:v>0.979125976563</c:v>
                </c:pt>
                <c:pt idx="5">
                  <c:v>0.974609375</c:v>
                </c:pt>
                <c:pt idx="6">
                  <c:v>0.968139648438</c:v>
                </c:pt>
                <c:pt idx="7">
                  <c:v>0.96337890625</c:v>
                </c:pt>
                <c:pt idx="8">
                  <c:v>0.955322265625</c:v>
                </c:pt>
                <c:pt idx="9">
                  <c:v>0.94921875</c:v>
                </c:pt>
                <c:pt idx="10">
                  <c:v>0.941650390625</c:v>
                </c:pt>
                <c:pt idx="11">
                  <c:v>0.936767578125</c:v>
                </c:pt>
                <c:pt idx="12">
                  <c:v>0.929931640625</c:v>
                </c:pt>
                <c:pt idx="13">
                  <c:v>0.924560546875</c:v>
                </c:pt>
                <c:pt idx="14">
                  <c:v>0.918090820313</c:v>
                </c:pt>
                <c:pt idx="15">
                  <c:v>0.911010742188</c:v>
                </c:pt>
                <c:pt idx="16">
                  <c:v>0.90234375</c:v>
                </c:pt>
                <c:pt idx="17">
                  <c:v>0.895263671875</c:v>
                </c:pt>
                <c:pt idx="18">
                  <c:v>0.886352539063</c:v>
                </c:pt>
                <c:pt idx="19">
                  <c:v>0.880615234375</c:v>
                </c:pt>
                <c:pt idx="20">
                  <c:v>0.868896484375</c:v>
                </c:pt>
                <c:pt idx="21">
                  <c:v>0.862182617188</c:v>
                </c:pt>
                <c:pt idx="22">
                  <c:v>0.854248046875</c:v>
                </c:pt>
                <c:pt idx="23">
                  <c:v>0.8466796875</c:v>
                </c:pt>
                <c:pt idx="24">
                  <c:v>0.838134765625</c:v>
                </c:pt>
                <c:pt idx="25">
                  <c:v>0.829345703125</c:v>
                </c:pt>
                <c:pt idx="26">
                  <c:v>0.818237304688</c:v>
                </c:pt>
                <c:pt idx="27">
                  <c:v>0.811157226563</c:v>
                </c:pt>
                <c:pt idx="28">
                  <c:v>0.80078125</c:v>
                </c:pt>
                <c:pt idx="29">
                  <c:v>0.79248046875</c:v>
                </c:pt>
                <c:pt idx="30">
                  <c:v>0.784301757813</c:v>
                </c:pt>
                <c:pt idx="31">
                  <c:v>0.7763671875</c:v>
                </c:pt>
                <c:pt idx="32">
                  <c:v>0.764770507813</c:v>
                </c:pt>
                <c:pt idx="33">
                  <c:v>0.756469726563</c:v>
                </c:pt>
                <c:pt idx="34">
                  <c:v>0.744262695313</c:v>
                </c:pt>
                <c:pt idx="35">
                  <c:v>0.734497070313</c:v>
                </c:pt>
                <c:pt idx="36">
                  <c:v>0.724975585938</c:v>
                </c:pt>
                <c:pt idx="37">
                  <c:v>0.718017578125</c:v>
                </c:pt>
                <c:pt idx="38">
                  <c:v>0.707763671875</c:v>
                </c:pt>
                <c:pt idx="39">
                  <c:v>0.700439453125</c:v>
                </c:pt>
                <c:pt idx="40">
                  <c:v>0.690185546875</c:v>
                </c:pt>
                <c:pt idx="41">
                  <c:v>0.682861328125</c:v>
                </c:pt>
                <c:pt idx="42">
                  <c:v>0.673461914063</c:v>
                </c:pt>
                <c:pt idx="43">
                  <c:v>0.667114257813</c:v>
                </c:pt>
                <c:pt idx="44">
                  <c:v>0.656616210938</c:v>
                </c:pt>
                <c:pt idx="45">
                  <c:v>0.64794921875</c:v>
                </c:pt>
                <c:pt idx="46">
                  <c:v>0.638793945313</c:v>
                </c:pt>
                <c:pt idx="47">
                  <c:v>0.630859375</c:v>
                </c:pt>
                <c:pt idx="48">
                  <c:v>0.621948242188</c:v>
                </c:pt>
                <c:pt idx="49">
                  <c:v>0.61376953125</c:v>
                </c:pt>
                <c:pt idx="50">
                  <c:v>0.605102539063</c:v>
                </c:pt>
                <c:pt idx="51">
                  <c:v>0.597900390625</c:v>
                </c:pt>
                <c:pt idx="52">
                  <c:v>0.588623046875</c:v>
                </c:pt>
                <c:pt idx="53">
                  <c:v>0.581298828125</c:v>
                </c:pt>
                <c:pt idx="54">
                  <c:v>0.573364257813</c:v>
                </c:pt>
                <c:pt idx="55">
                  <c:v>0.566284179688</c:v>
                </c:pt>
                <c:pt idx="56">
                  <c:v>0.557739257813</c:v>
                </c:pt>
                <c:pt idx="57">
                  <c:v>0.552368164063</c:v>
                </c:pt>
                <c:pt idx="58">
                  <c:v>0.54345703125</c:v>
                </c:pt>
                <c:pt idx="59">
                  <c:v>0.536376953125</c:v>
                </c:pt>
                <c:pt idx="60">
                  <c:v>0.526733398438</c:v>
                </c:pt>
              </c:numCache>
            </c:numRef>
          </c:yVal>
        </c:ser>
        <c:ser>
          <c:idx val="1"/>
          <c:order val="1"/>
          <c:tx>
            <c:v>论文散点</c:v>
          </c:tx>
          <c:spPr>
            <a:solidFill xmlns:a="http://schemas.openxmlformats.org/drawingml/2006/main">
              <a:srgbClr val="CB6C28"/>
            </a:solidFill>
            <a:ln xmlns:a="http://schemas.openxmlformats.org/drawingml/2006/main" w="0">
              <a:solidFill>
                <a:srgbClr val="CB6C28"/>
              </a:solidFill>
            </a:ln>
          </c:spPr>
          <c:marker>
            <c:symbol val="circle"/>
            <c:size val="7"/>
            <c:spPr>
              <a:solidFill xmlns:a="http://schemas.openxmlformats.org/drawingml/2006/main">
                <a:srgbClr val="CB6C28"/>
              </a:solidFill>
            </c:spPr>
          </c:marker>
          <c:xVal>
            <c:numRef>
              <c:f>'Chart Data'!$C$2:$C$11</c:f>
              <c:numCache>
                <c:formatCode>General</c:formatCode>
                <c:ptCount val="10"/>
                <c:pt idx="0">
                  <c:v>2</c:v>
                </c:pt>
                <c:pt idx="1">
                  <c:v>4</c:v>
                </c:pt>
                <c:pt idx="2">
                  <c:v>8</c:v>
                </c:pt>
                <c:pt idx="3">
                  <c:v>12</c:v>
                </c:pt>
                <c:pt idx="4">
                  <c:v>16</c:v>
                </c:pt>
                <c:pt idx="5">
                  <c:v>20</c:v>
                </c:pt>
                <c:pt idx="6">
                  <c:v>30</c:v>
                </c:pt>
                <c:pt idx="7">
                  <c:v>40</c:v>
                </c:pt>
                <c:pt idx="8">
                  <c:v>50</c:v>
                </c:pt>
                <c:pt idx="9">
                  <c:v>60</c:v>
                </c:pt>
              </c:numCache>
            </c:numRef>
          </c:xVal>
          <c:yVal>
            <c:numRef>
              <c:f>'Chart Data'!$D$2:$D$11</c:f>
              <c:numCache>
                <c:formatCode>0%</c:formatCode>
                <c:ptCount val="10"/>
                <c:pt idx="0">
                  <c:v>0.985779460935</c:v>
                </c:pt>
                <c:pt idx="1">
                  <c:v>0.986530496237</c:v>
                </c:pt>
                <c:pt idx="2">
                  <c:v>0.981729485522</c:v>
                </c:pt>
                <c:pt idx="3">
                  <c:v>0.957640203686</c:v>
                </c:pt>
                <c:pt idx="4">
                  <c:v>0.944655013886</c:v>
                </c:pt>
                <c:pt idx="5">
                  <c:v>0.913462482278</c:v>
                </c:pt>
                <c:pt idx="6">
                  <c:v>0.815462903902</c:v>
                </c:pt>
                <c:pt idx="7">
                  <c:v>0.726833719247</c:v>
                </c:pt>
                <c:pt idx="8">
                  <c:v>0.650186004316</c:v>
                </c:pt>
                <c:pt idx="9">
                  <c:v>0.573222433417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iragino Sans GB"/>
                  <a:ea typeface="Hiragino Sans GB"/>
                  <a:cs typeface="Hiragino Sans GB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DEE5EA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solidFill>
                      <a:srgbClr val="526575"/>
                    </a:solidFill>
                    <a:latin typeface="Hiragino Sans GB"/>
                    <a:ea typeface="Hiragino Sans GB"/>
                    <a:cs typeface="Hiragino Sans GB"/>
                  </a:rPr>
                  <a:t>存活比例 Sn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526575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</c:title>
        <c:numFmt formatCode="0%"/>
        <c:majorTickMark val="none"/>
        <c:minorTickMark val="none"/>
        <c:tickLblPos val="low"/>
        <c:spPr>
          <a:ln xmlns:a="http://schemas.openxmlformats.org/drawingml/2006/main" w="9525">
            <a:solidFill>
              <a:srgbClr val="8C98A3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26575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50112"/>
        <c:majorUnit val="0.2"/>
      </c:valAx>
      <c:valAx>
        <c:axId val="48650112"/>
        <c:scaling>
          <c:orientation val="minMax"/>
          <c:max val="60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solidFill>
                      <a:srgbClr val="526575"/>
                    </a:solidFill>
                    <a:latin typeface="Hiragino Sans GB"/>
                    <a:ea typeface="Hiragino Sans GB"/>
                    <a:cs typeface="Hiragino Sans GB"/>
                  </a:rPr>
                  <a:t>单程转移次数 n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526575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</c:title>
        <c:numFmt formatCode="0"/>
        <c:majorTickMark val="none"/>
        <c:minorTickMark val="none"/>
        <c:tickLblPos val="low"/>
        <c:spPr>
          <a:ln xmlns:a="http://schemas.openxmlformats.org/drawingml/2006/main" w="9525">
            <a:solidFill>
              <a:srgbClr val="8C98A3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26575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72768"/>
        <c:majorUnit val="1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25">
              <a:solidFill>
                <a:srgbClr val="172B3A"/>
              </a:solidFill>
              <a:latin typeface="Hiragino Sans GB"/>
              <a:ea typeface="Hiragino Sans GB"/>
              <a:cs typeface="Hiragino Sans GB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17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共同模型</c:v>
          </c:tx>
          <c:spPr>
            <a:solidFill xmlns:a="http://schemas.openxmlformats.org/drawingml/2006/main">
              <a:srgbClr val="17679B"/>
            </a:solidFill>
            <a:ln xmlns:a="http://schemas.openxmlformats.org/drawingml/2006/main" w="24765">
              <a:solidFill>
                <a:srgbClr val="17679B"/>
              </a:solidFill>
            </a:ln>
          </c:spPr>
          <c:marker>
            <c:symbol val="none"/>
            <c:size val="4"/>
          </c:marker>
          <c:xVal>
            <c:numRef>
              <c:f>'Chart Data'!$A$2:$A$62</c:f>
              <c:numCache>
                <c:formatCode>General</c:formatCode>
                <c:ptCount val="6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</c:numCache>
            </c:numRef>
          </c:xVal>
          <c:yVal>
            <c:numRef>
              <c:f>'Chart Data'!$B$2:$B$62</c:f>
              <c:numCache>
                <c:formatCode>0%</c:formatCode>
                <c:ptCount val="61"/>
                <c:pt idx="0">
                  <c:v>1</c:v>
                </c:pt>
                <c:pt idx="1">
                  <c:v>0.996337890625</c:v>
                </c:pt>
                <c:pt idx="2">
                  <c:v>0.987060546875</c:v>
                </c:pt>
                <c:pt idx="3">
                  <c:v>0.982543945313</c:v>
                </c:pt>
                <c:pt idx="4">
                  <c:v>0.978271484375</c:v>
                </c:pt>
                <c:pt idx="5">
                  <c:v>0.974365234375</c:v>
                </c:pt>
                <c:pt idx="6">
                  <c:v>0.970581054688</c:v>
                </c:pt>
                <c:pt idx="7">
                  <c:v>0.968139648438</c:v>
                </c:pt>
                <c:pt idx="8">
                  <c:v>0.964599609375</c:v>
                </c:pt>
                <c:pt idx="9">
                  <c:v>0.961303710938</c:v>
                </c:pt>
                <c:pt idx="10">
                  <c:v>0.955932617188</c:v>
                </c:pt>
                <c:pt idx="11">
                  <c:v>0.952514648438</c:v>
                </c:pt>
                <c:pt idx="12">
                  <c:v>0.94775390625</c:v>
                </c:pt>
                <c:pt idx="13">
                  <c:v>0.943359375</c:v>
                </c:pt>
                <c:pt idx="14">
                  <c:v>0.936767578125</c:v>
                </c:pt>
                <c:pt idx="15">
                  <c:v>0.931274414063</c:v>
                </c:pt>
                <c:pt idx="16">
                  <c:v>0.925170898438</c:v>
                </c:pt>
                <c:pt idx="17">
                  <c:v>0.919189453125</c:v>
                </c:pt>
                <c:pt idx="18">
                  <c:v>0.91357421875</c:v>
                </c:pt>
                <c:pt idx="19">
                  <c:v>0.907592773438</c:v>
                </c:pt>
                <c:pt idx="20">
                  <c:v>0.90283203125</c:v>
                </c:pt>
                <c:pt idx="21">
                  <c:v>0.897216796875</c:v>
                </c:pt>
                <c:pt idx="22">
                  <c:v>0.892578125</c:v>
                </c:pt>
                <c:pt idx="23">
                  <c:v>0.886474609375</c:v>
                </c:pt>
                <c:pt idx="24">
                  <c:v>0.880615234375</c:v>
                </c:pt>
                <c:pt idx="25">
                  <c:v>0.874755859375</c:v>
                </c:pt>
                <c:pt idx="26">
                  <c:v>0.8701171875</c:v>
                </c:pt>
                <c:pt idx="27">
                  <c:v>0.863647460938</c:v>
                </c:pt>
                <c:pt idx="28">
                  <c:v>0.85546875</c:v>
                </c:pt>
                <c:pt idx="29">
                  <c:v>0.849731445313</c:v>
                </c:pt>
                <c:pt idx="30">
                  <c:v>0.844116210938</c:v>
                </c:pt>
                <c:pt idx="31">
                  <c:v>0.83740234375</c:v>
                </c:pt>
                <c:pt idx="32">
                  <c:v>0.830932617188</c:v>
                </c:pt>
                <c:pt idx="33">
                  <c:v>0.826293945313</c:v>
                </c:pt>
                <c:pt idx="34">
                  <c:v>0.819213867188</c:v>
                </c:pt>
                <c:pt idx="35">
                  <c:v>0.814453125</c:v>
                </c:pt>
                <c:pt idx="36">
                  <c:v>0.806396484375</c:v>
                </c:pt>
                <c:pt idx="37">
                  <c:v>0.800170898438</c:v>
                </c:pt>
                <c:pt idx="38">
                  <c:v>0.792602539063</c:v>
                </c:pt>
                <c:pt idx="39">
                  <c:v>0.785034179688</c:v>
                </c:pt>
                <c:pt idx="40">
                  <c:v>0.776611328125</c:v>
                </c:pt>
                <c:pt idx="41">
                  <c:v>0.76806640625</c:v>
                </c:pt>
                <c:pt idx="42">
                  <c:v>0.760009765625</c:v>
                </c:pt>
                <c:pt idx="43">
                  <c:v>0.752807617188</c:v>
                </c:pt>
                <c:pt idx="44">
                  <c:v>0.745727539063</c:v>
                </c:pt>
                <c:pt idx="45">
                  <c:v>0.739013671875</c:v>
                </c:pt>
                <c:pt idx="46">
                  <c:v>0.732299804688</c:v>
                </c:pt>
                <c:pt idx="47">
                  <c:v>0.7255859375</c:v>
                </c:pt>
                <c:pt idx="48">
                  <c:v>0.71923828125</c:v>
                </c:pt>
                <c:pt idx="49">
                  <c:v>0.712890625</c:v>
                </c:pt>
                <c:pt idx="50">
                  <c:v>0.704711914063</c:v>
                </c:pt>
                <c:pt idx="51">
                  <c:v>0.69873046875</c:v>
                </c:pt>
                <c:pt idx="52">
                  <c:v>0.691284179688</c:v>
                </c:pt>
                <c:pt idx="53">
                  <c:v>0.684448242188</c:v>
                </c:pt>
                <c:pt idx="54">
                  <c:v>0.677734375</c:v>
                </c:pt>
                <c:pt idx="55">
                  <c:v>0.670654296875</c:v>
                </c:pt>
                <c:pt idx="56">
                  <c:v>0.664184570313</c:v>
                </c:pt>
                <c:pt idx="57">
                  <c:v>0.657836914063</c:v>
                </c:pt>
                <c:pt idx="58">
                  <c:v>0.651245117188</c:v>
                </c:pt>
                <c:pt idx="59">
                  <c:v>0.643798828125</c:v>
                </c:pt>
                <c:pt idx="60">
                  <c:v>0.634765625</c:v>
                </c:pt>
              </c:numCache>
            </c:numRef>
          </c:yVal>
        </c:ser>
        <c:ser>
          <c:idx val="1"/>
          <c:order val="1"/>
          <c:tx>
            <c:v>论文散点</c:v>
          </c:tx>
          <c:spPr>
            <a:solidFill xmlns:a="http://schemas.openxmlformats.org/drawingml/2006/main">
              <a:srgbClr val="CB6C28"/>
            </a:solidFill>
            <a:ln xmlns:a="http://schemas.openxmlformats.org/drawingml/2006/main" w="0">
              <a:solidFill>
                <a:srgbClr val="CB6C28"/>
              </a:solidFill>
            </a:ln>
          </c:spPr>
          <c:marker>
            <c:symbol val="circle"/>
            <c:size val="7"/>
            <c:spPr>
              <a:solidFill xmlns:a="http://schemas.openxmlformats.org/drawingml/2006/main">
                <a:srgbClr val="CB6C28"/>
              </a:solidFill>
            </c:spPr>
          </c:marker>
          <c:xVal>
            <c:numRef>
              <c:f>'Chart Data'!$C$2:$C$11</c:f>
              <c:numCache>
                <c:formatCode>General</c:formatCode>
                <c:ptCount val="10"/>
                <c:pt idx="0">
                  <c:v>2</c:v>
                </c:pt>
                <c:pt idx="1">
                  <c:v>4</c:v>
                </c:pt>
                <c:pt idx="2">
                  <c:v>8</c:v>
                </c:pt>
                <c:pt idx="3">
                  <c:v>12</c:v>
                </c:pt>
                <c:pt idx="4">
                  <c:v>16</c:v>
                </c:pt>
                <c:pt idx="5">
                  <c:v>20</c:v>
                </c:pt>
                <c:pt idx="6">
                  <c:v>30</c:v>
                </c:pt>
                <c:pt idx="7">
                  <c:v>40</c:v>
                </c:pt>
                <c:pt idx="8">
                  <c:v>50</c:v>
                </c:pt>
                <c:pt idx="9">
                  <c:v>60</c:v>
                </c:pt>
              </c:numCache>
            </c:numRef>
          </c:xVal>
          <c:yVal>
            <c:numRef>
              <c:f>'Chart Data'!$D$2:$D$11</c:f>
              <c:numCache>
                <c:formatCode>0%</c:formatCode>
                <c:ptCount val="10"/>
                <c:pt idx="0">
                  <c:v>0.989997892865</c:v>
                </c:pt>
                <c:pt idx="1">
                  <c:v>0.989632903746</c:v>
                </c:pt>
                <c:pt idx="2">
                  <c:v>0.982038322468</c:v>
                </c:pt>
                <c:pt idx="3">
                  <c:v>0.971734398886</c:v>
                </c:pt>
                <c:pt idx="4">
                  <c:v>0.958805361257</c:v>
                </c:pt>
                <c:pt idx="5">
                  <c:v>0.940373410762</c:v>
                </c:pt>
                <c:pt idx="6">
                  <c:v>0.898736575142</c:v>
                </c:pt>
                <c:pt idx="7">
                  <c:v>0.815350599558</c:v>
                </c:pt>
                <c:pt idx="8">
                  <c:v>0.741201656286</c:v>
                </c:pt>
                <c:pt idx="9">
                  <c:v>0.663381764762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iragino Sans GB"/>
                  <a:ea typeface="Hiragino Sans GB"/>
                  <a:cs typeface="Hiragino Sans GB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DEE5EA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solidFill>
                      <a:srgbClr val="526575"/>
                    </a:solidFill>
                    <a:latin typeface="Hiragino Sans GB"/>
                    <a:ea typeface="Hiragino Sans GB"/>
                    <a:cs typeface="Hiragino Sans GB"/>
                  </a:rPr>
                  <a:t>存活比例 Sn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526575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</c:title>
        <c:numFmt formatCode="0%"/>
        <c:majorTickMark val="none"/>
        <c:minorTickMark val="none"/>
        <c:tickLblPos val="low"/>
        <c:spPr>
          <a:ln xmlns:a="http://schemas.openxmlformats.org/drawingml/2006/main" w="9525">
            <a:solidFill>
              <a:srgbClr val="8C98A3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26575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50112"/>
        <c:majorUnit val="0.2"/>
      </c:valAx>
      <c:valAx>
        <c:axId val="48650112"/>
        <c:scaling>
          <c:orientation val="minMax"/>
          <c:max val="60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solidFill>
                      <a:srgbClr val="526575"/>
                    </a:solidFill>
                    <a:latin typeface="Hiragino Sans GB"/>
                    <a:ea typeface="Hiragino Sans GB"/>
                    <a:cs typeface="Hiragino Sans GB"/>
                  </a:rPr>
                  <a:t>单程转移次数 n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526575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</c:title>
        <c:numFmt formatCode="0"/>
        <c:majorTickMark val="none"/>
        <c:minorTickMark val="none"/>
        <c:tickLblPos val="low"/>
        <c:spPr>
          <a:ln xmlns:a="http://schemas.openxmlformats.org/drawingml/2006/main" w="9525">
            <a:solidFill>
              <a:srgbClr val="8C98A3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26575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72768"/>
        <c:majorUnit val="1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25">
              <a:solidFill>
                <a:srgbClr val="172B3A"/>
              </a:solidFill>
              <a:latin typeface="Hiragino Sans GB"/>
              <a:ea typeface="Hiragino Sans GB"/>
              <a:cs typeface="Hiragino Sans GB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18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焦点重合</c:v>
          </c:tx>
          <c:spPr>
            <a:solidFill xmlns:a="http://schemas.openxmlformats.org/drawingml/2006/main">
              <a:srgbClr val="17679B"/>
            </a:solidFill>
            <a:ln xmlns:a="http://schemas.openxmlformats.org/drawingml/2006/main" w="24765">
              <a:solidFill>
                <a:srgbClr val="17679B"/>
              </a:solidFill>
            </a:ln>
          </c:spPr>
          <c:marker>
            <c:symbol val="none"/>
            <c:size val="4"/>
          </c:marker>
          <c:xVal>
            <c:numRef>
              <c:f>'Chart Data'!$A$2:$A$122</c:f>
              <c:numCache>
                <c:formatCode>General</c:formatCode>
                <c:ptCount val="121"/>
                <c:pt idx="0">
                  <c:v>-12</c:v>
                </c:pt>
                <c:pt idx="1">
                  <c:v>-11.8</c:v>
                </c:pt>
                <c:pt idx="2">
                  <c:v>-11.6</c:v>
                </c:pt>
                <c:pt idx="3">
                  <c:v>-11.4</c:v>
                </c:pt>
                <c:pt idx="4">
                  <c:v>-11.2</c:v>
                </c:pt>
                <c:pt idx="5">
                  <c:v>-11</c:v>
                </c:pt>
                <c:pt idx="6">
                  <c:v>-10.8</c:v>
                </c:pt>
                <c:pt idx="7">
                  <c:v>-10.6</c:v>
                </c:pt>
                <c:pt idx="8">
                  <c:v>-10.4</c:v>
                </c:pt>
                <c:pt idx="9">
                  <c:v>-10.2</c:v>
                </c:pt>
                <c:pt idx="10">
                  <c:v>-10</c:v>
                </c:pt>
                <c:pt idx="11">
                  <c:v>-9.8</c:v>
                </c:pt>
                <c:pt idx="12">
                  <c:v>-9.6</c:v>
                </c:pt>
                <c:pt idx="13">
                  <c:v>-9.4</c:v>
                </c:pt>
                <c:pt idx="14">
                  <c:v>-9.2</c:v>
                </c:pt>
                <c:pt idx="15">
                  <c:v>-9</c:v>
                </c:pt>
                <c:pt idx="16">
                  <c:v>-8.8</c:v>
                </c:pt>
                <c:pt idx="17">
                  <c:v>-8.6</c:v>
                </c:pt>
                <c:pt idx="18">
                  <c:v>-8.4</c:v>
                </c:pt>
                <c:pt idx="19">
                  <c:v>-8.2</c:v>
                </c:pt>
                <c:pt idx="20">
                  <c:v>-8</c:v>
                </c:pt>
                <c:pt idx="21">
                  <c:v>-7.8</c:v>
                </c:pt>
                <c:pt idx="22">
                  <c:v>-7.6</c:v>
                </c:pt>
                <c:pt idx="23">
                  <c:v>-7.4</c:v>
                </c:pt>
                <c:pt idx="24">
                  <c:v>-7.2</c:v>
                </c:pt>
                <c:pt idx="25">
                  <c:v>-7</c:v>
                </c:pt>
                <c:pt idx="26">
                  <c:v>-6.8</c:v>
                </c:pt>
                <c:pt idx="27">
                  <c:v>-6.6</c:v>
                </c:pt>
                <c:pt idx="28">
                  <c:v>-6.4</c:v>
                </c:pt>
                <c:pt idx="29">
                  <c:v>-6.2</c:v>
                </c:pt>
                <c:pt idx="30">
                  <c:v>-6</c:v>
                </c:pt>
                <c:pt idx="31">
                  <c:v>-5.8</c:v>
                </c:pt>
                <c:pt idx="32">
                  <c:v>-5.6</c:v>
                </c:pt>
                <c:pt idx="33">
                  <c:v>-5.4</c:v>
                </c:pt>
                <c:pt idx="34">
                  <c:v>-5.2</c:v>
                </c:pt>
                <c:pt idx="35">
                  <c:v>-5</c:v>
                </c:pt>
                <c:pt idx="36">
                  <c:v>-4.8</c:v>
                </c:pt>
                <c:pt idx="37">
                  <c:v>-4.6</c:v>
                </c:pt>
                <c:pt idx="38">
                  <c:v>-4.4</c:v>
                </c:pt>
                <c:pt idx="39">
                  <c:v>-4.2</c:v>
                </c:pt>
                <c:pt idx="40">
                  <c:v>-4</c:v>
                </c:pt>
                <c:pt idx="41">
                  <c:v>-3.8</c:v>
                </c:pt>
                <c:pt idx="42">
                  <c:v>-3.6</c:v>
                </c:pt>
                <c:pt idx="43">
                  <c:v>-3.4</c:v>
                </c:pt>
                <c:pt idx="44">
                  <c:v>-3.2</c:v>
                </c:pt>
                <c:pt idx="45">
                  <c:v>-3</c:v>
                </c:pt>
                <c:pt idx="46">
                  <c:v>-2.8</c:v>
                </c:pt>
                <c:pt idx="47">
                  <c:v>-2.6</c:v>
                </c:pt>
                <c:pt idx="48">
                  <c:v>-2.4</c:v>
                </c:pt>
                <c:pt idx="49">
                  <c:v>-2.2</c:v>
                </c:pt>
                <c:pt idx="50">
                  <c:v>-2</c:v>
                </c:pt>
                <c:pt idx="51">
                  <c:v>-1.8</c:v>
                </c:pt>
                <c:pt idx="52">
                  <c:v>-1.6</c:v>
                </c:pt>
                <c:pt idx="53">
                  <c:v>-1.4</c:v>
                </c:pt>
                <c:pt idx="54">
                  <c:v>-1.2</c:v>
                </c:pt>
                <c:pt idx="55">
                  <c:v>-1</c:v>
                </c:pt>
                <c:pt idx="56">
                  <c:v>-0.8</c:v>
                </c:pt>
                <c:pt idx="57">
                  <c:v>-0.6</c:v>
                </c:pt>
                <c:pt idx="58">
                  <c:v>-0.4</c:v>
                </c:pt>
                <c:pt idx="59">
                  <c:v>-0.2</c:v>
                </c:pt>
                <c:pt idx="60">
                  <c:v>0</c:v>
                </c:pt>
                <c:pt idx="61">
                  <c:v>0.2</c:v>
                </c:pt>
                <c:pt idx="62">
                  <c:v>0.4</c:v>
                </c:pt>
                <c:pt idx="63">
                  <c:v>0.6</c:v>
                </c:pt>
                <c:pt idx="64">
                  <c:v>0.8</c:v>
                </c:pt>
                <c:pt idx="65">
                  <c:v>1</c:v>
                </c:pt>
                <c:pt idx="66">
                  <c:v>1.2</c:v>
                </c:pt>
                <c:pt idx="67">
                  <c:v>1.4</c:v>
                </c:pt>
                <c:pt idx="68">
                  <c:v>1.6</c:v>
                </c:pt>
                <c:pt idx="69">
                  <c:v>1.8</c:v>
                </c:pt>
                <c:pt idx="70">
                  <c:v>2</c:v>
                </c:pt>
                <c:pt idx="71">
                  <c:v>2.2</c:v>
                </c:pt>
                <c:pt idx="72">
                  <c:v>2.4</c:v>
                </c:pt>
                <c:pt idx="73">
                  <c:v>2.6</c:v>
                </c:pt>
                <c:pt idx="74">
                  <c:v>2.8</c:v>
                </c:pt>
                <c:pt idx="75">
                  <c:v>3</c:v>
                </c:pt>
                <c:pt idx="76">
                  <c:v>3.2</c:v>
                </c:pt>
                <c:pt idx="77">
                  <c:v>3.4</c:v>
                </c:pt>
                <c:pt idx="78">
                  <c:v>3.6</c:v>
                </c:pt>
                <c:pt idx="79">
                  <c:v>3.8</c:v>
                </c:pt>
                <c:pt idx="80">
                  <c:v>4</c:v>
                </c:pt>
                <c:pt idx="81">
                  <c:v>4.2</c:v>
                </c:pt>
                <c:pt idx="82">
                  <c:v>4.4</c:v>
                </c:pt>
                <c:pt idx="83">
                  <c:v>4.6</c:v>
                </c:pt>
                <c:pt idx="84">
                  <c:v>4.8</c:v>
                </c:pt>
                <c:pt idx="85">
                  <c:v>5</c:v>
                </c:pt>
                <c:pt idx="86">
                  <c:v>5.2</c:v>
                </c:pt>
                <c:pt idx="87">
                  <c:v>5.4</c:v>
                </c:pt>
                <c:pt idx="88">
                  <c:v>5.6</c:v>
                </c:pt>
                <c:pt idx="89">
                  <c:v>5.8</c:v>
                </c:pt>
                <c:pt idx="90">
                  <c:v>6</c:v>
                </c:pt>
                <c:pt idx="91">
                  <c:v>6.2</c:v>
                </c:pt>
                <c:pt idx="92">
                  <c:v>6.4</c:v>
                </c:pt>
                <c:pt idx="93">
                  <c:v>6.6</c:v>
                </c:pt>
                <c:pt idx="94">
                  <c:v>6.8</c:v>
                </c:pt>
                <c:pt idx="95">
                  <c:v>7</c:v>
                </c:pt>
                <c:pt idx="96">
                  <c:v>7.2</c:v>
                </c:pt>
                <c:pt idx="97">
                  <c:v>7.4</c:v>
                </c:pt>
                <c:pt idx="98">
                  <c:v>7.6</c:v>
                </c:pt>
                <c:pt idx="99">
                  <c:v>7.8</c:v>
                </c:pt>
                <c:pt idx="100">
                  <c:v>8</c:v>
                </c:pt>
                <c:pt idx="101">
                  <c:v>8.2</c:v>
                </c:pt>
                <c:pt idx="102">
                  <c:v>8.4</c:v>
                </c:pt>
                <c:pt idx="103">
                  <c:v>8.6</c:v>
                </c:pt>
                <c:pt idx="104">
                  <c:v>8.8</c:v>
                </c:pt>
                <c:pt idx="105">
                  <c:v>9</c:v>
                </c:pt>
                <c:pt idx="106">
                  <c:v>9.2</c:v>
                </c:pt>
                <c:pt idx="107">
                  <c:v>9.4</c:v>
                </c:pt>
                <c:pt idx="108">
                  <c:v>9.6</c:v>
                </c:pt>
                <c:pt idx="109">
                  <c:v>9.8</c:v>
                </c:pt>
                <c:pt idx="110">
                  <c:v>10</c:v>
                </c:pt>
                <c:pt idx="111">
                  <c:v>10.2</c:v>
                </c:pt>
                <c:pt idx="112">
                  <c:v>10.4</c:v>
                </c:pt>
                <c:pt idx="113">
                  <c:v>10.6</c:v>
                </c:pt>
                <c:pt idx="114">
                  <c:v>10.8</c:v>
                </c:pt>
                <c:pt idx="115">
                  <c:v>11</c:v>
                </c:pt>
                <c:pt idx="116">
                  <c:v>11.2</c:v>
                </c:pt>
                <c:pt idx="117">
                  <c:v>11.4</c:v>
                </c:pt>
                <c:pt idx="118">
                  <c:v>11.6</c:v>
                </c:pt>
                <c:pt idx="119">
                  <c:v>11.8</c:v>
                </c:pt>
                <c:pt idx="120">
                  <c:v>12</c:v>
                </c:pt>
              </c:numCache>
            </c:numRef>
          </c:xVal>
          <c:yVal>
            <c:numRef>
              <c:f>'Chart Data'!$B$2:$B$122</c:f>
              <c:numCache>
                <c:formatCode>0</c:formatCode>
                <c:ptCount val="121"/>
                <c:pt idx="0">
                  <c:v>-28.9671840539</c:v>
                </c:pt>
                <c:pt idx="1">
                  <c:v>-29.8518686155</c:v>
                </c:pt>
                <c:pt idx="2">
                  <c:v>-30.7759989555</c:v>
                </c:pt>
                <c:pt idx="3">
                  <c:v>-31.7418402905</c:v>
                </c:pt>
                <c:pt idx="4">
                  <c:v>-32.7518128545</c:v>
                </c:pt>
                <c:pt idx="5">
                  <c:v>-33.8085037366</c:v>
                </c:pt>
                <c:pt idx="6">
                  <c:v>-34.9146796485</c:v>
                </c:pt>
                <c:pt idx="7">
                  <c:v>-36.0733006809</c:v>
                </c:pt>
                <c:pt idx="8">
                  <c:v>-37.2875351102</c:v>
                </c:pt>
                <c:pt idx="9">
                  <c:v>-38.5607753165</c:v>
                </c:pt>
                <c:pt idx="10">
                  <c:v>-39.8966548674</c:v>
                </c:pt>
                <c:pt idx="11">
                  <c:v>-41.2990668178</c:v>
                </c:pt>
                <c:pt idx="12">
                  <c:v>-42.772183266</c:v>
                </c:pt>
                <c:pt idx="13">
                  <c:v>-44.3204761903</c:v>
                </c:pt>
                <c:pt idx="14">
                  <c:v>-45.9487395718</c:v>
                </c:pt>
                <c:pt idx="15">
                  <c:v>-47.662112781</c:v>
                </c:pt>
                <c:pt idx="16">
                  <c:v>-49.4661051661</c:v>
                </c:pt>
                <c:pt idx="17">
                  <c:v>-51.3666217345</c:v>
                </c:pt>
                <c:pt idx="18">
                  <c:v>-53.3699897513</c:v>
                </c:pt>
                <c:pt idx="19">
                  <c:v>-55.4829859932</c:v>
                </c:pt>
                <c:pt idx="20">
                  <c:v>-57.7128642901</c:v>
                </c:pt>
                <c:pt idx="21">
                  <c:v>-60.0673828439</c:v>
                </c:pt>
                <c:pt idx="22">
                  <c:v>-62.554830638</c:v>
                </c:pt>
                <c:pt idx="23">
                  <c:v>-65.1840520282</c:v>
                </c:pt>
                <c:pt idx="24">
                  <c:v>-67.9644683212</c:v>
                </c:pt>
                <c:pt idx="25">
                  <c:v>-70.9060948017</c:v>
                </c:pt>
                <c:pt idx="26">
                  <c:v>-74.01955123</c:v>
                </c:pt>
                <c:pt idx="27">
                  <c:v>-77.3160633001</c:v>
                </c:pt>
                <c:pt idx="28">
                  <c:v>-80.8074518945</c:v>
                </c:pt>
                <c:pt idx="29">
                  <c:v>-84.5061061813</c:v>
                </c:pt>
                <c:pt idx="30">
                  <c:v>-88.4249356515</c:v>
                </c:pt>
                <c:pt idx="31">
                  <c:v>-92.5772950738</c:v>
                </c:pt>
                <c:pt idx="32">
                  <c:v>-96.9768750354</c:v>
                </c:pt>
                <c:pt idx="33">
                  <c:v>-101.637549248</c:v>
                </c:pt>
                <c:pt idx="34">
                  <c:v>-106.573168134</c:v>
                </c:pt>
                <c:pt idx="35">
                  <c:v>-111.797286419</c:v>
                </c:pt>
                <c:pt idx="36">
                  <c:v>-117.322810652</c:v>
                </c:pt>
                <c:pt idx="37">
                  <c:v>-123.161550866</c:v>
                </c:pt>
                <c:pt idx="38">
                  <c:v>-129.323659272</c:v>
                </c:pt>
                <c:pt idx="39">
                  <c:v>-135.816938259</c:v>
                </c:pt>
                <c:pt idx="40">
                  <c:v>-142.646000632</c:v>
                </c:pt>
                <c:pt idx="41">
                  <c:v>-149.811267535</c:v>
                </c:pt>
                <c:pt idx="42">
                  <c:v>-157.307794938</c:v>
                </c:pt>
                <c:pt idx="43">
                  <c:v>-165.123928785</c:v>
                </c:pt>
                <c:pt idx="44">
                  <c:v>-173.239803269</c:v>
                </c:pt>
                <c:pt idx="45">
                  <c:v>-181.625717283</c:v>
                </c:pt>
                <c:pt idx="46">
                  <c:v>-190.240451753</c:v>
                </c:pt>
                <c:pt idx="47">
                  <c:v>-199.029625407</c:v>
                </c:pt>
                <c:pt idx="48">
                  <c:v>-207.92422736</c:v>
                </c:pt>
                <c:pt idx="49">
                  <c:v>-216.839508294</c:v>
                </c:pt>
                <c:pt idx="50">
                  <c:v>-225.674452113</c:v>
                </c:pt>
                <c:pt idx="51">
                  <c:v>-234.312077385</c:v>
                </c:pt>
                <c:pt idx="52">
                  <c:v>-242.620820855</c:v>
                </c:pt>
                <c:pt idx="53">
                  <c:v>-250.457220388</c:v>
                </c:pt>
                <c:pt idx="54">
                  <c:v>-257.670030596</c:v>
                </c:pt>
                <c:pt idx="55">
                  <c:v>-264.10576575</c:v>
                </c:pt>
                <c:pt idx="56">
                  <c:v>-269.615477757</c:v>
                </c:pt>
                <c:pt idx="57">
                  <c:v>-274.062363237</c:v>
                </c:pt>
                <c:pt idx="58">
                  <c:v>-277.329590161</c:v>
                </c:pt>
                <c:pt idx="59">
                  <c:v>-279.327587855</c:v>
                </c:pt>
                <c:pt idx="60">
                  <c:v>-280</c:v>
                </c:pt>
                <c:pt idx="61">
                  <c:v>-279.327587855</c:v>
                </c:pt>
                <c:pt idx="62">
                  <c:v>-277.329590161</c:v>
                </c:pt>
                <c:pt idx="63">
                  <c:v>-274.062363237</c:v>
                </c:pt>
                <c:pt idx="64">
                  <c:v>-269.615477757</c:v>
                </c:pt>
                <c:pt idx="65">
                  <c:v>-264.10576575</c:v>
                </c:pt>
                <c:pt idx="66">
                  <c:v>-257.670030596</c:v>
                </c:pt>
                <c:pt idx="67">
                  <c:v>-250.457220388</c:v>
                </c:pt>
                <c:pt idx="68">
                  <c:v>-242.620820855</c:v>
                </c:pt>
                <c:pt idx="69">
                  <c:v>-234.312077385</c:v>
                </c:pt>
                <c:pt idx="70">
                  <c:v>-225.674452113</c:v>
                </c:pt>
                <c:pt idx="71">
                  <c:v>-216.839508294</c:v>
                </c:pt>
                <c:pt idx="72">
                  <c:v>-207.92422736</c:v>
                </c:pt>
                <c:pt idx="73">
                  <c:v>-199.029625407</c:v>
                </c:pt>
                <c:pt idx="74">
                  <c:v>-190.240451753</c:v>
                </c:pt>
                <c:pt idx="75">
                  <c:v>-181.625717283</c:v>
                </c:pt>
                <c:pt idx="76">
                  <c:v>-173.239803269</c:v>
                </c:pt>
                <c:pt idx="77">
                  <c:v>-165.123928785</c:v>
                </c:pt>
                <c:pt idx="78">
                  <c:v>-157.307794938</c:v>
                </c:pt>
                <c:pt idx="79">
                  <c:v>-149.811267535</c:v>
                </c:pt>
                <c:pt idx="80">
                  <c:v>-142.646000632</c:v>
                </c:pt>
                <c:pt idx="81">
                  <c:v>-135.816938259</c:v>
                </c:pt>
                <c:pt idx="82">
                  <c:v>-129.323659272</c:v>
                </c:pt>
                <c:pt idx="83">
                  <c:v>-123.161550866</c:v>
                </c:pt>
                <c:pt idx="84">
                  <c:v>-117.322810652</c:v>
                </c:pt>
                <c:pt idx="85">
                  <c:v>-111.797286419</c:v>
                </c:pt>
                <c:pt idx="86">
                  <c:v>-106.573168134</c:v>
                </c:pt>
                <c:pt idx="87">
                  <c:v>-101.637549248</c:v>
                </c:pt>
                <c:pt idx="88">
                  <c:v>-96.9768750354</c:v>
                </c:pt>
                <c:pt idx="89">
                  <c:v>-92.5772950738</c:v>
                </c:pt>
                <c:pt idx="90">
                  <c:v>-88.4249356515</c:v>
                </c:pt>
                <c:pt idx="91">
                  <c:v>-84.5061061813</c:v>
                </c:pt>
                <c:pt idx="92">
                  <c:v>-80.8074518945</c:v>
                </c:pt>
                <c:pt idx="93">
                  <c:v>-77.3160633001</c:v>
                </c:pt>
                <c:pt idx="94">
                  <c:v>-74.01955123</c:v>
                </c:pt>
                <c:pt idx="95">
                  <c:v>-70.9060948017</c:v>
                </c:pt>
                <c:pt idx="96">
                  <c:v>-67.9644683212</c:v>
                </c:pt>
                <c:pt idx="97">
                  <c:v>-65.1840520282</c:v>
                </c:pt>
                <c:pt idx="98">
                  <c:v>-62.554830638</c:v>
                </c:pt>
                <c:pt idx="99">
                  <c:v>-60.0673828439</c:v>
                </c:pt>
                <c:pt idx="100">
                  <c:v>-57.7128642901</c:v>
                </c:pt>
                <c:pt idx="101">
                  <c:v>-55.4829859932</c:v>
                </c:pt>
                <c:pt idx="102">
                  <c:v>-53.3699897513</c:v>
                </c:pt>
                <c:pt idx="103">
                  <c:v>-51.3666217345</c:v>
                </c:pt>
                <c:pt idx="104">
                  <c:v>-49.4661051661</c:v>
                </c:pt>
                <c:pt idx="105">
                  <c:v>-47.662112781</c:v>
                </c:pt>
                <c:pt idx="106">
                  <c:v>-45.9487395718</c:v>
                </c:pt>
                <c:pt idx="107">
                  <c:v>-44.3204761903</c:v>
                </c:pt>
                <c:pt idx="108">
                  <c:v>-42.772183266</c:v>
                </c:pt>
                <c:pt idx="109">
                  <c:v>-41.2990668178</c:v>
                </c:pt>
                <c:pt idx="110">
                  <c:v>-39.8966548674</c:v>
                </c:pt>
                <c:pt idx="111">
                  <c:v>-38.5607753165</c:v>
                </c:pt>
                <c:pt idx="112">
                  <c:v>-37.2875351102</c:v>
                </c:pt>
                <c:pt idx="113">
                  <c:v>-36.0733006809</c:v>
                </c:pt>
                <c:pt idx="114">
                  <c:v>-34.9146796485</c:v>
                </c:pt>
                <c:pt idx="115">
                  <c:v>-33.8085037366</c:v>
                </c:pt>
                <c:pt idx="116">
                  <c:v>-32.7518128545</c:v>
                </c:pt>
                <c:pt idx="117">
                  <c:v>-31.7418402905</c:v>
                </c:pt>
                <c:pt idx="118">
                  <c:v>-30.7759989555</c:v>
                </c:pt>
                <c:pt idx="119">
                  <c:v>-29.8518686155</c:v>
                </c:pt>
                <c:pt idx="120">
                  <c:v>-28.9671840539</c:v>
                </c:pt>
              </c:numCache>
            </c:numRef>
          </c:yVal>
        </c:ser>
        <c:ser>
          <c:idx val="1"/>
          <c:order val="1"/>
          <c:tx>
            <c:v>各偏移 1 个瑞利长度</c:v>
          </c:tx>
          <c:spPr>
            <a:solidFill xmlns:a="http://schemas.openxmlformats.org/drawingml/2006/main">
              <a:srgbClr val="CB6C28"/>
            </a:solidFill>
            <a:ln xmlns:a="http://schemas.openxmlformats.org/drawingml/2006/main" w="24765">
              <a:solidFill>
                <a:srgbClr val="CB6C28"/>
              </a:solidFill>
            </a:ln>
          </c:spPr>
          <c:marker>
            <c:symbol val="none"/>
            <c:size val="4"/>
          </c:marker>
          <c:xVal>
            <c:numRef>
              <c:f>'Chart Data'!$C$2:$C$122</c:f>
              <c:numCache>
                <c:formatCode>General</c:formatCode>
                <c:ptCount val="121"/>
                <c:pt idx="0">
                  <c:v>-12</c:v>
                </c:pt>
                <c:pt idx="1">
                  <c:v>-11.8</c:v>
                </c:pt>
                <c:pt idx="2">
                  <c:v>-11.6</c:v>
                </c:pt>
                <c:pt idx="3">
                  <c:v>-11.4</c:v>
                </c:pt>
                <c:pt idx="4">
                  <c:v>-11.2</c:v>
                </c:pt>
                <c:pt idx="5">
                  <c:v>-11</c:v>
                </c:pt>
                <c:pt idx="6">
                  <c:v>-10.8</c:v>
                </c:pt>
                <c:pt idx="7">
                  <c:v>-10.6</c:v>
                </c:pt>
                <c:pt idx="8">
                  <c:v>-10.4</c:v>
                </c:pt>
                <c:pt idx="9">
                  <c:v>-10.2</c:v>
                </c:pt>
                <c:pt idx="10">
                  <c:v>-10</c:v>
                </c:pt>
                <c:pt idx="11">
                  <c:v>-9.8</c:v>
                </c:pt>
                <c:pt idx="12">
                  <c:v>-9.6</c:v>
                </c:pt>
                <c:pt idx="13">
                  <c:v>-9.4</c:v>
                </c:pt>
                <c:pt idx="14">
                  <c:v>-9.2</c:v>
                </c:pt>
                <c:pt idx="15">
                  <c:v>-9</c:v>
                </c:pt>
                <c:pt idx="16">
                  <c:v>-8.8</c:v>
                </c:pt>
                <c:pt idx="17">
                  <c:v>-8.6</c:v>
                </c:pt>
                <c:pt idx="18">
                  <c:v>-8.4</c:v>
                </c:pt>
                <c:pt idx="19">
                  <c:v>-8.2</c:v>
                </c:pt>
                <c:pt idx="20">
                  <c:v>-8</c:v>
                </c:pt>
                <c:pt idx="21">
                  <c:v>-7.8</c:v>
                </c:pt>
                <c:pt idx="22">
                  <c:v>-7.6</c:v>
                </c:pt>
                <c:pt idx="23">
                  <c:v>-7.4</c:v>
                </c:pt>
                <c:pt idx="24">
                  <c:v>-7.2</c:v>
                </c:pt>
                <c:pt idx="25">
                  <c:v>-7</c:v>
                </c:pt>
                <c:pt idx="26">
                  <c:v>-6.8</c:v>
                </c:pt>
                <c:pt idx="27">
                  <c:v>-6.6</c:v>
                </c:pt>
                <c:pt idx="28">
                  <c:v>-6.4</c:v>
                </c:pt>
                <c:pt idx="29">
                  <c:v>-6.2</c:v>
                </c:pt>
                <c:pt idx="30">
                  <c:v>-6</c:v>
                </c:pt>
                <c:pt idx="31">
                  <c:v>-5.8</c:v>
                </c:pt>
                <c:pt idx="32">
                  <c:v>-5.6</c:v>
                </c:pt>
                <c:pt idx="33">
                  <c:v>-5.4</c:v>
                </c:pt>
                <c:pt idx="34">
                  <c:v>-5.2</c:v>
                </c:pt>
                <c:pt idx="35">
                  <c:v>-5</c:v>
                </c:pt>
                <c:pt idx="36">
                  <c:v>-4.8</c:v>
                </c:pt>
                <c:pt idx="37">
                  <c:v>-4.6</c:v>
                </c:pt>
                <c:pt idx="38">
                  <c:v>-4.4</c:v>
                </c:pt>
                <c:pt idx="39">
                  <c:v>-4.2</c:v>
                </c:pt>
                <c:pt idx="40">
                  <c:v>-4</c:v>
                </c:pt>
                <c:pt idx="41">
                  <c:v>-3.8</c:v>
                </c:pt>
                <c:pt idx="42">
                  <c:v>-3.6</c:v>
                </c:pt>
                <c:pt idx="43">
                  <c:v>-3.4</c:v>
                </c:pt>
                <c:pt idx="44">
                  <c:v>-3.2</c:v>
                </c:pt>
                <c:pt idx="45">
                  <c:v>-3</c:v>
                </c:pt>
                <c:pt idx="46">
                  <c:v>-2.8</c:v>
                </c:pt>
                <c:pt idx="47">
                  <c:v>-2.6</c:v>
                </c:pt>
                <c:pt idx="48">
                  <c:v>-2.4</c:v>
                </c:pt>
                <c:pt idx="49">
                  <c:v>-2.2</c:v>
                </c:pt>
                <c:pt idx="50">
                  <c:v>-2</c:v>
                </c:pt>
                <c:pt idx="51">
                  <c:v>-1.8</c:v>
                </c:pt>
                <c:pt idx="52">
                  <c:v>-1.6</c:v>
                </c:pt>
                <c:pt idx="53">
                  <c:v>-1.4</c:v>
                </c:pt>
                <c:pt idx="54">
                  <c:v>-1.2</c:v>
                </c:pt>
                <c:pt idx="55">
                  <c:v>-1</c:v>
                </c:pt>
                <c:pt idx="56">
                  <c:v>-0.8</c:v>
                </c:pt>
                <c:pt idx="57">
                  <c:v>-0.6</c:v>
                </c:pt>
                <c:pt idx="58">
                  <c:v>-0.4</c:v>
                </c:pt>
                <c:pt idx="59">
                  <c:v>-0.2</c:v>
                </c:pt>
                <c:pt idx="60">
                  <c:v>0</c:v>
                </c:pt>
                <c:pt idx="61">
                  <c:v>0.2</c:v>
                </c:pt>
                <c:pt idx="62">
                  <c:v>0.4</c:v>
                </c:pt>
                <c:pt idx="63">
                  <c:v>0.6</c:v>
                </c:pt>
                <c:pt idx="64">
                  <c:v>0.8</c:v>
                </c:pt>
                <c:pt idx="65">
                  <c:v>1</c:v>
                </c:pt>
                <c:pt idx="66">
                  <c:v>1.2</c:v>
                </c:pt>
                <c:pt idx="67">
                  <c:v>1.4</c:v>
                </c:pt>
                <c:pt idx="68">
                  <c:v>1.6</c:v>
                </c:pt>
                <c:pt idx="69">
                  <c:v>1.8</c:v>
                </c:pt>
                <c:pt idx="70">
                  <c:v>2</c:v>
                </c:pt>
                <c:pt idx="71">
                  <c:v>2.2</c:v>
                </c:pt>
                <c:pt idx="72">
                  <c:v>2.4</c:v>
                </c:pt>
                <c:pt idx="73">
                  <c:v>2.6</c:v>
                </c:pt>
                <c:pt idx="74">
                  <c:v>2.8</c:v>
                </c:pt>
                <c:pt idx="75">
                  <c:v>3</c:v>
                </c:pt>
                <c:pt idx="76">
                  <c:v>3.2</c:v>
                </c:pt>
                <c:pt idx="77">
                  <c:v>3.4</c:v>
                </c:pt>
                <c:pt idx="78">
                  <c:v>3.6</c:v>
                </c:pt>
                <c:pt idx="79">
                  <c:v>3.8</c:v>
                </c:pt>
                <c:pt idx="80">
                  <c:v>4</c:v>
                </c:pt>
                <c:pt idx="81">
                  <c:v>4.2</c:v>
                </c:pt>
                <c:pt idx="82">
                  <c:v>4.4</c:v>
                </c:pt>
                <c:pt idx="83">
                  <c:v>4.6</c:v>
                </c:pt>
                <c:pt idx="84">
                  <c:v>4.8</c:v>
                </c:pt>
                <c:pt idx="85">
                  <c:v>5</c:v>
                </c:pt>
                <c:pt idx="86">
                  <c:v>5.2</c:v>
                </c:pt>
                <c:pt idx="87">
                  <c:v>5.4</c:v>
                </c:pt>
                <c:pt idx="88">
                  <c:v>5.6</c:v>
                </c:pt>
                <c:pt idx="89">
                  <c:v>5.8</c:v>
                </c:pt>
                <c:pt idx="90">
                  <c:v>6</c:v>
                </c:pt>
                <c:pt idx="91">
                  <c:v>6.2</c:v>
                </c:pt>
                <c:pt idx="92">
                  <c:v>6.4</c:v>
                </c:pt>
                <c:pt idx="93">
                  <c:v>6.6</c:v>
                </c:pt>
                <c:pt idx="94">
                  <c:v>6.8</c:v>
                </c:pt>
                <c:pt idx="95">
                  <c:v>7</c:v>
                </c:pt>
                <c:pt idx="96">
                  <c:v>7.2</c:v>
                </c:pt>
                <c:pt idx="97">
                  <c:v>7.4</c:v>
                </c:pt>
                <c:pt idx="98">
                  <c:v>7.6</c:v>
                </c:pt>
                <c:pt idx="99">
                  <c:v>7.8</c:v>
                </c:pt>
                <c:pt idx="100">
                  <c:v>8</c:v>
                </c:pt>
                <c:pt idx="101">
                  <c:v>8.2</c:v>
                </c:pt>
                <c:pt idx="102">
                  <c:v>8.4</c:v>
                </c:pt>
                <c:pt idx="103">
                  <c:v>8.6</c:v>
                </c:pt>
                <c:pt idx="104">
                  <c:v>8.8</c:v>
                </c:pt>
                <c:pt idx="105">
                  <c:v>9</c:v>
                </c:pt>
                <c:pt idx="106">
                  <c:v>9.2</c:v>
                </c:pt>
                <c:pt idx="107">
                  <c:v>9.4</c:v>
                </c:pt>
                <c:pt idx="108">
                  <c:v>9.6</c:v>
                </c:pt>
                <c:pt idx="109">
                  <c:v>9.8</c:v>
                </c:pt>
                <c:pt idx="110">
                  <c:v>10</c:v>
                </c:pt>
                <c:pt idx="111">
                  <c:v>10.2</c:v>
                </c:pt>
                <c:pt idx="112">
                  <c:v>10.4</c:v>
                </c:pt>
                <c:pt idx="113">
                  <c:v>10.6</c:v>
                </c:pt>
                <c:pt idx="114">
                  <c:v>10.8</c:v>
                </c:pt>
                <c:pt idx="115">
                  <c:v>11</c:v>
                </c:pt>
                <c:pt idx="116">
                  <c:v>11.2</c:v>
                </c:pt>
                <c:pt idx="117">
                  <c:v>11.4</c:v>
                </c:pt>
                <c:pt idx="118">
                  <c:v>11.6</c:v>
                </c:pt>
                <c:pt idx="119">
                  <c:v>11.8</c:v>
                </c:pt>
                <c:pt idx="120">
                  <c:v>12</c:v>
                </c:pt>
              </c:numCache>
            </c:numRef>
          </c:xVal>
          <c:yVal>
            <c:numRef>
              <c:f>'Chart Data'!$D$2:$D$122</c:f>
              <c:numCache>
                <c:formatCode>0</c:formatCode>
                <c:ptCount val="121"/>
                <c:pt idx="0">
                  <c:v>-31.4822493277</c:v>
                </c:pt>
                <c:pt idx="1">
                  <c:v>-32.5013930404</c:v>
                </c:pt>
                <c:pt idx="2">
                  <c:v>-33.5678371811</c:v>
                </c:pt>
                <c:pt idx="3">
                  <c:v>-34.6842346658</c:v>
                </c:pt>
                <c:pt idx="4">
                  <c:v>-35.8533853447</c:v>
                </c:pt>
                <c:pt idx="5">
                  <c:v>-37.078239027</c:v>
                </c:pt>
                <c:pt idx="6">
                  <c:v>-38.3618969633</c:v>
                </c:pt>
                <c:pt idx="7">
                  <c:v>-39.7076112744</c:v>
                </c:pt>
                <c:pt idx="8">
                  <c:v>-41.1187817048</c:v>
                </c:pt>
                <c:pt idx="9">
                  <c:v>-42.5989489312</c:v>
                </c:pt>
                <c:pt idx="10">
                  <c:v>-44.1517835018</c:v>
                </c:pt>
                <c:pt idx="11">
                  <c:v>-45.7810692849</c:v>
                </c:pt>
                <c:pt idx="12">
                  <c:v>-47.490680096</c:v>
                </c:pt>
                <c:pt idx="13">
                  <c:v>-49.2845479268</c:v>
                </c:pt>
                <c:pt idx="14">
                  <c:v>-51.1666209421</c:v>
                </c:pt>
                <c:pt idx="15">
                  <c:v>-53.1408091378</c:v>
                </c:pt>
                <c:pt idx="16">
                  <c:v>-55.2109152838</c:v>
                </c:pt>
                <c:pt idx="17">
                  <c:v>-57.3805485437</c:v>
                </c:pt>
                <c:pt idx="18">
                  <c:v>-59.6530179935</c:v>
                </c:pt>
                <c:pt idx="19">
                  <c:v>-62.0312032215</c:v>
                </c:pt>
                <c:pt idx="20">
                  <c:v>-64.5173993494</c:v>
                </c:pt>
                <c:pt idx="21">
                  <c:v>-67.1131342752</c:v>
                </c:pt>
                <c:pt idx="22">
                  <c:v>-69.8189568164</c:v>
                </c:pt>
                <c:pt idx="23">
                  <c:v>-72.6341958873</c:v>
                </c:pt>
                <c:pt idx="24">
                  <c:v>-75.5566930131</c:v>
                </c:pt>
                <c:pt idx="25">
                  <c:v>-78.5825135331</c:v>
                </c:pt>
                <c:pt idx="26">
                  <c:v>-81.7056458525</c:v>
                </c:pt>
                <c:pt idx="27">
                  <c:v>-84.9177030808</c:v>
                </c:pt>
                <c:pt idx="28">
                  <c:v>-88.2076471538</c:v>
                </c:pt>
                <c:pt idx="29">
                  <c:v>-91.5615616417</c:v>
                </c:pt>
                <c:pt idx="30">
                  <c:v>-94.9625051201</c:v>
                </c:pt>
                <c:pt idx="31">
                  <c:v>-98.3904810706</c:v>
                </c:pt>
                <c:pt idx="32">
                  <c:v>-101.822561307</c:v>
                </c:pt>
                <c:pt idx="33">
                  <c:v>-105.233196252</c:v>
                </c:pt>
                <c:pt idx="34">
                  <c:v>-108.594735603</c:v>
                </c:pt>
                <c:pt idx="35">
                  <c:v>-111.878166281</c:v>
                </c:pt>
                <c:pt idx="36">
                  <c:v>-115.054051636</c:v>
                </c:pt>
                <c:pt idx="37">
                  <c:v>-118.093628853</c:v>
                </c:pt>
                <c:pt idx="38">
                  <c:v>-120.9699945</c:v>
                </c:pt>
                <c:pt idx="39">
                  <c:v>-123.65928623</c:v>
                </c:pt>
                <c:pt idx="40">
                  <c:v>-126.141757339</c:v>
                </c:pt>
                <c:pt idx="41">
                  <c:v>-128.402643914</c:v>
                </c:pt>
                <c:pt idx="42">
                  <c:v>-130.432742858</c:v>
                </c:pt>
                <c:pt idx="43">
                  <c:v>-132.228650652</c:v>
                </c:pt>
                <c:pt idx="44">
                  <c:v>-133.792651758</c:v>
                </c:pt>
                <c:pt idx="45">
                  <c:v>-135.13228474</c:v>
                </c:pt>
                <c:pt idx="46">
                  <c:v>-136.259646478</c:v>
                </c:pt>
                <c:pt idx="47">
                  <c:v>-137.190515351</c:v>
                </c:pt>
                <c:pt idx="48">
                  <c:v>-137.943381082</c:v>
                </c:pt>
                <c:pt idx="49">
                  <c:v>-138.538463243</c:v>
                </c:pt>
                <c:pt idx="50">
                  <c:v>-138.996785595</c:v>
                </c:pt>
                <c:pt idx="51">
                  <c:v>-139.339353797</c:v>
                </c:pt>
                <c:pt idx="52">
                  <c:v>-139.586463487</c:v>
                </c:pt>
                <c:pt idx="53">
                  <c:v>-139.757147561</c:v>
                </c:pt>
                <c:pt idx="54">
                  <c:v>-139.868757208</c:v>
                </c:pt>
                <c:pt idx="55">
                  <c:v>-139.936661656</c:v>
                </c:pt>
                <c:pt idx="56">
                  <c:v>-139.974046217</c:v>
                </c:pt>
                <c:pt idx="57">
                  <c:v>-139.9917865</c:v>
                </c:pt>
                <c:pt idx="58">
                  <c:v>-139.998377466</c:v>
                </c:pt>
                <c:pt idx="59">
                  <c:v>-139.99989859</c:v>
                </c:pt>
                <c:pt idx="60">
                  <c:v>-140</c:v>
                </c:pt>
                <c:pt idx="61">
                  <c:v>-139.99989859</c:v>
                </c:pt>
                <c:pt idx="62">
                  <c:v>-139.998377466</c:v>
                </c:pt>
                <c:pt idx="63">
                  <c:v>-139.9917865</c:v>
                </c:pt>
                <c:pt idx="64">
                  <c:v>-139.974046217</c:v>
                </c:pt>
                <c:pt idx="65">
                  <c:v>-139.936661656</c:v>
                </c:pt>
                <c:pt idx="66">
                  <c:v>-139.868757208</c:v>
                </c:pt>
                <c:pt idx="67">
                  <c:v>-139.757147561</c:v>
                </c:pt>
                <c:pt idx="68">
                  <c:v>-139.586463487</c:v>
                </c:pt>
                <c:pt idx="69">
                  <c:v>-139.339353797</c:v>
                </c:pt>
                <c:pt idx="70">
                  <c:v>-138.996785595</c:v>
                </c:pt>
                <c:pt idx="71">
                  <c:v>-138.538463243</c:v>
                </c:pt>
                <c:pt idx="72">
                  <c:v>-137.943381082</c:v>
                </c:pt>
                <c:pt idx="73">
                  <c:v>-137.190515351</c:v>
                </c:pt>
                <c:pt idx="74">
                  <c:v>-136.259646478</c:v>
                </c:pt>
                <c:pt idx="75">
                  <c:v>-135.13228474</c:v>
                </c:pt>
                <c:pt idx="76">
                  <c:v>-133.792651758</c:v>
                </c:pt>
                <c:pt idx="77">
                  <c:v>-132.228650652</c:v>
                </c:pt>
                <c:pt idx="78">
                  <c:v>-130.432742858</c:v>
                </c:pt>
                <c:pt idx="79">
                  <c:v>-128.402643914</c:v>
                </c:pt>
                <c:pt idx="80">
                  <c:v>-126.141757339</c:v>
                </c:pt>
                <c:pt idx="81">
                  <c:v>-123.65928623</c:v>
                </c:pt>
                <c:pt idx="82">
                  <c:v>-120.9699945</c:v>
                </c:pt>
                <c:pt idx="83">
                  <c:v>-118.093628853</c:v>
                </c:pt>
                <c:pt idx="84">
                  <c:v>-115.054051636</c:v>
                </c:pt>
                <c:pt idx="85">
                  <c:v>-111.878166281</c:v>
                </c:pt>
                <c:pt idx="86">
                  <c:v>-108.594735603</c:v>
                </c:pt>
                <c:pt idx="87">
                  <c:v>-105.233196252</c:v>
                </c:pt>
                <c:pt idx="88">
                  <c:v>-101.822561307</c:v>
                </c:pt>
                <c:pt idx="89">
                  <c:v>-98.3904810706</c:v>
                </c:pt>
                <c:pt idx="90">
                  <c:v>-94.9625051201</c:v>
                </c:pt>
                <c:pt idx="91">
                  <c:v>-91.5615616417</c:v>
                </c:pt>
                <c:pt idx="92">
                  <c:v>-88.2076471538</c:v>
                </c:pt>
                <c:pt idx="93">
                  <c:v>-84.9177030808</c:v>
                </c:pt>
                <c:pt idx="94">
                  <c:v>-81.7056458525</c:v>
                </c:pt>
                <c:pt idx="95">
                  <c:v>-78.5825135331</c:v>
                </c:pt>
                <c:pt idx="96">
                  <c:v>-75.5566930131</c:v>
                </c:pt>
                <c:pt idx="97">
                  <c:v>-72.6341958873</c:v>
                </c:pt>
                <c:pt idx="98">
                  <c:v>-69.8189568164</c:v>
                </c:pt>
                <c:pt idx="99">
                  <c:v>-67.1131342752</c:v>
                </c:pt>
                <c:pt idx="100">
                  <c:v>-64.5173993494</c:v>
                </c:pt>
                <c:pt idx="101">
                  <c:v>-62.0312032215</c:v>
                </c:pt>
                <c:pt idx="102">
                  <c:v>-59.6530179935</c:v>
                </c:pt>
                <c:pt idx="103">
                  <c:v>-57.3805485437</c:v>
                </c:pt>
                <c:pt idx="104">
                  <c:v>-55.2109152838</c:v>
                </c:pt>
                <c:pt idx="105">
                  <c:v>-53.1408091378</c:v>
                </c:pt>
                <c:pt idx="106">
                  <c:v>-51.1666209421</c:v>
                </c:pt>
                <c:pt idx="107">
                  <c:v>-49.2845479268</c:v>
                </c:pt>
                <c:pt idx="108">
                  <c:v>-47.490680096</c:v>
                </c:pt>
                <c:pt idx="109">
                  <c:v>-45.7810692849</c:v>
                </c:pt>
                <c:pt idx="110">
                  <c:v>-44.1517835018</c:v>
                </c:pt>
                <c:pt idx="111">
                  <c:v>-42.5989489312</c:v>
                </c:pt>
                <c:pt idx="112">
                  <c:v>-41.1187817048</c:v>
                </c:pt>
                <c:pt idx="113">
                  <c:v>-39.7076112744</c:v>
                </c:pt>
                <c:pt idx="114">
                  <c:v>-38.3618969633</c:v>
                </c:pt>
                <c:pt idx="115">
                  <c:v>-37.078239027</c:v>
                </c:pt>
                <c:pt idx="116">
                  <c:v>-35.8533853447</c:v>
                </c:pt>
                <c:pt idx="117">
                  <c:v>-34.6842346658</c:v>
                </c:pt>
                <c:pt idx="118">
                  <c:v>-33.5678371811</c:v>
                </c:pt>
                <c:pt idx="119">
                  <c:v>-32.5013930404</c:v>
                </c:pt>
                <c:pt idx="120">
                  <c:v>-31.4822493277</c:v>
                </c:pt>
              </c:numCache>
            </c:numRef>
          </c:yVal>
        </c:ser>
        <c:ser>
          <c:idx val="2"/>
          <c:order val="2"/>
          <c:tx>
            <c:v>各偏移 2 个瑞利长度</c:v>
          </c:tx>
          <c:spPr>
            <a:solidFill xmlns:a="http://schemas.openxmlformats.org/drawingml/2006/main">
              <a:srgbClr val="278071"/>
            </a:solidFill>
            <a:ln xmlns:a="http://schemas.openxmlformats.org/drawingml/2006/main" w="24765">
              <a:solidFill>
                <a:srgbClr val="278071"/>
              </a:solidFill>
            </a:ln>
          </c:spPr>
          <c:marker>
            <c:symbol val="none"/>
            <c:size val="4"/>
          </c:marker>
          <c:xVal>
            <c:numRef>
              <c:f>'Chart Data'!$E$2:$E$122</c:f>
              <c:numCache>
                <c:formatCode>General</c:formatCode>
                <c:ptCount val="121"/>
                <c:pt idx="0">
                  <c:v>-12</c:v>
                </c:pt>
                <c:pt idx="1">
                  <c:v>-11.8</c:v>
                </c:pt>
                <c:pt idx="2">
                  <c:v>-11.6</c:v>
                </c:pt>
                <c:pt idx="3">
                  <c:v>-11.4</c:v>
                </c:pt>
                <c:pt idx="4">
                  <c:v>-11.2</c:v>
                </c:pt>
                <c:pt idx="5">
                  <c:v>-11</c:v>
                </c:pt>
                <c:pt idx="6">
                  <c:v>-10.8</c:v>
                </c:pt>
                <c:pt idx="7">
                  <c:v>-10.6</c:v>
                </c:pt>
                <c:pt idx="8">
                  <c:v>-10.4</c:v>
                </c:pt>
                <c:pt idx="9">
                  <c:v>-10.2</c:v>
                </c:pt>
                <c:pt idx="10">
                  <c:v>-10</c:v>
                </c:pt>
                <c:pt idx="11">
                  <c:v>-9.8</c:v>
                </c:pt>
                <c:pt idx="12">
                  <c:v>-9.6</c:v>
                </c:pt>
                <c:pt idx="13">
                  <c:v>-9.4</c:v>
                </c:pt>
                <c:pt idx="14">
                  <c:v>-9.2</c:v>
                </c:pt>
                <c:pt idx="15">
                  <c:v>-9</c:v>
                </c:pt>
                <c:pt idx="16">
                  <c:v>-8.8</c:v>
                </c:pt>
                <c:pt idx="17">
                  <c:v>-8.6</c:v>
                </c:pt>
                <c:pt idx="18">
                  <c:v>-8.4</c:v>
                </c:pt>
                <c:pt idx="19">
                  <c:v>-8.2</c:v>
                </c:pt>
                <c:pt idx="20">
                  <c:v>-8</c:v>
                </c:pt>
                <c:pt idx="21">
                  <c:v>-7.8</c:v>
                </c:pt>
                <c:pt idx="22">
                  <c:v>-7.6</c:v>
                </c:pt>
                <c:pt idx="23">
                  <c:v>-7.4</c:v>
                </c:pt>
                <c:pt idx="24">
                  <c:v>-7.2</c:v>
                </c:pt>
                <c:pt idx="25">
                  <c:v>-7</c:v>
                </c:pt>
                <c:pt idx="26">
                  <c:v>-6.8</c:v>
                </c:pt>
                <c:pt idx="27">
                  <c:v>-6.6</c:v>
                </c:pt>
                <c:pt idx="28">
                  <c:v>-6.4</c:v>
                </c:pt>
                <c:pt idx="29">
                  <c:v>-6.2</c:v>
                </c:pt>
                <c:pt idx="30">
                  <c:v>-6</c:v>
                </c:pt>
                <c:pt idx="31">
                  <c:v>-5.8</c:v>
                </c:pt>
                <c:pt idx="32">
                  <c:v>-5.6</c:v>
                </c:pt>
                <c:pt idx="33">
                  <c:v>-5.4</c:v>
                </c:pt>
                <c:pt idx="34">
                  <c:v>-5.2</c:v>
                </c:pt>
                <c:pt idx="35">
                  <c:v>-5</c:v>
                </c:pt>
                <c:pt idx="36">
                  <c:v>-4.8</c:v>
                </c:pt>
                <c:pt idx="37">
                  <c:v>-4.6</c:v>
                </c:pt>
                <c:pt idx="38">
                  <c:v>-4.4</c:v>
                </c:pt>
                <c:pt idx="39">
                  <c:v>-4.2</c:v>
                </c:pt>
                <c:pt idx="40">
                  <c:v>-4</c:v>
                </c:pt>
                <c:pt idx="41">
                  <c:v>-3.8</c:v>
                </c:pt>
                <c:pt idx="42">
                  <c:v>-3.6</c:v>
                </c:pt>
                <c:pt idx="43">
                  <c:v>-3.4</c:v>
                </c:pt>
                <c:pt idx="44">
                  <c:v>-3.2</c:v>
                </c:pt>
                <c:pt idx="45">
                  <c:v>-3</c:v>
                </c:pt>
                <c:pt idx="46">
                  <c:v>-2.8</c:v>
                </c:pt>
                <c:pt idx="47">
                  <c:v>-2.6</c:v>
                </c:pt>
                <c:pt idx="48">
                  <c:v>-2.4</c:v>
                </c:pt>
                <c:pt idx="49">
                  <c:v>-2.2</c:v>
                </c:pt>
                <c:pt idx="50">
                  <c:v>-2</c:v>
                </c:pt>
                <c:pt idx="51">
                  <c:v>-1.8</c:v>
                </c:pt>
                <c:pt idx="52">
                  <c:v>-1.6</c:v>
                </c:pt>
                <c:pt idx="53">
                  <c:v>-1.4</c:v>
                </c:pt>
                <c:pt idx="54">
                  <c:v>-1.2</c:v>
                </c:pt>
                <c:pt idx="55">
                  <c:v>-1</c:v>
                </c:pt>
                <c:pt idx="56">
                  <c:v>-0.8</c:v>
                </c:pt>
                <c:pt idx="57">
                  <c:v>-0.6</c:v>
                </c:pt>
                <c:pt idx="58">
                  <c:v>-0.4</c:v>
                </c:pt>
                <c:pt idx="59">
                  <c:v>-0.2</c:v>
                </c:pt>
                <c:pt idx="60">
                  <c:v>0</c:v>
                </c:pt>
                <c:pt idx="61">
                  <c:v>0.2</c:v>
                </c:pt>
                <c:pt idx="62">
                  <c:v>0.4</c:v>
                </c:pt>
                <c:pt idx="63">
                  <c:v>0.6</c:v>
                </c:pt>
                <c:pt idx="64">
                  <c:v>0.8</c:v>
                </c:pt>
                <c:pt idx="65">
                  <c:v>1</c:v>
                </c:pt>
                <c:pt idx="66">
                  <c:v>1.2</c:v>
                </c:pt>
                <c:pt idx="67">
                  <c:v>1.4</c:v>
                </c:pt>
                <c:pt idx="68">
                  <c:v>1.6</c:v>
                </c:pt>
                <c:pt idx="69">
                  <c:v>1.8</c:v>
                </c:pt>
                <c:pt idx="70">
                  <c:v>2</c:v>
                </c:pt>
                <c:pt idx="71">
                  <c:v>2.2</c:v>
                </c:pt>
                <c:pt idx="72">
                  <c:v>2.4</c:v>
                </c:pt>
                <c:pt idx="73">
                  <c:v>2.6</c:v>
                </c:pt>
                <c:pt idx="74">
                  <c:v>2.8</c:v>
                </c:pt>
                <c:pt idx="75">
                  <c:v>3</c:v>
                </c:pt>
                <c:pt idx="76">
                  <c:v>3.2</c:v>
                </c:pt>
                <c:pt idx="77">
                  <c:v>3.4</c:v>
                </c:pt>
                <c:pt idx="78">
                  <c:v>3.6</c:v>
                </c:pt>
                <c:pt idx="79">
                  <c:v>3.8</c:v>
                </c:pt>
                <c:pt idx="80">
                  <c:v>4</c:v>
                </c:pt>
                <c:pt idx="81">
                  <c:v>4.2</c:v>
                </c:pt>
                <c:pt idx="82">
                  <c:v>4.4</c:v>
                </c:pt>
                <c:pt idx="83">
                  <c:v>4.6</c:v>
                </c:pt>
                <c:pt idx="84">
                  <c:v>4.8</c:v>
                </c:pt>
                <c:pt idx="85">
                  <c:v>5</c:v>
                </c:pt>
                <c:pt idx="86">
                  <c:v>5.2</c:v>
                </c:pt>
                <c:pt idx="87">
                  <c:v>5.4</c:v>
                </c:pt>
                <c:pt idx="88">
                  <c:v>5.6</c:v>
                </c:pt>
                <c:pt idx="89">
                  <c:v>5.8</c:v>
                </c:pt>
                <c:pt idx="90">
                  <c:v>6</c:v>
                </c:pt>
                <c:pt idx="91">
                  <c:v>6.2</c:v>
                </c:pt>
                <c:pt idx="92">
                  <c:v>6.4</c:v>
                </c:pt>
                <c:pt idx="93">
                  <c:v>6.6</c:v>
                </c:pt>
                <c:pt idx="94">
                  <c:v>6.8</c:v>
                </c:pt>
                <c:pt idx="95">
                  <c:v>7</c:v>
                </c:pt>
                <c:pt idx="96">
                  <c:v>7.2</c:v>
                </c:pt>
                <c:pt idx="97">
                  <c:v>7.4</c:v>
                </c:pt>
                <c:pt idx="98">
                  <c:v>7.6</c:v>
                </c:pt>
                <c:pt idx="99">
                  <c:v>7.8</c:v>
                </c:pt>
                <c:pt idx="100">
                  <c:v>8</c:v>
                </c:pt>
                <c:pt idx="101">
                  <c:v>8.2</c:v>
                </c:pt>
                <c:pt idx="102">
                  <c:v>8.4</c:v>
                </c:pt>
                <c:pt idx="103">
                  <c:v>8.6</c:v>
                </c:pt>
                <c:pt idx="104">
                  <c:v>8.8</c:v>
                </c:pt>
                <c:pt idx="105">
                  <c:v>9</c:v>
                </c:pt>
                <c:pt idx="106">
                  <c:v>9.2</c:v>
                </c:pt>
                <c:pt idx="107">
                  <c:v>9.4</c:v>
                </c:pt>
                <c:pt idx="108">
                  <c:v>9.6</c:v>
                </c:pt>
                <c:pt idx="109">
                  <c:v>9.8</c:v>
                </c:pt>
                <c:pt idx="110">
                  <c:v>10</c:v>
                </c:pt>
                <c:pt idx="111">
                  <c:v>10.2</c:v>
                </c:pt>
                <c:pt idx="112">
                  <c:v>10.4</c:v>
                </c:pt>
                <c:pt idx="113">
                  <c:v>10.6</c:v>
                </c:pt>
                <c:pt idx="114">
                  <c:v>10.8</c:v>
                </c:pt>
                <c:pt idx="115">
                  <c:v>11</c:v>
                </c:pt>
                <c:pt idx="116">
                  <c:v>11.2</c:v>
                </c:pt>
                <c:pt idx="117">
                  <c:v>11.4</c:v>
                </c:pt>
                <c:pt idx="118">
                  <c:v>11.6</c:v>
                </c:pt>
                <c:pt idx="119">
                  <c:v>11.8</c:v>
                </c:pt>
                <c:pt idx="120">
                  <c:v>12</c:v>
                </c:pt>
              </c:numCache>
            </c:numRef>
          </c:xVal>
          <c:yVal>
            <c:numRef>
              <c:f>'Chart Data'!$F$2:$F$122</c:f>
              <c:numCache>
                <c:formatCode>0</c:formatCode>
                <c:ptCount val="121"/>
                <c:pt idx="0">
                  <c:v>-40.3704686524</c:v>
                </c:pt>
                <c:pt idx="1">
                  <c:v>-41.7675086923</c:v>
                </c:pt>
                <c:pt idx="2">
                  <c:v>-43.21029267</c:v>
                </c:pt>
                <c:pt idx="3">
                  <c:v>-44.6964933614</c:v>
                </c:pt>
                <c:pt idx="4">
                  <c:v>-46.2227985425</c:v>
                </c:pt>
                <c:pt idx="5">
                  <c:v>-47.7847634327</c:v>
                </c:pt>
                <c:pt idx="6">
                  <c:v>-49.3766667747</c:v>
                </c:pt>
                <c:pt idx="7">
                  <c:v>-50.9913808749</c:v>
                </c:pt>
                <c:pt idx="8">
                  <c:v>-52.620268961</c:v>
                </c:pt>
                <c:pt idx="9">
                  <c:v>-54.2531260618</c:v>
                </c:pt>
                <c:pt idx="10">
                  <c:v>-55.8781817284</c:v>
                </c:pt>
                <c:pt idx="11">
                  <c:v>-57.4821835586</c:v>
                </c:pt>
                <c:pt idx="12">
                  <c:v>-59.0505788375</c:v>
                </c:pt>
                <c:pt idx="13">
                  <c:v>-60.5678068862</c:v>
                </c:pt>
                <c:pt idx="14">
                  <c:v>-62.0177064486</c:v>
                </c:pt>
                <c:pt idx="15">
                  <c:v>-63.3840307527</c:v>
                </c:pt>
                <c:pt idx="16">
                  <c:v>-64.6510487248</c:v>
                </c:pt>
                <c:pt idx="17">
                  <c:v>-65.8041961256</c:v>
                </c:pt>
                <c:pt idx="18">
                  <c:v>-66.8307278122</c:v>
                </c:pt>
                <c:pt idx="19">
                  <c:v>-67.7203148508</c:v>
                </c:pt>
                <c:pt idx="20">
                  <c:v>-68.4655302505</c:v>
                </c:pt>
                <c:pt idx="21">
                  <c:v>-69.0621757355</c:v>
                </c:pt>
                <c:pt idx="22">
                  <c:v>-69.5094184183</c:v>
                </c:pt>
                <c:pt idx="23">
                  <c:v>-69.8097277894</c:v>
                </c:pt>
                <c:pt idx="24">
                  <c:v>-69.9686261456</c:v>
                </c:pt>
                <c:pt idx="25">
                  <c:v>-69.9942852794</c:v>
                </c:pt>
                <c:pt idx="26">
                  <c:v>-69.8970156913</c:v>
                </c:pt>
                <c:pt idx="27">
                  <c:v>-69.6887001618</c:v>
                </c:pt>
                <c:pt idx="28">
                  <c:v>-69.3822214611</c:v>
                </c:pt>
                <c:pt idx="29">
                  <c:v>-68.9909259868</c:v>
                </c:pt>
                <c:pt idx="30">
                  <c:v>-68.5281536656</c:v>
                </c:pt>
                <c:pt idx="31">
                  <c:v>-68.0068520454</c:v>
                </c:pt>
                <c:pt idx="32">
                  <c:v>-67.4392811447</c:v>
                </c:pt>
                <c:pt idx="33">
                  <c:v>-66.8368065574</c:v>
                </c:pt>
                <c:pt idx="34">
                  <c:v>-66.2097720367</c:v>
                </c:pt>
                <c:pt idx="35">
                  <c:v>-65.5674391972</c:v>
                </c:pt>
                <c:pt idx="36">
                  <c:v>-64.9179806293</c:v>
                </c:pt>
                <c:pt idx="37">
                  <c:v>-64.2685130182</c:v>
                </c:pt>
                <c:pt idx="38">
                  <c:v>-63.6251581912</c:v>
                </c:pt>
                <c:pt idx="39">
                  <c:v>-62.9931218891</c:v>
                </c:pt>
                <c:pt idx="40">
                  <c:v>-62.3767820958</c:v>
                </c:pt>
                <c:pt idx="41">
                  <c:v>-61.7797807059</c:v>
                </c:pt>
                <c:pt idx="42">
                  <c:v>-61.2051140384</c:v>
                </c:pt>
                <c:pt idx="43">
                  <c:v>-60.6552191413</c:v>
                </c:pt>
                <c:pt idx="44">
                  <c:v>-60.1320539737</c:v>
                </c:pt>
                <c:pt idx="45">
                  <c:v>-59.63717042</c:v>
                </c:pt>
                <c:pt idx="46">
                  <c:v>-59.1717797272</c:v>
                </c:pt>
                <c:pt idx="47">
                  <c:v>-58.736810392</c:v>
                </c:pt>
                <c:pt idx="48">
                  <c:v>-58.3329588186</c:v>
                </c:pt>
                <c:pt idx="49">
                  <c:v>-57.9607332414</c:v>
                </c:pt>
                <c:pt idx="50">
                  <c:v>-57.6204914994</c:v>
                </c:pt>
                <c:pt idx="51">
                  <c:v>-57.3124732809</c:v>
                </c:pt>
                <c:pt idx="52">
                  <c:v>-57.0368274534</c:v>
                </c:pt>
                <c:pt idx="53">
                  <c:v>-56.7936350562</c:v>
                </c:pt>
                <c:pt idx="54">
                  <c:v>-56.5829284882</c:v>
                </c:pt>
                <c:pt idx="55">
                  <c:v>-56.4047073645</c:v>
                </c:pt>
                <c:pt idx="56">
                  <c:v>-56.258951456</c:v>
                </c:pt>
                <c:pt idx="57">
                  <c:v>-56.1456310639</c:v>
                </c:pt>
                <c:pt idx="58">
                  <c:v>-56.0647151211</c:v>
                </c:pt>
                <c:pt idx="59">
                  <c:v>-56.0161772564</c:v>
                </c:pt>
                <c:pt idx="60">
                  <c:v>-56</c:v>
                </c:pt>
                <c:pt idx="61">
                  <c:v>-56.0161772564</c:v>
                </c:pt>
                <c:pt idx="62">
                  <c:v>-56.0647151211</c:v>
                </c:pt>
                <c:pt idx="63">
                  <c:v>-56.1456310639</c:v>
                </c:pt>
                <c:pt idx="64">
                  <c:v>-56.258951456</c:v>
                </c:pt>
                <c:pt idx="65">
                  <c:v>-56.4047073645</c:v>
                </c:pt>
                <c:pt idx="66">
                  <c:v>-56.5829284882</c:v>
                </c:pt>
                <c:pt idx="67">
                  <c:v>-56.7936350562</c:v>
                </c:pt>
                <c:pt idx="68">
                  <c:v>-57.0368274534</c:v>
                </c:pt>
                <c:pt idx="69">
                  <c:v>-57.3124732809</c:v>
                </c:pt>
                <c:pt idx="70">
                  <c:v>-57.6204914994</c:v>
                </c:pt>
                <c:pt idx="71">
                  <c:v>-57.9607332414</c:v>
                </c:pt>
                <c:pt idx="72">
                  <c:v>-58.3329588186</c:v>
                </c:pt>
                <c:pt idx="73">
                  <c:v>-58.736810392</c:v>
                </c:pt>
                <c:pt idx="74">
                  <c:v>-59.1717797272</c:v>
                </c:pt>
                <c:pt idx="75">
                  <c:v>-59.63717042</c:v>
                </c:pt>
                <c:pt idx="76">
                  <c:v>-60.1320539737</c:v>
                </c:pt>
                <c:pt idx="77">
                  <c:v>-60.6552191413</c:v>
                </c:pt>
                <c:pt idx="78">
                  <c:v>-61.2051140384</c:v>
                </c:pt>
                <c:pt idx="79">
                  <c:v>-61.7797807059</c:v>
                </c:pt>
                <c:pt idx="80">
                  <c:v>-62.3767820958</c:v>
                </c:pt>
                <c:pt idx="81">
                  <c:v>-62.9931218891</c:v>
                </c:pt>
                <c:pt idx="82">
                  <c:v>-63.6251581912</c:v>
                </c:pt>
                <c:pt idx="83">
                  <c:v>-64.2685130182</c:v>
                </c:pt>
                <c:pt idx="84">
                  <c:v>-64.9179806293</c:v>
                </c:pt>
                <c:pt idx="85">
                  <c:v>-65.5674391972</c:v>
                </c:pt>
                <c:pt idx="86">
                  <c:v>-66.2097720367</c:v>
                </c:pt>
                <c:pt idx="87">
                  <c:v>-66.8368065574</c:v>
                </c:pt>
                <c:pt idx="88">
                  <c:v>-67.4392811447</c:v>
                </c:pt>
                <c:pt idx="89">
                  <c:v>-68.0068520454</c:v>
                </c:pt>
                <c:pt idx="90">
                  <c:v>-68.5281536656</c:v>
                </c:pt>
                <c:pt idx="91">
                  <c:v>-68.9909259868</c:v>
                </c:pt>
                <c:pt idx="92">
                  <c:v>-69.3822214611</c:v>
                </c:pt>
                <c:pt idx="93">
                  <c:v>-69.6887001618</c:v>
                </c:pt>
                <c:pt idx="94">
                  <c:v>-69.8970156913</c:v>
                </c:pt>
                <c:pt idx="95">
                  <c:v>-69.9942852794</c:v>
                </c:pt>
                <c:pt idx="96">
                  <c:v>-69.9686261456</c:v>
                </c:pt>
                <c:pt idx="97">
                  <c:v>-69.8097277894</c:v>
                </c:pt>
                <c:pt idx="98">
                  <c:v>-69.5094184183</c:v>
                </c:pt>
                <c:pt idx="99">
                  <c:v>-69.0621757355</c:v>
                </c:pt>
                <c:pt idx="100">
                  <c:v>-68.4655302505</c:v>
                </c:pt>
                <c:pt idx="101">
                  <c:v>-67.7203148508</c:v>
                </c:pt>
                <c:pt idx="102">
                  <c:v>-66.8307278122</c:v>
                </c:pt>
                <c:pt idx="103">
                  <c:v>-65.8041961256</c:v>
                </c:pt>
                <c:pt idx="104">
                  <c:v>-64.6510487248</c:v>
                </c:pt>
                <c:pt idx="105">
                  <c:v>-63.3840307527</c:v>
                </c:pt>
                <c:pt idx="106">
                  <c:v>-62.0177064486</c:v>
                </c:pt>
                <c:pt idx="107">
                  <c:v>-60.5678068862</c:v>
                </c:pt>
                <c:pt idx="108">
                  <c:v>-59.0505788375</c:v>
                </c:pt>
                <c:pt idx="109">
                  <c:v>-57.4821835586</c:v>
                </c:pt>
                <c:pt idx="110">
                  <c:v>-55.8781817284</c:v>
                </c:pt>
                <c:pt idx="111">
                  <c:v>-54.2531260618</c:v>
                </c:pt>
                <c:pt idx="112">
                  <c:v>-52.620268961</c:v>
                </c:pt>
                <c:pt idx="113">
                  <c:v>-50.9913808749</c:v>
                </c:pt>
                <c:pt idx="114">
                  <c:v>-49.3766667747</c:v>
                </c:pt>
                <c:pt idx="115">
                  <c:v>-47.7847634327</c:v>
                </c:pt>
                <c:pt idx="116">
                  <c:v>-46.2227985425</c:v>
                </c:pt>
                <c:pt idx="117">
                  <c:v>-44.6964933614</c:v>
                </c:pt>
                <c:pt idx="118">
                  <c:v>-43.21029267</c:v>
                </c:pt>
                <c:pt idx="119">
                  <c:v>-41.7675086923</c:v>
                </c:pt>
                <c:pt idx="120">
                  <c:v>-40.3704686524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iragino Sans GB"/>
                  <a:ea typeface="Hiragino Sans GB"/>
                  <a:cs typeface="Hiragino Sans GB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0"/>
          <c:min val="-300"/>
        </c:scaling>
        <c:delete val="0"/>
        <c:axPos val="l"/>
        <c:majorGridlines>
          <c:spPr>
            <a:ln xmlns:a="http://schemas.openxmlformats.org/drawingml/2006/main" w="6668">
              <a:solidFill>
                <a:srgbClr val="DEE5EA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solidFill>
                      <a:srgbClr val="526575"/>
                    </a:solidFill>
                    <a:latin typeface="Hiragino Sans GB"/>
                    <a:ea typeface="Hiragino Sans GB"/>
                    <a:cs typeface="Hiragino Sans GB"/>
                  </a:rPr>
                  <a:t>AOD 势能 / kB（μK）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526575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</c:title>
        <c:numFmt formatCode="0"/>
        <c:majorTickMark val="none"/>
        <c:minorTickMark val="none"/>
        <c:tickLblPos val="low"/>
        <c:spPr>
          <a:ln xmlns:a="http://schemas.openxmlformats.org/drawingml/2006/main" w="9525">
            <a:solidFill>
              <a:srgbClr val="8C98A3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26575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50112"/>
      </c:valAx>
      <c:val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solidFill>
                      <a:srgbClr val="526575"/>
                    </a:solidFill>
                    <a:latin typeface="Hiragino Sans GB"/>
                    <a:ea typeface="Hiragino Sans GB"/>
                    <a:cs typeface="Hiragino Sans GB"/>
                  </a:rPr>
                  <a:t>沿光轴位置 z（μm）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526575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</c:title>
        <c:numFmt formatCode="0"/>
        <c:majorTickMark val="none"/>
        <c:minorTickMark val="none"/>
        <c:tickLblPos val="low"/>
        <c:spPr>
          <a:ln xmlns:a="http://schemas.openxmlformats.org/drawingml/2006/main" w="9525">
            <a:solidFill>
              <a:srgbClr val="8C98A3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26575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72768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25">
              <a:solidFill>
                <a:srgbClr val="172B3A"/>
              </a:solidFill>
              <a:latin typeface="Hiragino Sans GB"/>
              <a:ea typeface="Hiragino Sans GB"/>
              <a:cs typeface="Hiragino Sans GB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19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相干对比度</c:v>
          </c:tx>
          <c:spPr>
            <a:solidFill xmlns:a="http://schemas.openxmlformats.org/drawingml/2006/main">
              <a:srgbClr val="17679B"/>
            </a:solidFill>
            <a:ln xmlns:a="http://schemas.openxmlformats.org/drawingml/2006/main" w="24765">
              <a:solidFill>
                <a:srgbClr val="17679B"/>
              </a:solidFill>
            </a:ln>
          </c:spPr>
          <c:marker>
            <c:symbol val="none"/>
            <c:size val="4"/>
          </c:marker>
          <c:xVal>
            <c:numRef>
              <c:f>'Chart Data'!$A$2:$A$62</c:f>
              <c:numCache>
                <c:formatCode>General</c:formatCode>
                <c:ptCount val="61"/>
                <c:pt idx="0">
                  <c:v>0</c:v>
                </c:pt>
                <c:pt idx="1">
                  <c:v>0.05</c:v>
                </c:pt>
                <c:pt idx="2">
                  <c:v>0.1</c:v>
                </c:pt>
                <c:pt idx="3">
                  <c:v>0.15</c:v>
                </c:pt>
                <c:pt idx="4">
                  <c:v>0.2</c:v>
                </c:pt>
                <c:pt idx="5">
                  <c:v>0.25</c:v>
                </c:pt>
                <c:pt idx="6">
                  <c:v>0.3</c:v>
                </c:pt>
                <c:pt idx="7">
                  <c:v>0.35</c:v>
                </c:pt>
                <c:pt idx="8">
                  <c:v>0.4</c:v>
                </c:pt>
                <c:pt idx="9">
                  <c:v>0.45</c:v>
                </c:pt>
                <c:pt idx="10">
                  <c:v>0.5</c:v>
                </c:pt>
                <c:pt idx="11">
                  <c:v>0.55</c:v>
                </c:pt>
                <c:pt idx="12">
                  <c:v>0.6</c:v>
                </c:pt>
                <c:pt idx="13">
                  <c:v>0.65</c:v>
                </c:pt>
                <c:pt idx="14">
                  <c:v>0.7</c:v>
                </c:pt>
                <c:pt idx="15">
                  <c:v>0.75</c:v>
                </c:pt>
                <c:pt idx="16">
                  <c:v>0.8</c:v>
                </c:pt>
                <c:pt idx="17">
                  <c:v>0.85</c:v>
                </c:pt>
                <c:pt idx="18">
                  <c:v>0.9</c:v>
                </c:pt>
                <c:pt idx="19">
                  <c:v>0.95</c:v>
                </c:pt>
                <c:pt idx="20">
                  <c:v>1</c:v>
                </c:pt>
                <c:pt idx="21">
                  <c:v>1.05</c:v>
                </c:pt>
                <c:pt idx="22">
                  <c:v>1.1</c:v>
                </c:pt>
                <c:pt idx="23">
                  <c:v>1.15</c:v>
                </c:pt>
                <c:pt idx="24">
                  <c:v>1.2</c:v>
                </c:pt>
                <c:pt idx="25">
                  <c:v>1.25</c:v>
                </c:pt>
                <c:pt idx="26">
                  <c:v>1.3</c:v>
                </c:pt>
                <c:pt idx="27">
                  <c:v>1.35</c:v>
                </c:pt>
                <c:pt idx="28">
                  <c:v>1.4</c:v>
                </c:pt>
                <c:pt idx="29">
                  <c:v>1.45</c:v>
                </c:pt>
                <c:pt idx="30">
                  <c:v>1.5</c:v>
                </c:pt>
                <c:pt idx="31">
                  <c:v>1.55</c:v>
                </c:pt>
                <c:pt idx="32">
                  <c:v>1.6</c:v>
                </c:pt>
                <c:pt idx="33">
                  <c:v>1.65</c:v>
                </c:pt>
                <c:pt idx="34">
                  <c:v>1.7</c:v>
                </c:pt>
                <c:pt idx="35">
                  <c:v>1.75</c:v>
                </c:pt>
                <c:pt idx="36">
                  <c:v>1.8</c:v>
                </c:pt>
                <c:pt idx="37">
                  <c:v>1.85</c:v>
                </c:pt>
                <c:pt idx="38">
                  <c:v>1.9</c:v>
                </c:pt>
                <c:pt idx="39">
                  <c:v>1.95</c:v>
                </c:pt>
                <c:pt idx="40">
                  <c:v>2</c:v>
                </c:pt>
                <c:pt idx="41">
                  <c:v>2.05</c:v>
                </c:pt>
                <c:pt idx="42">
                  <c:v>2.1</c:v>
                </c:pt>
                <c:pt idx="43">
                  <c:v>2.15</c:v>
                </c:pt>
                <c:pt idx="44">
                  <c:v>2.2</c:v>
                </c:pt>
                <c:pt idx="45">
                  <c:v>2.25</c:v>
                </c:pt>
                <c:pt idx="46">
                  <c:v>2.3</c:v>
                </c:pt>
                <c:pt idx="47">
                  <c:v>2.35</c:v>
                </c:pt>
                <c:pt idx="48">
                  <c:v>2.4</c:v>
                </c:pt>
                <c:pt idx="49">
                  <c:v>2.45</c:v>
                </c:pt>
                <c:pt idx="50">
                  <c:v>2.5</c:v>
                </c:pt>
                <c:pt idx="51">
                  <c:v>2.55</c:v>
                </c:pt>
                <c:pt idx="52">
                  <c:v>2.6</c:v>
                </c:pt>
                <c:pt idx="53">
                  <c:v>2.65</c:v>
                </c:pt>
                <c:pt idx="54">
                  <c:v>2.7</c:v>
                </c:pt>
                <c:pt idx="55">
                  <c:v>2.75</c:v>
                </c:pt>
                <c:pt idx="56">
                  <c:v>2.8</c:v>
                </c:pt>
                <c:pt idx="57">
                  <c:v>2.85</c:v>
                </c:pt>
                <c:pt idx="58">
                  <c:v>2.9</c:v>
                </c:pt>
                <c:pt idx="59">
                  <c:v>2.95</c:v>
                </c:pt>
                <c:pt idx="60">
                  <c:v>3</c:v>
                </c:pt>
              </c:numCache>
            </c:numRef>
          </c:xVal>
          <c:yVal>
            <c:numRef>
              <c:f>'Chart Data'!$B$2:$B$62</c:f>
              <c:numCache>
                <c:formatCode>0.0</c:formatCode>
                <c:ptCount val="61"/>
                <c:pt idx="0">
                  <c:v>1</c:v>
                </c:pt>
                <c:pt idx="1">
                  <c:v>0.998750780925</c:v>
                </c:pt>
                <c:pt idx="2">
                  <c:v>0.995012479193</c:v>
                </c:pt>
                <c:pt idx="3">
                  <c:v>0.988813044611</c:v>
                </c:pt>
                <c:pt idx="4">
                  <c:v>0.980198673307</c:v>
                </c:pt>
                <c:pt idx="5">
                  <c:v>0.969233234476</c:v>
                </c:pt>
                <c:pt idx="6">
                  <c:v>0.955997481833</c:v>
                </c:pt>
                <c:pt idx="7">
                  <c:v>0.940588063364</c:v>
                </c:pt>
                <c:pt idx="8">
                  <c:v>0.923116346387</c:v>
                </c:pt>
                <c:pt idx="9">
                  <c:v>0.903707077873</c:v>
                </c:pt>
                <c:pt idx="10">
                  <c:v>0.882496902585</c:v>
                </c:pt>
                <c:pt idx="11">
                  <c:v>0.859632763603</c:v>
                </c:pt>
                <c:pt idx="12">
                  <c:v>0.835270211411</c:v>
                </c:pt>
                <c:pt idx="13">
                  <c:v>0.809571648668</c:v>
                </c:pt>
                <c:pt idx="14">
                  <c:v>0.782704538242</c:v>
                </c:pt>
                <c:pt idx="15">
                  <c:v>0.754839601989</c:v>
                </c:pt>
                <c:pt idx="16">
                  <c:v>0.726149037074</c:v>
                </c:pt>
                <c:pt idx="17">
                  <c:v>0.696804775496</c:v>
                </c:pt>
                <c:pt idx="18">
                  <c:v>0.666976810858</c:v>
                </c:pt>
                <c:pt idx="19">
                  <c:v>0.636831614372</c:v>
                </c:pt>
                <c:pt idx="20">
                  <c:v>0.606530659713</c:v>
                </c:pt>
                <c:pt idx="21">
                  <c:v>0.576229073672</c:v>
                </c:pt>
                <c:pt idx="22">
                  <c:v>0.54607442664</c:v>
                </c:pt>
                <c:pt idx="23">
                  <c:v>0.516205673945</c:v>
                </c:pt>
                <c:pt idx="24">
                  <c:v>0.48675225596</c:v>
                </c:pt>
                <c:pt idx="25">
                  <c:v>0.457833361772</c:v>
                </c:pt>
                <c:pt idx="26">
                  <c:v>0.429557358211</c:v>
                </c:pt>
                <c:pt idx="27">
                  <c:v>0.402021383095</c:v>
                </c:pt>
                <c:pt idx="28">
                  <c:v>0.375311098851</c:v>
                </c:pt>
                <c:pt idx="29">
                  <c:v>0.3495006002</c:v>
                </c:pt>
                <c:pt idx="30">
                  <c:v>0.324652467358</c:v>
                </c:pt>
                <c:pt idx="31">
                  <c:v>0.300817954357</c:v>
                </c:pt>
                <c:pt idx="32">
                  <c:v>0.278037300453</c:v>
                </c:pt>
                <c:pt idx="33">
                  <c:v>0.256340151415</c:v>
                </c:pt>
                <c:pt idx="34">
                  <c:v>0.235746076556</c:v>
                </c:pt>
                <c:pt idx="35">
                  <c:v>0.21626516683</c:v>
                </c:pt>
                <c:pt idx="36">
                  <c:v>0.197898699084</c:v>
                </c:pt>
                <c:pt idx="37">
                  <c:v>0.180639851619</c:v>
                </c:pt>
                <c:pt idx="38">
                  <c:v>0.164474456577</c:v>
                </c:pt>
                <c:pt idx="39">
                  <c:v>0.14938177525</c:v>
                </c:pt>
                <c:pt idx="40">
                  <c:v>0.135335283237</c:v>
                </c:pt>
                <c:pt idx="41">
                  <c:v>0.122303453347</c:v>
                </c:pt>
                <c:pt idx="42">
                  <c:v>0.110250525304</c:v>
                </c:pt>
                <c:pt idx="43">
                  <c:v>0.0991372525107</c:v>
                </c:pt>
                <c:pt idx="44">
                  <c:v>0.0889216174594</c:v>
                </c:pt>
                <c:pt idx="45">
                  <c:v>0.0795595087182</c:v>
                </c:pt>
                <c:pt idx="46">
                  <c:v>0.0710053537396</c:v>
                </c:pt>
                <c:pt idx="47">
                  <c:v>0.0632127030753</c:v>
                </c:pt>
                <c:pt idx="48">
                  <c:v>0.0561347628341</c:v>
                </c:pt>
                <c:pt idx="49">
                  <c:v>0.0497248734123</c:v>
                </c:pt>
                <c:pt idx="50">
                  <c:v>0.0439369336234</c:v>
                </c:pt>
                <c:pt idx="51">
                  <c:v>0.0387257703517</c:v>
                </c:pt>
                <c:pt idx="52">
                  <c:v>0.0340474547346</c:v>
                </c:pt>
                <c:pt idx="53">
                  <c:v>0.0298595666411</c:v>
                </c:pt>
                <c:pt idx="54">
                  <c:v>0.0261214098539</c:v>
                </c:pt>
                <c:pt idx="55">
                  <c:v>0.0227941808836</c:v>
                </c:pt>
                <c:pt idx="56">
                  <c:v>0.0198410947444</c:v>
                </c:pt>
                <c:pt idx="57">
                  <c:v>0.0172274713116</c:v>
                </c:pt>
                <c:pt idx="58">
                  <c:v>0.0149207860691</c:v>
                </c:pt>
                <c:pt idx="59">
                  <c:v>0.012890689144</c:v>
                </c:pt>
                <c:pt idx="60">
                  <c:v>0.0111089965382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iragino Sans GB"/>
                  <a:ea typeface="Hiragino Sans GB"/>
                  <a:cs typeface="Hiragino Sans GB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DEE5EA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solidFill>
                      <a:srgbClr val="526575"/>
                    </a:solidFill>
                    <a:latin typeface="Hiragino Sans GB"/>
                    <a:ea typeface="Hiragino Sans GB"/>
                    <a:cs typeface="Hiragino Sans GB"/>
                  </a:rPr>
                  <a:t>相干对比度 C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526575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</c:title>
        <c:numFmt formatCode="0.0"/>
        <c:majorTickMark val="none"/>
        <c:minorTickMark val="none"/>
        <c:tickLblPos val="low"/>
        <c:spPr>
          <a:ln xmlns:a="http://schemas.openxmlformats.org/drawingml/2006/main" w="9525">
            <a:solidFill>
              <a:srgbClr val="8C98A3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26575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50112"/>
      </c:valAx>
      <c:val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solidFill>
                      <a:srgbClr val="526575"/>
                    </a:solidFill>
                    <a:latin typeface="Hiragino Sans GB"/>
                    <a:ea typeface="Hiragino Sans GB"/>
                    <a:cs typeface="Hiragino Sans GB"/>
                  </a:rPr>
                  <a:t>相位分布宽度 σφ（rad）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526575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</c:title>
        <c:numFmt formatCode="0.0"/>
        <c:majorTickMark val="none"/>
        <c:minorTickMark val="none"/>
        <c:tickLblPos val="low"/>
        <c:spPr>
          <a:ln xmlns:a="http://schemas.openxmlformats.org/drawingml/2006/main" w="9525">
            <a:solidFill>
              <a:srgbClr val="8C98A3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26575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72768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20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不加回波</c:v>
          </c:tx>
          <c:spPr>
            <a:solidFill xmlns:a="http://schemas.openxmlformats.org/drawingml/2006/main">
              <a:srgbClr val="17679B"/>
            </a:solidFill>
            <a:ln xmlns:a="http://schemas.openxmlformats.org/drawingml/2006/main" w="24765">
              <a:solidFill>
                <a:srgbClr val="17679B"/>
              </a:solidFill>
            </a:ln>
          </c:spPr>
          <c:marker>
            <c:symbol val="none"/>
            <c:size val="4"/>
          </c:marker>
          <c:xVal>
            <c:numRef>
              <c:f>'Chart Data'!$A$2:$A$102</c:f>
              <c:numCache>
                <c:formatCode>General</c:formatCode>
                <c:ptCount val="101"/>
                <c:pt idx="0">
                  <c:v>0</c:v>
                </c:pt>
                <c:pt idx="1">
                  <c:v>0.01</c:v>
                </c:pt>
                <c:pt idx="2">
                  <c:v>0.02</c:v>
                </c:pt>
                <c:pt idx="3">
                  <c:v>0.03</c:v>
                </c:pt>
                <c:pt idx="4">
                  <c:v>0.04</c:v>
                </c:pt>
                <c:pt idx="5">
                  <c:v>0.05</c:v>
                </c:pt>
                <c:pt idx="6">
                  <c:v>0.06</c:v>
                </c:pt>
                <c:pt idx="7">
                  <c:v>0.07</c:v>
                </c:pt>
                <c:pt idx="8">
                  <c:v>0.08</c:v>
                </c:pt>
                <c:pt idx="9">
                  <c:v>0.09</c:v>
                </c:pt>
                <c:pt idx="10">
                  <c:v>0.1</c:v>
                </c:pt>
                <c:pt idx="11">
                  <c:v>0.11</c:v>
                </c:pt>
                <c:pt idx="12">
                  <c:v>0.12</c:v>
                </c:pt>
                <c:pt idx="13">
                  <c:v>0.13</c:v>
                </c:pt>
                <c:pt idx="14">
                  <c:v>0.14</c:v>
                </c:pt>
                <c:pt idx="15">
                  <c:v>0.15</c:v>
                </c:pt>
                <c:pt idx="16">
                  <c:v>0.16</c:v>
                </c:pt>
                <c:pt idx="17">
                  <c:v>0.17</c:v>
                </c:pt>
                <c:pt idx="18">
                  <c:v>0.18</c:v>
                </c:pt>
                <c:pt idx="19">
                  <c:v>0.19</c:v>
                </c:pt>
                <c:pt idx="20">
                  <c:v>0.2</c:v>
                </c:pt>
                <c:pt idx="21">
                  <c:v>0.21</c:v>
                </c:pt>
                <c:pt idx="22">
                  <c:v>0.22</c:v>
                </c:pt>
                <c:pt idx="23">
                  <c:v>0.23</c:v>
                </c:pt>
                <c:pt idx="24">
                  <c:v>0.24</c:v>
                </c:pt>
                <c:pt idx="25">
                  <c:v>0.25</c:v>
                </c:pt>
                <c:pt idx="26">
                  <c:v>0.26</c:v>
                </c:pt>
                <c:pt idx="27">
                  <c:v>0.27</c:v>
                </c:pt>
                <c:pt idx="28">
                  <c:v>0.28</c:v>
                </c:pt>
                <c:pt idx="29">
                  <c:v>0.29</c:v>
                </c:pt>
                <c:pt idx="30">
                  <c:v>0.3</c:v>
                </c:pt>
                <c:pt idx="31">
                  <c:v>0.31</c:v>
                </c:pt>
                <c:pt idx="32">
                  <c:v>0.32</c:v>
                </c:pt>
                <c:pt idx="33">
                  <c:v>0.33</c:v>
                </c:pt>
                <c:pt idx="34">
                  <c:v>0.34</c:v>
                </c:pt>
                <c:pt idx="35">
                  <c:v>0.35</c:v>
                </c:pt>
                <c:pt idx="36">
                  <c:v>0.36</c:v>
                </c:pt>
                <c:pt idx="37">
                  <c:v>0.37</c:v>
                </c:pt>
                <c:pt idx="38">
                  <c:v>0.38</c:v>
                </c:pt>
                <c:pt idx="39">
                  <c:v>0.39</c:v>
                </c:pt>
                <c:pt idx="40">
                  <c:v>0.4</c:v>
                </c:pt>
                <c:pt idx="41">
                  <c:v>0.41</c:v>
                </c:pt>
                <c:pt idx="42">
                  <c:v>0.42</c:v>
                </c:pt>
                <c:pt idx="43">
                  <c:v>0.43</c:v>
                </c:pt>
                <c:pt idx="44">
                  <c:v>0.44</c:v>
                </c:pt>
                <c:pt idx="45">
                  <c:v>0.45</c:v>
                </c:pt>
                <c:pt idx="46">
                  <c:v>0.46</c:v>
                </c:pt>
                <c:pt idx="47">
                  <c:v>0.47</c:v>
                </c:pt>
                <c:pt idx="48">
                  <c:v>0.48</c:v>
                </c:pt>
                <c:pt idx="49">
                  <c:v>0.49</c:v>
                </c:pt>
                <c:pt idx="50">
                  <c:v>0.5</c:v>
                </c:pt>
                <c:pt idx="51">
                  <c:v>0.51</c:v>
                </c:pt>
                <c:pt idx="52">
                  <c:v>0.52</c:v>
                </c:pt>
                <c:pt idx="53">
                  <c:v>0.53</c:v>
                </c:pt>
                <c:pt idx="54">
                  <c:v>0.54</c:v>
                </c:pt>
                <c:pt idx="55">
                  <c:v>0.55</c:v>
                </c:pt>
                <c:pt idx="56">
                  <c:v>0.56</c:v>
                </c:pt>
                <c:pt idx="57">
                  <c:v>0.57</c:v>
                </c:pt>
                <c:pt idx="58">
                  <c:v>0.58</c:v>
                </c:pt>
                <c:pt idx="59">
                  <c:v>0.59</c:v>
                </c:pt>
                <c:pt idx="60">
                  <c:v>0.6</c:v>
                </c:pt>
                <c:pt idx="61">
                  <c:v>0.61</c:v>
                </c:pt>
                <c:pt idx="62">
                  <c:v>0.62</c:v>
                </c:pt>
                <c:pt idx="63">
                  <c:v>0.63</c:v>
                </c:pt>
                <c:pt idx="64">
                  <c:v>0.64</c:v>
                </c:pt>
                <c:pt idx="65">
                  <c:v>0.65</c:v>
                </c:pt>
                <c:pt idx="66">
                  <c:v>0.66</c:v>
                </c:pt>
                <c:pt idx="67">
                  <c:v>0.67</c:v>
                </c:pt>
                <c:pt idx="68">
                  <c:v>0.68</c:v>
                </c:pt>
                <c:pt idx="69">
                  <c:v>0.69</c:v>
                </c:pt>
                <c:pt idx="70">
                  <c:v>0.7</c:v>
                </c:pt>
                <c:pt idx="71">
                  <c:v>0.71</c:v>
                </c:pt>
                <c:pt idx="72">
                  <c:v>0.72</c:v>
                </c:pt>
                <c:pt idx="73">
                  <c:v>0.73</c:v>
                </c:pt>
                <c:pt idx="74">
                  <c:v>0.74</c:v>
                </c:pt>
                <c:pt idx="75">
                  <c:v>0.75</c:v>
                </c:pt>
                <c:pt idx="76">
                  <c:v>0.76</c:v>
                </c:pt>
                <c:pt idx="77">
                  <c:v>0.77</c:v>
                </c:pt>
                <c:pt idx="78">
                  <c:v>0.78</c:v>
                </c:pt>
                <c:pt idx="79">
                  <c:v>0.79</c:v>
                </c:pt>
                <c:pt idx="80">
                  <c:v>0.8</c:v>
                </c:pt>
                <c:pt idx="81">
                  <c:v>0.81</c:v>
                </c:pt>
                <c:pt idx="82">
                  <c:v>0.82</c:v>
                </c:pt>
                <c:pt idx="83">
                  <c:v>0.83</c:v>
                </c:pt>
                <c:pt idx="84">
                  <c:v>0.84</c:v>
                </c:pt>
                <c:pt idx="85">
                  <c:v>0.85</c:v>
                </c:pt>
                <c:pt idx="86">
                  <c:v>0.86</c:v>
                </c:pt>
                <c:pt idx="87">
                  <c:v>0.87</c:v>
                </c:pt>
                <c:pt idx="88">
                  <c:v>0.88</c:v>
                </c:pt>
                <c:pt idx="89">
                  <c:v>0.89</c:v>
                </c:pt>
                <c:pt idx="90">
                  <c:v>0.9</c:v>
                </c:pt>
                <c:pt idx="91">
                  <c:v>0.91</c:v>
                </c:pt>
                <c:pt idx="92">
                  <c:v>0.92</c:v>
                </c:pt>
                <c:pt idx="93">
                  <c:v>0.93</c:v>
                </c:pt>
                <c:pt idx="94">
                  <c:v>0.94</c:v>
                </c:pt>
                <c:pt idx="95">
                  <c:v>0.95</c:v>
                </c:pt>
                <c:pt idx="96">
                  <c:v>0.96</c:v>
                </c:pt>
                <c:pt idx="97">
                  <c:v>0.97</c:v>
                </c:pt>
                <c:pt idx="98">
                  <c:v>0.98</c:v>
                </c:pt>
                <c:pt idx="99">
                  <c:v>0.99</c:v>
                </c:pt>
                <c:pt idx="100">
                  <c:v>1</c:v>
                </c:pt>
              </c:numCache>
            </c:numRef>
          </c:xVal>
          <c:yVal>
            <c:numRef>
              <c:f>'Chart Data'!$B$2:$B$102</c:f>
              <c:numCache>
                <c:formatCode>0.0</c:formatCode>
                <c:ptCount val="101"/>
                <c:pt idx="0">
                  <c:v>0</c:v>
                </c:pt>
                <c:pt idx="1">
                  <c:v>0.01</c:v>
                </c:pt>
                <c:pt idx="2">
                  <c:v>0.02</c:v>
                </c:pt>
                <c:pt idx="3">
                  <c:v>0.03</c:v>
                </c:pt>
                <c:pt idx="4">
                  <c:v>0.04</c:v>
                </c:pt>
                <c:pt idx="5">
                  <c:v>0.05</c:v>
                </c:pt>
                <c:pt idx="6">
                  <c:v>0.06</c:v>
                </c:pt>
                <c:pt idx="7">
                  <c:v>0.07</c:v>
                </c:pt>
                <c:pt idx="8">
                  <c:v>0.08</c:v>
                </c:pt>
                <c:pt idx="9">
                  <c:v>0.09</c:v>
                </c:pt>
                <c:pt idx="10">
                  <c:v>0.1</c:v>
                </c:pt>
                <c:pt idx="11">
                  <c:v>0.11</c:v>
                </c:pt>
                <c:pt idx="12">
                  <c:v>0.12</c:v>
                </c:pt>
                <c:pt idx="13">
                  <c:v>0.13</c:v>
                </c:pt>
                <c:pt idx="14">
                  <c:v>0.14</c:v>
                </c:pt>
                <c:pt idx="15">
                  <c:v>0.15</c:v>
                </c:pt>
                <c:pt idx="16">
                  <c:v>0.16</c:v>
                </c:pt>
                <c:pt idx="17">
                  <c:v>0.17</c:v>
                </c:pt>
                <c:pt idx="18">
                  <c:v>0.18</c:v>
                </c:pt>
                <c:pt idx="19">
                  <c:v>0.19</c:v>
                </c:pt>
                <c:pt idx="20">
                  <c:v>0.2</c:v>
                </c:pt>
                <c:pt idx="21">
                  <c:v>0.21</c:v>
                </c:pt>
                <c:pt idx="22">
                  <c:v>0.22</c:v>
                </c:pt>
                <c:pt idx="23">
                  <c:v>0.23</c:v>
                </c:pt>
                <c:pt idx="24">
                  <c:v>0.24</c:v>
                </c:pt>
                <c:pt idx="25">
                  <c:v>0.25</c:v>
                </c:pt>
                <c:pt idx="26">
                  <c:v>0.26</c:v>
                </c:pt>
                <c:pt idx="27">
                  <c:v>0.27</c:v>
                </c:pt>
                <c:pt idx="28">
                  <c:v>0.28</c:v>
                </c:pt>
                <c:pt idx="29">
                  <c:v>0.29</c:v>
                </c:pt>
                <c:pt idx="30">
                  <c:v>0.3</c:v>
                </c:pt>
                <c:pt idx="31">
                  <c:v>0.31</c:v>
                </c:pt>
                <c:pt idx="32">
                  <c:v>0.32</c:v>
                </c:pt>
                <c:pt idx="33">
                  <c:v>0.33</c:v>
                </c:pt>
                <c:pt idx="34">
                  <c:v>0.34</c:v>
                </c:pt>
                <c:pt idx="35">
                  <c:v>0.35</c:v>
                </c:pt>
                <c:pt idx="36">
                  <c:v>0.36</c:v>
                </c:pt>
                <c:pt idx="37">
                  <c:v>0.37</c:v>
                </c:pt>
                <c:pt idx="38">
                  <c:v>0.38</c:v>
                </c:pt>
                <c:pt idx="39">
                  <c:v>0.39</c:v>
                </c:pt>
                <c:pt idx="40">
                  <c:v>0.4</c:v>
                </c:pt>
                <c:pt idx="41">
                  <c:v>0.41</c:v>
                </c:pt>
                <c:pt idx="42">
                  <c:v>0.42</c:v>
                </c:pt>
                <c:pt idx="43">
                  <c:v>0.43</c:v>
                </c:pt>
                <c:pt idx="44">
                  <c:v>0.44</c:v>
                </c:pt>
                <c:pt idx="45">
                  <c:v>0.45</c:v>
                </c:pt>
                <c:pt idx="46">
                  <c:v>0.46</c:v>
                </c:pt>
                <c:pt idx="47">
                  <c:v>0.47</c:v>
                </c:pt>
                <c:pt idx="48">
                  <c:v>0.48</c:v>
                </c:pt>
                <c:pt idx="49">
                  <c:v>0.49</c:v>
                </c:pt>
                <c:pt idx="50">
                  <c:v>0.5</c:v>
                </c:pt>
                <c:pt idx="51">
                  <c:v>0.51</c:v>
                </c:pt>
                <c:pt idx="52">
                  <c:v>0.52</c:v>
                </c:pt>
                <c:pt idx="53">
                  <c:v>0.53</c:v>
                </c:pt>
                <c:pt idx="54">
                  <c:v>0.54</c:v>
                </c:pt>
                <c:pt idx="55">
                  <c:v>0.55</c:v>
                </c:pt>
                <c:pt idx="56">
                  <c:v>0.56</c:v>
                </c:pt>
                <c:pt idx="57">
                  <c:v>0.57</c:v>
                </c:pt>
                <c:pt idx="58">
                  <c:v>0.58</c:v>
                </c:pt>
                <c:pt idx="59">
                  <c:v>0.59</c:v>
                </c:pt>
                <c:pt idx="60">
                  <c:v>0.6</c:v>
                </c:pt>
                <c:pt idx="61">
                  <c:v>0.61</c:v>
                </c:pt>
                <c:pt idx="62">
                  <c:v>0.62</c:v>
                </c:pt>
                <c:pt idx="63">
                  <c:v>0.63</c:v>
                </c:pt>
                <c:pt idx="64">
                  <c:v>0.64</c:v>
                </c:pt>
                <c:pt idx="65">
                  <c:v>0.65</c:v>
                </c:pt>
                <c:pt idx="66">
                  <c:v>0.66</c:v>
                </c:pt>
                <c:pt idx="67">
                  <c:v>0.67</c:v>
                </c:pt>
                <c:pt idx="68">
                  <c:v>0.68</c:v>
                </c:pt>
                <c:pt idx="69">
                  <c:v>0.69</c:v>
                </c:pt>
                <c:pt idx="70">
                  <c:v>0.7</c:v>
                </c:pt>
                <c:pt idx="71">
                  <c:v>0.71</c:v>
                </c:pt>
                <c:pt idx="72">
                  <c:v>0.72</c:v>
                </c:pt>
                <c:pt idx="73">
                  <c:v>0.73</c:v>
                </c:pt>
                <c:pt idx="74">
                  <c:v>0.74</c:v>
                </c:pt>
                <c:pt idx="75">
                  <c:v>0.75</c:v>
                </c:pt>
                <c:pt idx="76">
                  <c:v>0.76</c:v>
                </c:pt>
                <c:pt idx="77">
                  <c:v>0.77</c:v>
                </c:pt>
                <c:pt idx="78">
                  <c:v>0.78</c:v>
                </c:pt>
                <c:pt idx="79">
                  <c:v>0.79</c:v>
                </c:pt>
                <c:pt idx="80">
                  <c:v>0.8</c:v>
                </c:pt>
                <c:pt idx="81">
                  <c:v>0.81</c:v>
                </c:pt>
                <c:pt idx="82">
                  <c:v>0.82</c:v>
                </c:pt>
                <c:pt idx="83">
                  <c:v>0.83</c:v>
                </c:pt>
                <c:pt idx="84">
                  <c:v>0.84</c:v>
                </c:pt>
                <c:pt idx="85">
                  <c:v>0.85</c:v>
                </c:pt>
                <c:pt idx="86">
                  <c:v>0.86</c:v>
                </c:pt>
                <c:pt idx="87">
                  <c:v>0.87</c:v>
                </c:pt>
                <c:pt idx="88">
                  <c:v>0.88</c:v>
                </c:pt>
                <c:pt idx="89">
                  <c:v>0.89</c:v>
                </c:pt>
                <c:pt idx="90">
                  <c:v>0.9</c:v>
                </c:pt>
                <c:pt idx="91">
                  <c:v>0.91</c:v>
                </c:pt>
                <c:pt idx="92">
                  <c:v>0.92</c:v>
                </c:pt>
                <c:pt idx="93">
                  <c:v>0.93</c:v>
                </c:pt>
                <c:pt idx="94">
                  <c:v>0.94</c:v>
                </c:pt>
                <c:pt idx="95">
                  <c:v>0.95</c:v>
                </c:pt>
                <c:pt idx="96">
                  <c:v>0.96</c:v>
                </c:pt>
                <c:pt idx="97">
                  <c:v>0.97</c:v>
                </c:pt>
                <c:pt idx="98">
                  <c:v>0.98</c:v>
                </c:pt>
                <c:pt idx="99">
                  <c:v>0.99</c:v>
                </c:pt>
                <c:pt idx="100">
                  <c:v>1</c:v>
                </c:pt>
              </c:numCache>
            </c:numRef>
          </c:yVal>
        </c:ser>
        <c:ser>
          <c:idx val="1"/>
          <c:order val="1"/>
          <c:tx>
            <c:v>理想回波</c:v>
          </c:tx>
          <c:spPr>
            <a:solidFill xmlns:a="http://schemas.openxmlformats.org/drawingml/2006/main">
              <a:srgbClr val="CB6C28"/>
            </a:solidFill>
            <a:ln xmlns:a="http://schemas.openxmlformats.org/drawingml/2006/main" w="24765">
              <a:solidFill>
                <a:srgbClr val="CB6C28"/>
              </a:solidFill>
            </a:ln>
          </c:spPr>
          <c:marker>
            <c:symbol val="none"/>
            <c:size val="4"/>
          </c:marker>
          <c:xVal>
            <c:numRef>
              <c:f>'Chart Data'!$C$2:$C$102</c:f>
              <c:numCache>
                <c:formatCode>General</c:formatCode>
                <c:ptCount val="101"/>
                <c:pt idx="0">
                  <c:v>0</c:v>
                </c:pt>
                <c:pt idx="1">
                  <c:v>0.01</c:v>
                </c:pt>
                <c:pt idx="2">
                  <c:v>0.02</c:v>
                </c:pt>
                <c:pt idx="3">
                  <c:v>0.03</c:v>
                </c:pt>
                <c:pt idx="4">
                  <c:v>0.04</c:v>
                </c:pt>
                <c:pt idx="5">
                  <c:v>0.05</c:v>
                </c:pt>
                <c:pt idx="6">
                  <c:v>0.06</c:v>
                </c:pt>
                <c:pt idx="7">
                  <c:v>0.07</c:v>
                </c:pt>
                <c:pt idx="8">
                  <c:v>0.08</c:v>
                </c:pt>
                <c:pt idx="9">
                  <c:v>0.09</c:v>
                </c:pt>
                <c:pt idx="10">
                  <c:v>0.1</c:v>
                </c:pt>
                <c:pt idx="11">
                  <c:v>0.11</c:v>
                </c:pt>
                <c:pt idx="12">
                  <c:v>0.12</c:v>
                </c:pt>
                <c:pt idx="13">
                  <c:v>0.13</c:v>
                </c:pt>
                <c:pt idx="14">
                  <c:v>0.14</c:v>
                </c:pt>
                <c:pt idx="15">
                  <c:v>0.15</c:v>
                </c:pt>
                <c:pt idx="16">
                  <c:v>0.16</c:v>
                </c:pt>
                <c:pt idx="17">
                  <c:v>0.17</c:v>
                </c:pt>
                <c:pt idx="18">
                  <c:v>0.18</c:v>
                </c:pt>
                <c:pt idx="19">
                  <c:v>0.19</c:v>
                </c:pt>
                <c:pt idx="20">
                  <c:v>0.2</c:v>
                </c:pt>
                <c:pt idx="21">
                  <c:v>0.21</c:v>
                </c:pt>
                <c:pt idx="22">
                  <c:v>0.22</c:v>
                </c:pt>
                <c:pt idx="23">
                  <c:v>0.23</c:v>
                </c:pt>
                <c:pt idx="24">
                  <c:v>0.24</c:v>
                </c:pt>
                <c:pt idx="25">
                  <c:v>0.25</c:v>
                </c:pt>
                <c:pt idx="26">
                  <c:v>0.26</c:v>
                </c:pt>
                <c:pt idx="27">
                  <c:v>0.27</c:v>
                </c:pt>
                <c:pt idx="28">
                  <c:v>0.28</c:v>
                </c:pt>
                <c:pt idx="29">
                  <c:v>0.29</c:v>
                </c:pt>
                <c:pt idx="30">
                  <c:v>0.3</c:v>
                </c:pt>
                <c:pt idx="31">
                  <c:v>0.31</c:v>
                </c:pt>
                <c:pt idx="32">
                  <c:v>0.32</c:v>
                </c:pt>
                <c:pt idx="33">
                  <c:v>0.33</c:v>
                </c:pt>
                <c:pt idx="34">
                  <c:v>0.34</c:v>
                </c:pt>
                <c:pt idx="35">
                  <c:v>0.35</c:v>
                </c:pt>
                <c:pt idx="36">
                  <c:v>0.36</c:v>
                </c:pt>
                <c:pt idx="37">
                  <c:v>0.37</c:v>
                </c:pt>
                <c:pt idx="38">
                  <c:v>0.38</c:v>
                </c:pt>
                <c:pt idx="39">
                  <c:v>0.39</c:v>
                </c:pt>
                <c:pt idx="40">
                  <c:v>0.4</c:v>
                </c:pt>
                <c:pt idx="41">
                  <c:v>0.41</c:v>
                </c:pt>
                <c:pt idx="42">
                  <c:v>0.42</c:v>
                </c:pt>
                <c:pt idx="43">
                  <c:v>0.43</c:v>
                </c:pt>
                <c:pt idx="44">
                  <c:v>0.44</c:v>
                </c:pt>
                <c:pt idx="45">
                  <c:v>0.45</c:v>
                </c:pt>
                <c:pt idx="46">
                  <c:v>0.46</c:v>
                </c:pt>
                <c:pt idx="47">
                  <c:v>0.47</c:v>
                </c:pt>
                <c:pt idx="48">
                  <c:v>0.48</c:v>
                </c:pt>
                <c:pt idx="49">
                  <c:v>0.49</c:v>
                </c:pt>
                <c:pt idx="50">
                  <c:v>0.5</c:v>
                </c:pt>
                <c:pt idx="51">
                  <c:v>0.51</c:v>
                </c:pt>
                <c:pt idx="52">
                  <c:v>0.52</c:v>
                </c:pt>
                <c:pt idx="53">
                  <c:v>0.53</c:v>
                </c:pt>
                <c:pt idx="54">
                  <c:v>0.54</c:v>
                </c:pt>
                <c:pt idx="55">
                  <c:v>0.55</c:v>
                </c:pt>
                <c:pt idx="56">
                  <c:v>0.56</c:v>
                </c:pt>
                <c:pt idx="57">
                  <c:v>0.57</c:v>
                </c:pt>
                <c:pt idx="58">
                  <c:v>0.58</c:v>
                </c:pt>
                <c:pt idx="59">
                  <c:v>0.59</c:v>
                </c:pt>
                <c:pt idx="60">
                  <c:v>0.6</c:v>
                </c:pt>
                <c:pt idx="61">
                  <c:v>0.61</c:v>
                </c:pt>
                <c:pt idx="62">
                  <c:v>0.62</c:v>
                </c:pt>
                <c:pt idx="63">
                  <c:v>0.63</c:v>
                </c:pt>
                <c:pt idx="64">
                  <c:v>0.64</c:v>
                </c:pt>
                <c:pt idx="65">
                  <c:v>0.65</c:v>
                </c:pt>
                <c:pt idx="66">
                  <c:v>0.66</c:v>
                </c:pt>
                <c:pt idx="67">
                  <c:v>0.67</c:v>
                </c:pt>
                <c:pt idx="68">
                  <c:v>0.68</c:v>
                </c:pt>
                <c:pt idx="69">
                  <c:v>0.69</c:v>
                </c:pt>
                <c:pt idx="70">
                  <c:v>0.7</c:v>
                </c:pt>
                <c:pt idx="71">
                  <c:v>0.71</c:v>
                </c:pt>
                <c:pt idx="72">
                  <c:v>0.72</c:v>
                </c:pt>
                <c:pt idx="73">
                  <c:v>0.73</c:v>
                </c:pt>
                <c:pt idx="74">
                  <c:v>0.74</c:v>
                </c:pt>
                <c:pt idx="75">
                  <c:v>0.75</c:v>
                </c:pt>
                <c:pt idx="76">
                  <c:v>0.76</c:v>
                </c:pt>
                <c:pt idx="77">
                  <c:v>0.77</c:v>
                </c:pt>
                <c:pt idx="78">
                  <c:v>0.78</c:v>
                </c:pt>
                <c:pt idx="79">
                  <c:v>0.79</c:v>
                </c:pt>
                <c:pt idx="80">
                  <c:v>0.8</c:v>
                </c:pt>
                <c:pt idx="81">
                  <c:v>0.81</c:v>
                </c:pt>
                <c:pt idx="82">
                  <c:v>0.82</c:v>
                </c:pt>
                <c:pt idx="83">
                  <c:v>0.83</c:v>
                </c:pt>
                <c:pt idx="84">
                  <c:v>0.84</c:v>
                </c:pt>
                <c:pt idx="85">
                  <c:v>0.85</c:v>
                </c:pt>
                <c:pt idx="86">
                  <c:v>0.86</c:v>
                </c:pt>
                <c:pt idx="87">
                  <c:v>0.87</c:v>
                </c:pt>
                <c:pt idx="88">
                  <c:v>0.88</c:v>
                </c:pt>
                <c:pt idx="89">
                  <c:v>0.89</c:v>
                </c:pt>
                <c:pt idx="90">
                  <c:v>0.9</c:v>
                </c:pt>
                <c:pt idx="91">
                  <c:v>0.91</c:v>
                </c:pt>
                <c:pt idx="92">
                  <c:v>0.92</c:v>
                </c:pt>
                <c:pt idx="93">
                  <c:v>0.93</c:v>
                </c:pt>
                <c:pt idx="94">
                  <c:v>0.94</c:v>
                </c:pt>
                <c:pt idx="95">
                  <c:v>0.95</c:v>
                </c:pt>
                <c:pt idx="96">
                  <c:v>0.96</c:v>
                </c:pt>
                <c:pt idx="97">
                  <c:v>0.97</c:v>
                </c:pt>
                <c:pt idx="98">
                  <c:v>0.98</c:v>
                </c:pt>
                <c:pt idx="99">
                  <c:v>0.99</c:v>
                </c:pt>
                <c:pt idx="100">
                  <c:v>1</c:v>
                </c:pt>
              </c:numCache>
            </c:numRef>
          </c:xVal>
          <c:yVal>
            <c:numRef>
              <c:f>'Chart Data'!$D$2:$D$102</c:f>
              <c:numCache>
                <c:formatCode>0.0</c:formatCode>
                <c:ptCount val="101"/>
                <c:pt idx="0">
                  <c:v>0</c:v>
                </c:pt>
                <c:pt idx="1">
                  <c:v>0.01</c:v>
                </c:pt>
                <c:pt idx="2">
                  <c:v>0.02</c:v>
                </c:pt>
                <c:pt idx="3">
                  <c:v>0.03</c:v>
                </c:pt>
                <c:pt idx="4">
                  <c:v>0.04</c:v>
                </c:pt>
                <c:pt idx="5">
                  <c:v>0.05</c:v>
                </c:pt>
                <c:pt idx="6">
                  <c:v>0.06</c:v>
                </c:pt>
                <c:pt idx="7">
                  <c:v>0.07</c:v>
                </c:pt>
                <c:pt idx="8">
                  <c:v>0.08</c:v>
                </c:pt>
                <c:pt idx="9">
                  <c:v>0.09</c:v>
                </c:pt>
                <c:pt idx="10">
                  <c:v>0.1</c:v>
                </c:pt>
                <c:pt idx="11">
                  <c:v>0.11</c:v>
                </c:pt>
                <c:pt idx="12">
                  <c:v>0.12</c:v>
                </c:pt>
                <c:pt idx="13">
                  <c:v>0.13</c:v>
                </c:pt>
                <c:pt idx="14">
                  <c:v>0.14</c:v>
                </c:pt>
                <c:pt idx="15">
                  <c:v>0.15</c:v>
                </c:pt>
                <c:pt idx="16">
                  <c:v>0.16</c:v>
                </c:pt>
                <c:pt idx="17">
                  <c:v>0.17</c:v>
                </c:pt>
                <c:pt idx="18">
                  <c:v>0.18</c:v>
                </c:pt>
                <c:pt idx="19">
                  <c:v>0.19</c:v>
                </c:pt>
                <c:pt idx="20">
                  <c:v>0.2</c:v>
                </c:pt>
                <c:pt idx="21">
                  <c:v>0.21</c:v>
                </c:pt>
                <c:pt idx="22">
                  <c:v>0.22</c:v>
                </c:pt>
                <c:pt idx="23">
                  <c:v>0.23</c:v>
                </c:pt>
                <c:pt idx="24">
                  <c:v>0.24</c:v>
                </c:pt>
                <c:pt idx="25">
                  <c:v>0.25</c:v>
                </c:pt>
                <c:pt idx="26">
                  <c:v>0.26</c:v>
                </c:pt>
                <c:pt idx="27">
                  <c:v>0.27</c:v>
                </c:pt>
                <c:pt idx="28">
                  <c:v>0.28</c:v>
                </c:pt>
                <c:pt idx="29">
                  <c:v>0.29</c:v>
                </c:pt>
                <c:pt idx="30">
                  <c:v>0.3</c:v>
                </c:pt>
                <c:pt idx="31">
                  <c:v>0.31</c:v>
                </c:pt>
                <c:pt idx="32">
                  <c:v>0.32</c:v>
                </c:pt>
                <c:pt idx="33">
                  <c:v>0.33</c:v>
                </c:pt>
                <c:pt idx="34">
                  <c:v>0.34</c:v>
                </c:pt>
                <c:pt idx="35">
                  <c:v>0.35</c:v>
                </c:pt>
                <c:pt idx="36">
                  <c:v>0.36</c:v>
                </c:pt>
                <c:pt idx="37">
                  <c:v>0.37</c:v>
                </c:pt>
                <c:pt idx="38">
                  <c:v>0.38</c:v>
                </c:pt>
                <c:pt idx="39">
                  <c:v>0.39</c:v>
                </c:pt>
                <c:pt idx="40">
                  <c:v>0.4</c:v>
                </c:pt>
                <c:pt idx="41">
                  <c:v>0.41</c:v>
                </c:pt>
                <c:pt idx="42">
                  <c:v>0.42</c:v>
                </c:pt>
                <c:pt idx="43">
                  <c:v>0.43</c:v>
                </c:pt>
                <c:pt idx="44">
                  <c:v>0.44</c:v>
                </c:pt>
                <c:pt idx="45">
                  <c:v>0.45</c:v>
                </c:pt>
                <c:pt idx="46">
                  <c:v>0.46</c:v>
                </c:pt>
                <c:pt idx="47">
                  <c:v>0.47</c:v>
                </c:pt>
                <c:pt idx="48">
                  <c:v>0.48</c:v>
                </c:pt>
                <c:pt idx="49">
                  <c:v>0.49</c:v>
                </c:pt>
                <c:pt idx="50">
                  <c:v>0.5</c:v>
                </c:pt>
                <c:pt idx="51">
                  <c:v>0.49</c:v>
                </c:pt>
                <c:pt idx="52">
                  <c:v>0.48</c:v>
                </c:pt>
                <c:pt idx="53">
                  <c:v>0.47</c:v>
                </c:pt>
                <c:pt idx="54">
                  <c:v>0.46</c:v>
                </c:pt>
                <c:pt idx="55">
                  <c:v>0.45</c:v>
                </c:pt>
                <c:pt idx="56">
                  <c:v>0.44</c:v>
                </c:pt>
                <c:pt idx="57">
                  <c:v>0.43</c:v>
                </c:pt>
                <c:pt idx="58">
                  <c:v>0.42</c:v>
                </c:pt>
                <c:pt idx="59">
                  <c:v>0.41</c:v>
                </c:pt>
                <c:pt idx="60">
                  <c:v>0.4</c:v>
                </c:pt>
                <c:pt idx="61">
                  <c:v>0.39</c:v>
                </c:pt>
                <c:pt idx="62">
                  <c:v>0.38</c:v>
                </c:pt>
                <c:pt idx="63">
                  <c:v>0.37</c:v>
                </c:pt>
                <c:pt idx="64">
                  <c:v>0.36</c:v>
                </c:pt>
                <c:pt idx="65">
                  <c:v>0.35</c:v>
                </c:pt>
                <c:pt idx="66">
                  <c:v>0.34</c:v>
                </c:pt>
                <c:pt idx="67">
                  <c:v>0.33</c:v>
                </c:pt>
                <c:pt idx="68">
                  <c:v>0.32</c:v>
                </c:pt>
                <c:pt idx="69">
                  <c:v>0.31</c:v>
                </c:pt>
                <c:pt idx="70">
                  <c:v>0.3</c:v>
                </c:pt>
                <c:pt idx="71">
                  <c:v>0.29</c:v>
                </c:pt>
                <c:pt idx="72">
                  <c:v>0.28</c:v>
                </c:pt>
                <c:pt idx="73">
                  <c:v>0.27</c:v>
                </c:pt>
                <c:pt idx="74">
                  <c:v>0.26</c:v>
                </c:pt>
                <c:pt idx="75">
                  <c:v>0.25</c:v>
                </c:pt>
                <c:pt idx="76">
                  <c:v>0.24</c:v>
                </c:pt>
                <c:pt idx="77">
                  <c:v>0.23</c:v>
                </c:pt>
                <c:pt idx="78">
                  <c:v>0.22</c:v>
                </c:pt>
                <c:pt idx="79">
                  <c:v>0.21</c:v>
                </c:pt>
                <c:pt idx="80">
                  <c:v>0.2</c:v>
                </c:pt>
                <c:pt idx="81">
                  <c:v>0.19</c:v>
                </c:pt>
                <c:pt idx="82">
                  <c:v>0.18</c:v>
                </c:pt>
                <c:pt idx="83">
                  <c:v>0.17</c:v>
                </c:pt>
                <c:pt idx="84">
                  <c:v>0.16</c:v>
                </c:pt>
                <c:pt idx="85">
                  <c:v>0.15</c:v>
                </c:pt>
                <c:pt idx="86">
                  <c:v>0.14</c:v>
                </c:pt>
                <c:pt idx="87">
                  <c:v>0.13</c:v>
                </c:pt>
                <c:pt idx="88">
                  <c:v>0.12</c:v>
                </c:pt>
                <c:pt idx="89">
                  <c:v>0.11</c:v>
                </c:pt>
                <c:pt idx="90">
                  <c:v>0.1</c:v>
                </c:pt>
                <c:pt idx="91">
                  <c:v>0.09</c:v>
                </c:pt>
                <c:pt idx="92">
                  <c:v>0.08</c:v>
                </c:pt>
                <c:pt idx="93">
                  <c:v>0.07</c:v>
                </c:pt>
                <c:pt idx="94">
                  <c:v>0.06</c:v>
                </c:pt>
                <c:pt idx="95">
                  <c:v>0.05</c:v>
                </c:pt>
                <c:pt idx="96">
                  <c:v>0.04</c:v>
                </c:pt>
                <c:pt idx="97">
                  <c:v>0.03</c:v>
                </c:pt>
                <c:pt idx="98">
                  <c:v>0.02</c:v>
                </c:pt>
                <c:pt idx="99">
                  <c:v>0.01</c:v>
                </c:pt>
                <c:pt idx="100">
                  <c:v>0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iragino Sans GB"/>
                  <a:ea typeface="Hiragino Sans GB"/>
                  <a:cs typeface="Hiragino Sans GB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DEE5EA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solidFill>
                      <a:srgbClr val="526575"/>
                    </a:solidFill>
                    <a:latin typeface="Hiragino Sans GB"/>
                    <a:ea typeface="Hiragino Sans GB"/>
                    <a:cs typeface="Hiragino Sans GB"/>
                  </a:rPr>
                  <a:t>归一化累积相位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526575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</c:title>
        <c:numFmt formatCode="0.0"/>
        <c:majorTickMark val="none"/>
        <c:minorTickMark val="none"/>
        <c:tickLblPos val="low"/>
        <c:spPr>
          <a:ln xmlns:a="http://schemas.openxmlformats.org/drawingml/2006/main" w="9525">
            <a:solidFill>
              <a:srgbClr val="8C98A3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26575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50112"/>
      </c:valAx>
      <c:val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solidFill>
                      <a:srgbClr val="526575"/>
                    </a:solidFill>
                    <a:latin typeface="Hiragino Sans GB"/>
                    <a:ea typeface="Hiragino Sans GB"/>
                    <a:cs typeface="Hiragino Sans GB"/>
                  </a:rPr>
                  <a:t>总时间的比例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526575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</c:title>
        <c:numFmt formatCode="0.0"/>
        <c:majorTickMark val="none"/>
        <c:minorTickMark val="none"/>
        <c:tickLblPos val="low"/>
        <c:spPr>
          <a:ln xmlns:a="http://schemas.openxmlformats.org/drawingml/2006/main" w="9525">
            <a:solidFill>
              <a:srgbClr val="8C98A3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26575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72768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25">
              <a:solidFill>
                <a:srgbClr val="172B3A"/>
              </a:solidFill>
              <a:latin typeface="Hiragino Sans GB"/>
              <a:ea typeface="Hiragino Sans GB"/>
              <a:cs typeface="Hiragino Sans GB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77CA78-82B9-4621-A81F-C76A2CE74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50" b="1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rPr>
              <a:t>光镊中的原子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CC65B2-C070-4306-BE35-024D546BC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C98A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8C98A3"/>
                </a:solidFill>
                <a:latin typeface="Hiragino Sans GB"/>
                <a:ea typeface="Hiragino Sans GB"/>
                <a:cs typeface="Hiragino Sans GB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C69BF9-B070-4675-8ADC-186A97A8B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275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4275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rPr>
              <a:t>Monte Carlo 模拟在做什么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827E51-7320-44E6-9994-36D9BD2A6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71825"/>
            <a:ext cx="1066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0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rPr>
              <a:t>从一颗原子的运动，到一批原子的存活概率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12F9AF-26BB-461A-A453-6F54649F4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371975"/>
            <a:ext cx="1000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52657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526575"/>
                </a:solidFill>
                <a:latin typeface="Hiragino Sans GB"/>
                <a:ea typeface="Hiragino Sans GB"/>
                <a:cs typeface="Hiragino Sans GB"/>
              </a:rPr>
              <a:t>物理原理与逐步实现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E1D14E-FCD0-4045-92FF-189F8944D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00700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57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526575"/>
                </a:solidFill>
                <a:latin typeface="Hiragino Sans GB"/>
                <a:ea typeface="Hiragino Sans GB"/>
                <a:cs typeface="Hiragino Sans GB"/>
              </a:rPr>
              <a:t>Yifan2709    2026 年 9 月</a:t>
            </a:r>
          </a:p>
        </p:txBody>
      </p:sp>
    </p:spTree>
    <p:extLst>
      <p:ext uri="{BB962C8B-B14F-4D97-AF65-F5344CB8AC3E}">
        <p14:creationId xmlns:p14="http://schemas.microsoft.com/office/powerpoint/2010/main" val="56847117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7CFAD5-9668-4B95-9508-3CD3FED80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50" b="1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rPr>
              <a:t>汇报的四个问题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1A7CBA-5E91-4CEF-99A5-604430811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76325"/>
            <a:ext cx="10991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57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526575"/>
                </a:solidFill>
                <a:latin typeface="Hiragino Sans GB"/>
                <a:ea typeface="Hiragino Sans GB"/>
                <a:cs typeface="Hiragino Sans GB"/>
              </a:rPr>
              <a:t>按原子经历的顺序展开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5E1FA0-BC78-42DA-82B7-9594C3401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C98A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8C98A3"/>
                </a:solidFill>
                <a:latin typeface="Hiragino Sans GB"/>
                <a:ea typeface="Hiragino Sans GB"/>
                <a:cs typeface="Hiragino Sans GB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47FBDE-04A4-43A3-B637-BC48A82C5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43075"/>
            <a:ext cx="10906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rPr>
              <a:t>原子一开始是什么状态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F3812C-1E94-465E-90D1-15D4B8061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43125"/>
            <a:ext cx="10906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rPr>
              <a:t>光镊形状、温度和初始位置/速度。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F18E8F-2D95-4027-B54E-0C7CCB461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76525"/>
            <a:ext cx="10906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rPr>
              <a:t>转移时，原子怎样运动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01814A-3BAF-47C8-9888-56A3E2223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76575"/>
            <a:ext cx="10906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rPr>
              <a:t>两口势阱怎样变化，力怎样改变原子的运动。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D7976B-3010-4E43-AC0F-9299987F4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09975"/>
            <a:ext cx="10906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rPr>
              <a:t>随机性怎样影响结果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A6A486-98D8-4973-96B1-172CCE4C8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10025"/>
            <a:ext cx="10906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rPr>
              <a:t>位点差异、初态差异和运动中的噪声。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40EB56-1945-4044-8E15-DB0AF6F05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43425"/>
            <a:ext cx="10906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rPr>
              <a:t>最后怎样判断与比较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C374D9-305F-41BF-8474-640E4D17D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43475"/>
            <a:ext cx="10906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rPr>
              <a:t>存活、统计误差、相干性，以及与论文的差距。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8D5B88-4FC9-41C4-8A14-E20A4F784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43575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rPr>
              <a:t>贯穿全篇：每条轨迹都保留自己的历史</a:t>
            </a:r>
          </a:p>
        </p:txBody>
      </p:sp>
    </p:spTree>
    <p:extLst>
      <p:ext uri="{BB962C8B-B14F-4D97-AF65-F5344CB8AC3E}">
        <p14:creationId xmlns:p14="http://schemas.microsoft.com/office/powerpoint/2010/main" val="21904740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6C8DAD-2C67-4E2B-8313-567029FFC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50" b="1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rPr>
              <a:t>要回答的实验问题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38F449-2DB4-4D74-98C6-8C77956E3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76325"/>
            <a:ext cx="10991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57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526575"/>
                </a:solidFill>
                <a:latin typeface="Hiragino Sans GB"/>
                <a:ea typeface="Hiragino Sans GB"/>
                <a:cs typeface="Hiragino Sans GB"/>
              </a:rPr>
              <a:t>同样的操作反复进行，最后还剩多少原子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800834-2B2F-4BCC-A9AD-36244C273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C98A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8C98A3"/>
                </a:solidFill>
                <a:latin typeface="Hiragino Sans GB"/>
                <a:ea typeface="Hiragino Sans GB"/>
                <a:cs typeface="Hiragino Sans GB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72DB96-CD1C-4024-9F82-865563F1A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43075"/>
            <a:ext cx="10906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rPr>
              <a:t>实验动作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36BAA4-EB40-44F7-8F9C-6AE9408D4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43125"/>
            <a:ext cx="10906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rPr>
              <a:t>用可移动的光镊，把原子从静止光镊中接走，再送回。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47F638-2F14-4B6C-8742-ACAE40595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81325"/>
            <a:ext cx="10906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rPr>
              <a:t>主要观测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F41086-3DD8-4312-B21D-8F13F4D51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81375"/>
            <a:ext cx="10906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rPr>
              <a:t>做完 n 次单程转移后，仍留在目标阱里的原子比例。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E5A271-AFC2-43D3-9666-6666B8446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19575"/>
            <a:ext cx="10906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rPr>
              <a:t>模拟的任务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4E06F8-1E1B-4D30-98E5-3A0760467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19625"/>
            <a:ext cx="10906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rPr>
              <a:t>计算每颗原子的运动与能量，再把“留下”或“丢失”汇总。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1537F7-EC53-47A5-9DB0-3CC4F710E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43575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rPr>
              <a:t>更快、更多次的转移，是否仍能可靠地留住原子？</a:t>
            </a:r>
          </a:p>
        </p:txBody>
      </p:sp>
    </p:spTree>
    <p:extLst>
      <p:ext uri="{BB962C8B-B14F-4D97-AF65-F5344CB8AC3E}">
        <p14:creationId xmlns:p14="http://schemas.microsoft.com/office/powerpoint/2010/main" val="865724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938167-C66F-4DC1-AA95-3559FAEC6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50" b="1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rPr>
              <a:t>两口光镊，各自做什么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025C88-C188-4179-B402-D0BB87604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76325"/>
            <a:ext cx="10991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57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526575"/>
                </a:solidFill>
                <a:latin typeface="Hiragino Sans GB"/>
                <a:ea typeface="Hiragino Sans GB"/>
                <a:cs typeface="Hiragino Sans GB"/>
              </a:rPr>
              <a:t>以铯-133 为例，把光镊理解为用激光形成的势阱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E91514-D5C4-45ED-A721-57BA72EA1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C98A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8C98A3"/>
                </a:solidFill>
                <a:latin typeface="Hiragino Sans GB"/>
                <a:ea typeface="Hiragino Sans GB"/>
                <a:cs typeface="Hiragino Sans GB"/>
              </a:rPr>
              <a:t>04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1771650"/>
          <a:ext xmlns:a="http://schemas.openxmlformats.org/drawingml/2006/main" cx="10972800" cy="3476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94613"/>
                <a:gridCol w="3889094"/>
                <a:gridCol w="3889094"/>
              </a:tblGrid>
              <a:tr h="57943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7679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物理量</a:t>
                      </a:r>
                    </a:p>
                  </a:txBody>
                  <a:tcPr marL="91440" marR="91440" marT="45720" marB="45720" anchor="ctr">
                    <a:solidFill>
                      <a:srgbClr val="ECF3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7679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静止光镊 SLM</a:t>
                      </a:r>
                    </a:p>
                  </a:txBody>
                  <a:tcPr marL="91440" marR="91440" marT="45720" marB="45720" anchor="ctr">
                    <a:solidFill>
                      <a:srgbClr val="ECF3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7679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移动光镊 AOD</a:t>
                      </a:r>
                    </a:p>
                  </a:txBody>
                  <a:tcPr marL="91440" marR="91440" marT="45720" marB="45720" anchor="ctr">
                    <a:solidFill>
                      <a:srgbClr val="ECF3F7"/>
                    </a:solidFill>
                  </a:tcPr>
                </a:tc>
              </a:tr>
              <a:tr h="57943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B3A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作用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B3A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原子的起点和终点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B3A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接走、搬运、送回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7943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B3A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名义阱深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B3A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140 μK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B3A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280 μK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7943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B3A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激光波长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B3A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1061 nm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B3A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1055 nm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7943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B3A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讲解用束腰半径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B3A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1.17 μm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B3A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1.17 μm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7943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B3A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短距离交接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B3A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中心保持在原点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B3A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最多离开 2.4 μm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21EA9B-485B-43A7-829C-E1FD69BA5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43575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rPr>
              <a:t>阱深用 μK 表示能量尺度，原子温度另行指定</a:t>
            </a:r>
          </a:p>
        </p:txBody>
      </p:sp>
    </p:spTree>
    <p:extLst>
      <p:ext uri="{BB962C8B-B14F-4D97-AF65-F5344CB8AC3E}">
        <p14:creationId xmlns:p14="http://schemas.microsoft.com/office/powerpoint/2010/main" val="116246747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A06097-03CE-4552-9C3A-984FD0516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50" b="1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rPr>
              <a:t>势阱像一口有限深的碗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B7785C-7C4C-410D-A37A-C22489C46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76325"/>
            <a:ext cx="10991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57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526575"/>
                </a:solidFill>
                <a:latin typeface="Hiragino Sans GB"/>
                <a:ea typeface="Hiragino Sans GB"/>
                <a:cs typeface="Hiragino Sans GB"/>
              </a:rPr>
              <a:t>横轴是位置，纵轴是势能除以玻尔兹曼常数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487EF4-EE2C-4AAE-A862-77134F216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C98A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8C98A3"/>
                </a:solidFill>
                <a:latin typeface="Hiragino Sans GB"/>
                <a:ea typeface="Hiragino Sans GB"/>
                <a:cs typeface="Hiragino Sans GB"/>
              </a:rPr>
              <a:t>05</a:t>
            </a:r>
          </a:p>
        </p:txBody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523875" y="1752600"/>
          <a:ext xmlns:a="http://schemas.openxmlformats.org/drawingml/2006/main" cx="7620000" cy="37242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8221b8923bf4498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1AD49D-D8D0-408E-92AD-0428E455D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828800"/>
            <a:ext cx="3295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rPr>
              <a:t>中心最低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7E46BB-18CD-495E-8D63-174FB6C11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228850"/>
            <a:ext cx="3295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rPr>
              <a:t>原子离开中心，需要增加势能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9EF4AA-AB7A-4CDC-AB66-C45464752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086100"/>
            <a:ext cx="3295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rPr>
              <a:t>远处趋近零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4BB26F-B3AF-41B7-8493-6920BF16A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486150"/>
            <a:ext cx="3295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rPr>
              <a:t>阱的深度有限，足够高的总能量允许逃逸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C1597E-3B62-4DCB-947F-223D9E615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343400"/>
            <a:ext cx="3295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rPr>
              <a:t>更深的阱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309A5F-3496-4F2D-B842-CBC5853E3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743450"/>
            <a:ext cx="3295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rPr>
              <a:t>通常能容纳更大的运动能量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9346D5-8BC8-40FD-BEB2-822CA1977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43575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rPr>
              <a:t>U(x) = −D exp[−2(x − c)² / w²]</a:t>
            </a:r>
          </a:p>
        </p:txBody>
      </p:sp>
    </p:spTree>
    <p:extLst>
      <p:ext uri="{BB962C8B-B14F-4D97-AF65-F5344CB8AC3E}">
        <p14:creationId xmlns:p14="http://schemas.microsoft.com/office/powerpoint/2010/main" val="154019871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13DC48-1ECE-4CD8-9B67-72755725B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50" b="1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rPr>
              <a:t>原子受到的力来自势阱的坡度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2B91D6-97C4-4C81-B2F1-F941DF3AD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76325"/>
            <a:ext cx="10991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57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526575"/>
                </a:solidFill>
                <a:latin typeface="Hiragino Sans GB"/>
                <a:ea typeface="Hiragino Sans GB"/>
                <a:cs typeface="Hiragino Sans GB"/>
              </a:rPr>
              <a:t>静止阱的一维截面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3F14F1-3F0E-4FFD-9769-0F9552024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C98A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8C98A3"/>
                </a:solidFill>
                <a:latin typeface="Hiragino Sans GB"/>
                <a:ea typeface="Hiragino Sans GB"/>
                <a:cs typeface="Hiragino Sans GB"/>
              </a:rPr>
              <a:t>06</a:t>
            </a:r>
          </a:p>
        </p:txBody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523875" y="1752600"/>
          <a:ext xmlns:a="http://schemas.openxmlformats.org/drawingml/2006/main" cx="7620000" cy="37242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9c93e84dc144577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845704-85B9-470C-AB19-925F64513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828800"/>
            <a:ext cx="3295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rPr>
              <a:t>左侧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A7C72D-EECB-45A8-B8D5-A852C0F15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228850"/>
            <a:ext cx="3295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rPr>
              <a:t>力指向右边，把原子拉回中心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D4ABE7-C47C-465D-BC6C-DC8948DC3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086100"/>
            <a:ext cx="3295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rPr>
              <a:t>右侧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BB9B71-0A83-426C-894F-01D82AE5A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486150"/>
            <a:ext cx="3295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rPr>
              <a:t>力向左，把原子拉回中心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BD8C9D-8882-4C8E-9F4D-2528C37BC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343400"/>
            <a:ext cx="3295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rPr>
              <a:t>阱中心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8D9549-842F-4683-91B0-3389C4D82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743450"/>
            <a:ext cx="3295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rPr>
              <a:t>力为零，但原子可能仍有速度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D54AD0-4F43-44FA-8C4C-04B69F2EF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43575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rPr>
              <a:t>F = −∂U/∂x，随后用 F = ma 求运动变化</a:t>
            </a:r>
          </a:p>
        </p:txBody>
      </p:sp>
    </p:spTree>
    <p:extLst>
      <p:ext uri="{BB962C8B-B14F-4D97-AF65-F5344CB8AC3E}">
        <p14:creationId xmlns:p14="http://schemas.microsoft.com/office/powerpoint/2010/main" val="61158053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8407E2-40A2-4CCC-9970-85F3EFB5E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50" b="1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rPr>
              <a:t>有限温度意味着原子一直在动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F1939A-2622-4E38-904E-17DEE2D1F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76325"/>
            <a:ext cx="10991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57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526575"/>
                </a:solidFill>
                <a:latin typeface="Hiragino Sans GB"/>
                <a:ea typeface="Hiragino Sans GB"/>
                <a:cs typeface="Hiragino Sans GB"/>
              </a:rPr>
              <a:t>同一温度的原子，也不会处于同一个位置和速度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3C2DE5-DCCF-4663-A17C-846623BB6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C98A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8C98A3"/>
                </a:solidFill>
                <a:latin typeface="Hiragino Sans GB"/>
                <a:ea typeface="Hiragino Sans GB"/>
                <a:cs typeface="Hiragino Sans GB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DA3978-B652-4699-99AB-4EDD6CA75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43075"/>
            <a:ext cx="10906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rPr>
              <a:t>位置有分布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2DF9AF-319F-479C-9D3E-6903D02FA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43125"/>
            <a:ext cx="10906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rPr>
              <a:t>有的在阱底附近，有的更靠近阱边。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BE1D70-B7D9-4C33-8DF7-CE0DBD2E6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81325"/>
            <a:ext cx="10906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rPr>
              <a:t>速度有分布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31FD57-1191-4DB0-8351-4F8BCAA49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81375"/>
            <a:ext cx="10906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rPr>
              <a:t>有的往左，有的往右，也有快慢差异。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B214FF-2475-4A30-A6E3-276201EE7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19575"/>
            <a:ext cx="10906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rPr>
              <a:t>开始时的振动阶段不同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5406D3-CB27-4500-84B7-C650E4540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19625"/>
            <a:ext cx="10906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rPr>
              <a:t>同样的光镊操作，会碰上不同的振动阶段。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218BBD-A1E9-44EC-8309-A84BA0E34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43575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rPr>
              <a:t>只算一颗静止在阱底的原子，会漏掉热运动带来的差别</a:t>
            </a:r>
          </a:p>
        </p:txBody>
      </p:sp>
    </p:spTree>
    <p:extLst>
      <p:ext uri="{BB962C8B-B14F-4D97-AF65-F5344CB8AC3E}">
        <p14:creationId xmlns:p14="http://schemas.microsoft.com/office/powerpoint/2010/main" val="72244496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EA374E-B8F2-4BFF-A59A-15B0A00CE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50" b="1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rPr>
              <a:t>阱深、温度和原子能量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5C507C-5B79-4DB8-9E73-FA1A51FF4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76325"/>
            <a:ext cx="10991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57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526575"/>
                </a:solidFill>
                <a:latin typeface="Hiragino Sans GB"/>
                <a:ea typeface="Hiragino Sans GB"/>
                <a:cs typeface="Hiragino Sans GB"/>
              </a:rPr>
              <a:t>三个量相关，但含义不同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EC704D-B8D2-4422-B3D3-D4D0B3E45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C98A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8C98A3"/>
                </a:solidFill>
                <a:latin typeface="Hiragino Sans GB"/>
                <a:ea typeface="Hiragino Sans GB"/>
                <a:cs typeface="Hiragino Sans GB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F6C91C-2086-4736-8781-512B8A87F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43075"/>
            <a:ext cx="10906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rPr>
              <a:t>阱深 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225565-CA40-4631-8BF2-E389ED4A1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43125"/>
            <a:ext cx="10906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rPr>
              <a:t>从阱底到远处零势能的高度，本身是能量。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21C06C-8228-4A97-8B69-9BB482960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81325"/>
            <a:ext cx="10906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rPr>
              <a:t>初始温度 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B93F8A-861E-4C25-BC37-DE8220F91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81375"/>
            <a:ext cx="10906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rPr>
              <a:t>决定一批原子初始位置和速度的分布宽度。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F74F52-4877-4D53-BB1D-22CDE12B3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19575"/>
            <a:ext cx="10906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rPr>
              <a:t>总能量 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EC9E6E-5201-4491-8410-32EDC0FAD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19625"/>
            <a:ext cx="10906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rPr>
              <a:t>某颗原子当下的动能加势能，E = ½m|v|² + U。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E35F87-BB71-448F-A556-029B9298D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43575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rPr>
              <a:t>三维谐振近似下，平均“高于阱底的能量”约为 3kBT</a:t>
            </a:r>
          </a:p>
        </p:txBody>
      </p:sp>
    </p:spTree>
    <p:extLst>
      <p:ext uri="{BB962C8B-B14F-4D97-AF65-F5344CB8AC3E}">
        <p14:creationId xmlns:p14="http://schemas.microsoft.com/office/powerpoint/2010/main" val="108647107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8F15D1-9145-41A2-9158-C479DF7A1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50" b="1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rPr>
              <a:t>三维中，沿光轴的束缚更弱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124A6A-A214-4259-BB8C-03A2512ED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76325"/>
            <a:ext cx="10991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57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526575"/>
                </a:solidFill>
                <a:latin typeface="Hiragino Sans GB"/>
                <a:ea typeface="Hiragino Sans GB"/>
                <a:cs typeface="Hiragino Sans GB"/>
              </a:rPr>
              <a:t>同一束光的横向和轴向势能截面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257A3C-4205-47C1-A6E5-43AB289CD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C98A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8C98A3"/>
                </a:solidFill>
                <a:latin typeface="Hiragino Sans GB"/>
                <a:ea typeface="Hiragino Sans GB"/>
                <a:cs typeface="Hiragino Sans GB"/>
              </a:rPr>
              <a:t>09</a:t>
            </a:r>
          </a:p>
        </p:txBody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523875" y="1752600"/>
          <a:ext xmlns:a="http://schemas.openxmlformats.org/drawingml/2006/main" cx="7620000" cy="37242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3c5792db0304c9d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20BF9F-6D88-48D7-982D-D2A909576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828800"/>
            <a:ext cx="3295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rPr>
              <a:t>横向较窄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7B97BD-E0FB-4F0D-8F24-BD4B30528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228850"/>
            <a:ext cx="3295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rPr>
              <a:t>原子受到较强的回复力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38D580-B771-4B1A-B0F7-0B1DFB9FB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086100"/>
            <a:ext cx="3295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rPr>
              <a:t>轴向较宽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79B076-BE3A-4E9D-9170-0DB4680FE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486150"/>
            <a:ext cx="3295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rPr>
              <a:t>相同温度下，轴向分布更宽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FF003D-7BC7-48BD-B19C-72348A982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343400"/>
            <a:ext cx="3295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rPr>
              <a:t>三维的必要性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957085-9B18-479F-8B87-8804096E2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743450"/>
            <a:ext cx="3295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rPr>
              <a:t>原子可以沿 x、y 或 z 方向跑出阱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211915-7C32-4589-AF86-39635876F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43575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rPr>
              <a:t>只看搬运方向的一维模型，会漏掉其他方向的运动</a:t>
            </a:r>
          </a:p>
        </p:txBody>
      </p:sp>
    </p:spTree>
    <p:extLst>
      <p:ext uri="{BB962C8B-B14F-4D97-AF65-F5344CB8AC3E}">
        <p14:creationId xmlns:p14="http://schemas.microsoft.com/office/powerpoint/2010/main" val="130315297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B6638E-90F9-4602-82C2-8FA66A129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50" b="1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rPr>
              <a:t>这份模拟采用的物理近似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D56A7F-AB92-43F0-BE21-D08758616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76325"/>
            <a:ext cx="10991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57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526575"/>
                </a:solidFill>
                <a:latin typeface="Hiragino Sans GB"/>
                <a:ea typeface="Hiragino Sans GB"/>
                <a:cs typeface="Hiragino Sans GB"/>
              </a:rPr>
              <a:t>原子的空间运动与内部量子态分别描述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0C9C96-4FB6-4E6D-BF1E-A87D214AF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C98A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8C98A3"/>
                </a:solidFill>
                <a:latin typeface="Hiragino Sans GB"/>
                <a:ea typeface="Hiragino Sans GB"/>
                <a:cs typeface="Hiragino Sans GB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B5DDF0-AEA0-4413-9304-218BA04BB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43075"/>
            <a:ext cx="10906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rPr>
              <a:t>空间运动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986736-A88A-40D5-BF81-153E581B3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43125"/>
            <a:ext cx="10906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rPr>
              <a:t>把原子当作有位置和速度的粒子，沿经典轨迹运动。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C4345A-37D1-4B19-B7C5-10E59B4E6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81325"/>
            <a:ext cx="10906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rPr>
              <a:t>内部量子态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4679F1-4466-45FF-A2F8-B778D7731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81375"/>
            <a:ext cx="10906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rPr>
              <a:t>需要讨论相干性时，再沿轨迹计算两能级状态的变化。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23BB34-B9EA-4F30-B88A-3AAC76369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19575"/>
            <a:ext cx="10906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rPr>
              <a:t>适用范围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5DD587-DC02-4A70-B027-87CE03AD4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19625"/>
            <a:ext cx="10906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rPr>
              <a:t>适合研究热运动、交接激发和损失趋势，未求完整运动波函数。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522C9A-5BEA-41D5-B7B8-253542170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43575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rPr>
              <a:t>量子内部态可以保留，空间运动仍采用经典近似</a:t>
            </a:r>
          </a:p>
        </p:txBody>
      </p:sp>
    </p:spTree>
    <p:extLst>
      <p:ext uri="{BB962C8B-B14F-4D97-AF65-F5344CB8AC3E}">
        <p14:creationId xmlns:p14="http://schemas.microsoft.com/office/powerpoint/2010/main" val="184588538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9D795A-00BE-4D9E-AFBB-8AC1FF132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50" b="1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rPr>
              <a:t>Monte Carlo 怎样给出概率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C93575-85FE-4A76-98A2-E93BE1C52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76325"/>
            <a:ext cx="10991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57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526575"/>
                </a:solidFill>
                <a:latin typeface="Hiragino Sans GB"/>
                <a:ea typeface="Hiragino Sans GB"/>
                <a:cs typeface="Hiragino Sans GB"/>
              </a:rPr>
              <a:t>按已知分布反复抽取样本，再逐颗计算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B22383-89B0-4C07-9FA0-F92ED20B2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C98A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8C98A3"/>
                </a:solidFill>
                <a:latin typeface="Hiragino Sans GB"/>
                <a:ea typeface="Hiragino Sans GB"/>
                <a:cs typeface="Hiragino Sans GB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A7ED0C-54B0-4D23-811E-B9F3B53D2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43075"/>
            <a:ext cx="10906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rPr>
              <a:t>准备很多次虚拟实验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7373E2-0994-448F-A24A-237862856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43125"/>
            <a:ext cx="10906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rPr>
              <a:t>每次得到一个不同的初态和位点条件。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FF8CB1-18FA-4DFE-BFDA-17AA97BAB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81325"/>
            <a:ext cx="10906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rPr>
              <a:t>按相同物理规律向前演化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E439FA-083F-408C-B591-03445ABFF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81375"/>
            <a:ext cx="10906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rPr>
              <a:t>初态一旦给定，力和运动方程决定接下来的变化。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4BD020-86D0-40FE-986E-25E0B3855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19575"/>
            <a:ext cx="10906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rPr>
              <a:t>把每次结局变成统计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7B9112-255A-42BB-8C1B-3804D64A7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19625"/>
            <a:ext cx="10906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rPr>
              <a:t>留下记 1，丢失记 0，平均值就是模拟存活概率。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EB3FD5-E31D-4190-972E-E4AE5BDC4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43575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rPr>
              <a:t>物理规律决定每条轨迹，随机抽样把它们组成一批实验</a:t>
            </a:r>
          </a:p>
        </p:txBody>
      </p:sp>
    </p:spTree>
    <p:extLst>
      <p:ext uri="{BB962C8B-B14F-4D97-AF65-F5344CB8AC3E}">
        <p14:creationId xmlns:p14="http://schemas.microsoft.com/office/powerpoint/2010/main" val="65891712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A4759A-DF26-422D-B42A-B868CCD1F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50" b="1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rPr>
              <a:t>随机数分别代表什么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2775E5-8FB0-461A-A70B-54691C574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76325"/>
            <a:ext cx="10991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57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526575"/>
                </a:solidFill>
                <a:latin typeface="Hiragino Sans GB"/>
                <a:ea typeface="Hiragino Sans GB"/>
                <a:cs typeface="Hiragino Sans GB"/>
              </a:rPr>
              <a:t>不同来源的随机性，有不同的更新时间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170267-C7D2-4A5E-8922-C7EBDB6E7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C98A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8C98A3"/>
                </a:solidFill>
                <a:latin typeface="Hiragino Sans GB"/>
                <a:ea typeface="Hiragino Sans GB"/>
                <a:cs typeface="Hiragino Sans GB"/>
              </a:rPr>
              <a:t>12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1771650"/>
          <a:ext xmlns:a="http://schemas.openxmlformats.org/drawingml/2006/main" cx="10972800" cy="3381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572540"/>
                <a:gridCol w="3827721"/>
                <a:gridCol w="3572540"/>
              </a:tblGrid>
              <a:tr h="6762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7679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随机量</a:t>
                      </a:r>
                    </a:p>
                  </a:txBody>
                  <a:tcPr marL="91440" marR="91440" marT="45720" marB="45720" anchor="ctr">
                    <a:solidFill>
                      <a:srgbClr val="ECF3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7679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物理含义</a:t>
                      </a:r>
                    </a:p>
                  </a:txBody>
                  <a:tcPr marL="91440" marR="91440" marT="45720" marB="45720" anchor="ctr">
                    <a:solidFill>
                      <a:srgbClr val="ECF3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7679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什么时候抽取</a:t>
                      </a:r>
                    </a:p>
                  </a:txBody>
                  <a:tcPr marL="91440" marR="91440" marT="45720" marB="45720" anchor="ctr">
                    <a:solidFill>
                      <a:srgbClr val="ECF3F7"/>
                    </a:solidFill>
                  </a:tcPr>
                </a:tc>
              </a:tr>
              <a:tr h="6762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B3A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位点深度、束腰、偏差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B3A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每个光镊略有不同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B3A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每条轨迹开始前一次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762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B3A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位置和速度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B3A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热运动的初始状态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B3A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初态准备时一次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762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B3A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段间对准抖动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B3A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交接阶段的位置漂移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B3A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每轮、每段一次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762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B3A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运动中的噪声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B3A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光强和指向的快涨落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B3A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随机噪声模型中反复抽取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F49516-4C70-41F1-9EEB-85581FA9A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43575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rPr>
              <a:t>固定随机种子，便于重复同一组比较</a:t>
            </a:r>
          </a:p>
        </p:txBody>
      </p:sp>
    </p:spTree>
    <p:extLst>
      <p:ext uri="{BB962C8B-B14F-4D97-AF65-F5344CB8AC3E}">
        <p14:creationId xmlns:p14="http://schemas.microsoft.com/office/powerpoint/2010/main" val="36986899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594078-519B-45C8-8E76-5CA5AC4EC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50" b="1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rPr>
              <a:t>先固定一组可比较的物理条件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0D7D0D-1ED9-4ABF-86A5-A4C6EBE88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76325"/>
            <a:ext cx="10991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57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526575"/>
                </a:solidFill>
                <a:latin typeface="Hiragino Sans GB"/>
                <a:ea typeface="Hiragino Sans GB"/>
                <a:cs typeface="Hiragino Sans GB"/>
              </a:rPr>
              <a:t>讲解基准与最终标定条件分开使用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2F3135-BB1E-4D8E-97DA-DD870B273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C98A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8C98A3"/>
                </a:solidFill>
                <a:latin typeface="Hiragino Sans GB"/>
                <a:ea typeface="Hiragino Sans GB"/>
                <a:cs typeface="Hiragino Sans GB"/>
              </a:rPr>
              <a:t>13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1771650"/>
          <a:ext xmlns:a="http://schemas.openxmlformats.org/drawingml/2006/main" cx="10972800" cy="3571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65095"/>
                <a:gridCol w="3349592"/>
                <a:gridCol w="4158114"/>
              </a:tblGrid>
              <a:tr h="59531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7679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参数</a:t>
                      </a:r>
                    </a:p>
                  </a:txBody>
                  <a:tcPr marL="91440" marR="91440" marT="45720" marB="45720" anchor="ctr">
                    <a:solidFill>
                      <a:srgbClr val="ECF3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7679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讲解基准</a:t>
                      </a:r>
                    </a:p>
                  </a:txBody>
                  <a:tcPr marL="91440" marR="91440" marT="45720" marB="45720" anchor="ctr">
                    <a:solidFill>
                      <a:srgbClr val="ECF3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7679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最终共同模型</a:t>
                      </a:r>
                    </a:p>
                  </a:txBody>
                  <a:tcPr marL="91440" marR="91440" marT="45720" marB="45720" anchor="ctr">
                    <a:solidFill>
                      <a:srgbClr val="ECF3F7"/>
                    </a:solidFill>
                  </a:tcPr>
                </a:tc>
              </a:tr>
              <a:tr h="59531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B3A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初始温度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B3A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15 μK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B3A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19 μK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9531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B3A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SLM / AOD 名义阱深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B3A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140 / 280 μK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B3A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140 / 280 μK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9531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B3A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名义束腰半径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B3A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1.17 μm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B3A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1.11 μm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9531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B3A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加热描述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B3A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固定平均功率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B3A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随机力引起能量扩散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9531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B3A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验证原子数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B3A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单批 4096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B3A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两批各 4096，合计 8192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5B4AE6-A101-4047-A291-F4691B97D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43575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rPr>
              <a:t>先用基准数值理解步骤，再看共同模型的实际结果</a:t>
            </a:r>
          </a:p>
        </p:txBody>
      </p:sp>
    </p:spTree>
    <p:extLst>
      <p:ext uri="{BB962C8B-B14F-4D97-AF65-F5344CB8AC3E}">
        <p14:creationId xmlns:p14="http://schemas.microsoft.com/office/powerpoint/2010/main" val="205383234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1511D3-462A-40F6-9F7F-078338A78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50" b="1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rPr>
              <a:t>先给每个位点一个实际阱深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24CEC8-8FCC-4626-AA42-7528CE617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76325"/>
            <a:ext cx="10991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57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526575"/>
                </a:solidFill>
                <a:latin typeface="Hiragino Sans GB"/>
                <a:ea typeface="Hiragino Sans GB"/>
                <a:cs typeface="Hiragino Sans GB"/>
              </a:rPr>
              <a:t>示例：4096 个独立样本，SLM 深度相对标准差 11.4%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C05964-EFA0-4672-8B18-CB8AB4EA0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C98A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8C98A3"/>
                </a:solidFill>
                <a:latin typeface="Hiragino Sans GB"/>
                <a:ea typeface="Hiragino Sans GB"/>
                <a:cs typeface="Hiragino Sans GB"/>
              </a:rPr>
              <a:t>14</a:t>
            </a:r>
          </a:p>
        </p:txBody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523875" y="1752600"/>
          <a:ext xmlns:a="http://schemas.openxmlformats.org/drawingml/2006/main" cx="7620000" cy="37242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78f190c57234484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4C3EA9-1168-4C43-982C-2E6B8326E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828800"/>
            <a:ext cx="3295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rPr>
              <a:t>名义值 140 μK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C69554-58BF-481A-844F-8E018D4C4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228850"/>
            <a:ext cx="3295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rPr>
              <a:t>各位点围绕它上下分布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1CD244-6F6E-4C2E-9122-EC05B446D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086100"/>
            <a:ext cx="3295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rPr>
              <a:t>浅阱的影响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CEB6CF-59AA-4226-B943-E947C09D2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486150"/>
            <a:ext cx="3295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rPr>
              <a:t>同一温度下，位置分布更宽，逃逸余量更小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6BBC85-C3E0-4D4C-83C8-7FFFF473A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343400"/>
            <a:ext cx="3295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rPr>
              <a:t>全程固定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9BBD65-C602-48CC-84E7-BFC3BBB01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743450"/>
            <a:ext cx="3295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rPr>
              <a:t>同一颗原子始终属于同一个位点样本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7DA9A2-35A5-447D-BAD0-40555166A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43575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rPr>
              <a:t>这些是独立模拟样本，不等于实物装置恰好有 4096 个位点</a:t>
            </a:r>
          </a:p>
        </p:txBody>
      </p:sp>
    </p:spTree>
    <p:extLst>
      <p:ext uri="{BB962C8B-B14F-4D97-AF65-F5344CB8AC3E}">
        <p14:creationId xmlns:p14="http://schemas.microsoft.com/office/powerpoint/2010/main" val="193934470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6F5424-79EA-402C-8DFB-F2E3D6823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50" b="1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rPr>
              <a:t>初态的分布宽度来自温度和阱深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AAFFCA-E3C3-41CF-B335-80AA88C02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76325"/>
            <a:ext cx="10991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57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526575"/>
                </a:solidFill>
                <a:latin typeface="Hiragino Sans GB"/>
                <a:ea typeface="Hiragino Sans GB"/>
                <a:cs typeface="Hiragino Sans GB"/>
              </a:rPr>
              <a:t>三维讲解基准：15 μK，140 μK SLM，束腰 1.17 μm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40D639-24D8-4DF0-9D1F-7D0A29A0C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C98A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8C98A3"/>
                </a:solidFill>
                <a:latin typeface="Hiragino Sans GB"/>
                <a:ea typeface="Hiragino Sans GB"/>
                <a:cs typeface="Hiragino Sans GB"/>
              </a:rPr>
              <a:t>15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1771650"/>
          <a:ext xmlns:a="http://schemas.openxmlformats.org/drawingml/2006/main" cx="10972800" cy="32194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31690"/>
                <a:gridCol w="3421626"/>
                <a:gridCol w="4719484"/>
              </a:tblGrid>
              <a:tr h="64389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7679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初始量</a:t>
                      </a:r>
                    </a:p>
                  </a:txBody>
                  <a:tcPr marL="91440" marR="91440" marT="45720" marB="45720" anchor="ctr">
                    <a:solidFill>
                      <a:srgbClr val="ECF3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7679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标准差</a:t>
                      </a:r>
                    </a:p>
                  </a:txBody>
                  <a:tcPr marL="91440" marR="91440" marT="45720" marB="45720" anchor="ctr">
                    <a:solidFill>
                      <a:srgbClr val="ECF3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7679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物理解释</a:t>
                      </a:r>
                    </a:p>
                  </a:txBody>
                  <a:tcPr marL="91440" marR="91440" marT="45720" marB="45720" anchor="ctr">
                    <a:solidFill>
                      <a:srgbClr val="ECF3F7"/>
                    </a:solidFill>
                  </a:tcPr>
                </a:tc>
              </a:tr>
              <a:tr h="64389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B3A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x、y 位置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B3A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0.191 μm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B3A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横向束缚较紧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4389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B3A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z 位置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B3A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0.938 μm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B3A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沿光轴束缚较弱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4389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B3A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vx、vy、vz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B3A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3.06 cm/s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B3A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由温度和铯原子质量决定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4389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B3A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径向 / 轴向振动频率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B3A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25.46 / 5.20 kHz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B3A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这里是 f，角频率 ω = 2πf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928545-B972-4BBE-909F-815FDC53C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43575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rPr>
              <a:t>位置宽度 σx = √[kBT / (mωx²)]，速度宽度 σv = √(kBT / m)</a:t>
            </a:r>
          </a:p>
        </p:txBody>
      </p:sp>
    </p:spTree>
    <p:extLst>
      <p:ext uri="{BB962C8B-B14F-4D97-AF65-F5344CB8AC3E}">
        <p14:creationId xmlns:p14="http://schemas.microsoft.com/office/powerpoint/2010/main" val="63013717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A82C05-6334-4339-B7E4-1A176138B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50" b="1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rPr>
              <a:t>一批初态在位置和速度上散开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C8189A-31DD-4440-BD8A-BBC2069B8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76325"/>
            <a:ext cx="10991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57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526575"/>
                </a:solidFill>
                <a:latin typeface="Hiragino Sans GB"/>
                <a:ea typeface="Hiragino Sans GB"/>
                <a:cs typeface="Hiragino Sans GB"/>
              </a:rPr>
              <a:t>从实际位点内准备的 4096 个样本中，展示前 180 个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C844A8-4865-43C9-A289-747C79B0A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C98A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8C98A3"/>
                </a:solidFill>
                <a:latin typeface="Hiragino Sans GB"/>
                <a:ea typeface="Hiragino Sans GB"/>
                <a:cs typeface="Hiragino Sans GB"/>
              </a:rPr>
              <a:t>16</a:t>
            </a:r>
          </a:p>
        </p:txBody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523875" y="1752600"/>
          <a:ext xmlns:a="http://schemas.openxmlformats.org/drawingml/2006/main" cx="7620000" cy="37242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0c027c2c7524228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B267C6-F2CA-4C7E-BBCD-FF9FEB1B6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828800"/>
            <a:ext cx="3295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rPr>
              <a:t>同一位置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5F9555-6408-44E8-AB9F-4CA088A07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228850"/>
            <a:ext cx="3295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rPr>
              <a:t>也可能具有不同的速度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57E7A1-2DA0-49C1-BE7F-B08D8A54D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086100"/>
            <a:ext cx="3295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rPr>
              <a:t>同一速度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A5857B-584B-41B7-B99D-37A2B7D5E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486150"/>
            <a:ext cx="3295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rPr>
              <a:t>也可能正处于振动的不同位置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8B3261-457E-41DE-95AD-104522E21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343400"/>
            <a:ext cx="3295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rPr>
              <a:t>相同的转移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D0A13E-0818-472F-84AE-720961F1B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743450"/>
            <a:ext cx="3295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rPr>
              <a:t>会把这批初态带向不同的结局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B1F453-17E6-44D1-88C0-E0B39B67B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43575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rPr>
              <a:t>三维时，每颗原子需要 3 个位置分量和 3 个速度分量</a:t>
            </a:r>
          </a:p>
        </p:txBody>
      </p:sp>
    </p:spTree>
    <p:extLst>
      <p:ext uri="{BB962C8B-B14F-4D97-AF65-F5344CB8AC3E}">
        <p14:creationId xmlns:p14="http://schemas.microsoft.com/office/powerpoint/2010/main" val="182062072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1EB9FC-B27A-4A19-BD09-EE1ABEC80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50" b="1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rPr>
              <a:t>初态必须已经被实际势阱束缚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CF6277-F3F1-4A0F-AC2E-74C19AA08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76325"/>
            <a:ext cx="10991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57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526575"/>
                </a:solidFill>
                <a:latin typeface="Hiragino Sans GB"/>
                <a:ea typeface="Hiragino Sans GB"/>
                <a:cs typeface="Hiragino Sans GB"/>
              </a:rPr>
              <a:t>先抽位点，再在这个位点里准备原子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7A17D3-CC3A-4F4A-AA09-4A8A65537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C98A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8C98A3"/>
                </a:solidFill>
                <a:latin typeface="Hiragino Sans GB"/>
                <a:ea typeface="Hiragino Sans GB"/>
                <a:cs typeface="Hiragino Sans GB"/>
              </a:rPr>
              <a:t>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9072FE-B540-49F5-A35C-8FB561552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43075"/>
            <a:ext cx="10906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rPr>
              <a:t>计算分布宽度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83960F-9DA6-47B8-8CCC-0F2E5FD2C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43125"/>
            <a:ext cx="10906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rPr>
              <a:t>使用该位点的实际深度，而不是一律使用名义 140 μK。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55A095-3681-4374-883F-47B6AADE4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81325"/>
            <a:ext cx="10906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rPr>
              <a:t>抽位置和速度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D5799F-777B-4B94-93BA-E39487C82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81375"/>
            <a:ext cx="10906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rPr>
              <a:t>先用阱底近似的热分布提出一个初态。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4C44F8-BF21-49AA-BDBA-5406EEBF3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19575"/>
            <a:ext cx="10906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rPr>
              <a:t>检查真实高斯势中的能量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85F50F-DF7E-466E-B0CC-48C18FA4E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19625"/>
            <a:ext cx="10906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rPr>
              <a:t>只有 E &lt; 0 才保留，否则在同一位点重新抽取。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3BBFA6-AD4E-48E6-A4CE-8A3F45831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43575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rPr>
              <a:t>重抽状态，保留位点，避免只剩下容易留住原子的深阱</a:t>
            </a:r>
          </a:p>
        </p:txBody>
      </p:sp>
    </p:spTree>
    <p:extLst>
      <p:ext uri="{BB962C8B-B14F-4D97-AF65-F5344CB8AC3E}">
        <p14:creationId xmlns:p14="http://schemas.microsoft.com/office/powerpoint/2010/main" val="188512366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6E2609-C035-4194-947B-85D0F42C8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50" b="1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rPr>
              <a:t>原子带着上一轮的状态继续运动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50370D-A3B3-43A9-A84E-2D2342C4F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76325"/>
            <a:ext cx="10991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57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526575"/>
                </a:solidFill>
                <a:latin typeface="Hiragino Sans GB"/>
                <a:ea typeface="Hiragino Sans GB"/>
                <a:cs typeface="Hiragino Sans GB"/>
              </a:rPr>
              <a:t>每一轮都保留位置、速度和已经累积的变化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8FF3FE-7919-4280-AFE4-77ED154F8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C98A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8C98A3"/>
                </a:solidFill>
                <a:latin typeface="Hiragino Sans GB"/>
                <a:ea typeface="Hiragino Sans GB"/>
                <a:cs typeface="Hiragino Sans GB"/>
              </a:rPr>
              <a:t>18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A2E743-8BC6-4D70-B733-6A57636BF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43075"/>
            <a:ext cx="10906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rPr>
              <a:t>留下的原子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2E07D7-D139-4BF4-84B0-732449352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43125"/>
            <a:ext cx="10906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rPr>
              <a:t>把本轮末态直接作为下一轮的起点。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405F4F-1892-415B-8E3F-F6015D322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81325"/>
            <a:ext cx="10906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rPr>
              <a:t>已经丢失的原子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EFF3AF-9023-4927-9B83-384A775D7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81375"/>
            <a:ext cx="10906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rPr>
              <a:t>后续各次统计一直记为丢失，不再补入新的原子。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546E86-362A-4EB5-9A52-87A2CDE36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19575"/>
            <a:ext cx="10906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rPr>
              <a:t>持续累积的影响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5324BB-0C7D-45A0-9FCE-47C5A201E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19625"/>
            <a:ext cx="10906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rPr>
              <a:t>运动激发、噪声和位点差异会改变后续损失风险。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D24DD0-A4D3-4775-B19D-302270F73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43575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rPr>
              <a:t>如果每轮重新抽热初态，就会抹掉重复转移的历史</a:t>
            </a:r>
          </a:p>
        </p:txBody>
      </p:sp>
    </p:spTree>
    <p:extLst>
      <p:ext uri="{BB962C8B-B14F-4D97-AF65-F5344CB8AC3E}">
        <p14:creationId xmlns:p14="http://schemas.microsoft.com/office/powerpoint/2010/main" val="11454571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6D298B-106B-4792-A9DC-98CAF9041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50" b="1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rPr>
              <a:t>一轮短转移的时间安排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C1CB58-5CFB-430A-AE40-CDFB12068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76325"/>
            <a:ext cx="10991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57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526575"/>
                </a:solidFill>
                <a:latin typeface="Hiragino Sans GB"/>
                <a:ea typeface="Hiragino Sans GB"/>
                <a:cs typeface="Hiragino Sans GB"/>
              </a:rPr>
              <a:t>拾取一次、等待一次、放回一次，合计两次单程转移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D0E876-E04F-4EA4-9743-8063B6BD0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C98A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8C98A3"/>
                </a:solidFill>
                <a:latin typeface="Hiragino Sans GB"/>
                <a:ea typeface="Hiragino Sans GB"/>
                <a:cs typeface="Hiragino Sans GB"/>
              </a:rPr>
              <a:t>19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1771650"/>
          <a:ext xmlns:a="http://schemas.openxmlformats.org/drawingml/2006/main" cx="10972800" cy="28765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74044"/>
                <a:gridCol w="1844168"/>
                <a:gridCol w="1844168"/>
                <a:gridCol w="1844168"/>
                <a:gridCol w="2766252"/>
              </a:tblGrid>
              <a:tr h="71913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7679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单程操作时间 T</a:t>
                      </a:r>
                    </a:p>
                  </a:txBody>
                  <a:tcPr marL="91440" marR="91440" marT="45720" marB="45720" anchor="ctr">
                    <a:solidFill>
                      <a:srgbClr val="ECF3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7679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拾取</a:t>
                      </a:r>
                    </a:p>
                  </a:txBody>
                  <a:tcPr marL="91440" marR="91440" marT="45720" marB="45720" anchor="ctr">
                    <a:solidFill>
                      <a:srgbClr val="ECF3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7679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等待</a:t>
                      </a:r>
                    </a:p>
                  </a:txBody>
                  <a:tcPr marL="91440" marR="91440" marT="45720" marB="45720" anchor="ctr">
                    <a:solidFill>
                      <a:srgbClr val="ECF3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7679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放回</a:t>
                      </a:r>
                    </a:p>
                  </a:txBody>
                  <a:tcPr marL="91440" marR="91440" marT="45720" marB="45720" anchor="ctr">
                    <a:solidFill>
                      <a:srgbClr val="ECF3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7679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30 轮总时长</a:t>
                      </a:r>
                    </a:p>
                  </a:txBody>
                  <a:tcPr marL="91440" marR="91440" marT="45720" marB="45720" anchor="ctr">
                    <a:solidFill>
                      <a:srgbClr val="ECF3F7"/>
                    </a:solidFill>
                  </a:tcPr>
                </a:tc>
              </a:tr>
              <a:tr h="71913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B3A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200 μs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B3A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200 μs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B3A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100 μs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B3A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200 μs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B3A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15 ms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1913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B3A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400 μs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B3A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400 μs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B3A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100 μs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B3A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400 μs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B3A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27 ms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1913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B3A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600 μs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B3A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600 μs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B3A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100 μs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B3A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600 μs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B3A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39 ms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D6946A-B4DB-4D80-9E7F-980A22BC9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43575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rPr>
              <a:t>n = 60 是 60 次单程交接，也就是 30 个来回</a:t>
            </a:r>
          </a:p>
        </p:txBody>
      </p:sp>
    </p:spTree>
    <p:extLst>
      <p:ext uri="{BB962C8B-B14F-4D97-AF65-F5344CB8AC3E}">
        <p14:creationId xmlns:p14="http://schemas.microsoft.com/office/powerpoint/2010/main" val="73621087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D56F9E-77B1-494F-9A67-EC312CB14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50" b="1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rPr>
              <a:t>拾取时，移动阱先变深，再离开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0F0A0F-4E38-4C7E-A7BA-C56DFA4E7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76325"/>
            <a:ext cx="10991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57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526575"/>
                </a:solidFill>
                <a:latin typeface="Hiragino Sans GB"/>
                <a:ea typeface="Hiragino Sans GB"/>
                <a:cs typeface="Hiragino Sans GB"/>
              </a:rPr>
              <a:t>手工操作的前 48% 与后 52% 分别承担不同作用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C4D78C-D418-4509-B19F-874328AF8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C98A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8C98A3"/>
                </a:solidFill>
                <a:latin typeface="Hiragino Sans GB"/>
                <a:ea typeface="Hiragino Sans GB"/>
                <a:cs typeface="Hiragino Sans GB"/>
              </a:rPr>
              <a:t>20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CC6168-3EE7-4EED-B5E6-46B395DD4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43075"/>
            <a:ext cx="10906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rPr>
              <a:t>前 48%：在原位接住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C14879-1979-4BAE-81F8-4F52A1287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43125"/>
            <a:ext cx="10906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rPr>
              <a:t>AOD 中心与 SLM 重合，AOD 深度按时间的平方升高。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C32776-6713-4B92-8491-C3DB1CB9A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81325"/>
            <a:ext cx="10906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rPr>
              <a:t>后 52%：搬离原位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0EC3C8-B926-41EA-87D5-B1F6C9857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81375"/>
            <a:ext cx="10906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rPr>
              <a:t>AOD 深度保持 280 μK，中心移动 2.4 μm。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2BBF9B-EE23-4407-A34E-DADEC0B0A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19575"/>
            <a:ext cx="10906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rPr>
              <a:t>SLM 一直开着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BC1E6C-506A-475D-901E-A6F11C22C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19625"/>
            <a:ext cx="10906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rPr>
              <a:t>原子在两束光形成的总势中运动，不预先指定属于哪一口阱。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159861-A47E-4E4D-8099-5C2D8B06B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43575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rPr>
              <a:t>原子能否跟随移动阱，要由它实际受到的力决定</a:t>
            </a:r>
          </a:p>
        </p:txBody>
      </p:sp>
    </p:spTree>
    <p:extLst>
      <p:ext uri="{BB962C8B-B14F-4D97-AF65-F5344CB8AC3E}">
        <p14:creationId xmlns:p14="http://schemas.microsoft.com/office/powerpoint/2010/main" val="1649062558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D0DDEE-8A20-4323-9BDB-82121C198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50" b="1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rPr>
              <a:t>手工 400 μs 的两条控制曲线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18BB5D-570D-42DE-8DA7-2F548CED7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76325"/>
            <a:ext cx="10991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57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526575"/>
                </a:solidFill>
                <a:latin typeface="Hiragino Sans GB"/>
                <a:ea typeface="Hiragino Sans GB"/>
                <a:cs typeface="Hiragino Sans GB"/>
              </a:rPr>
              <a:t>一条规定阱中心在哪里，一条规定阱有多深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0EBF7C-C6AC-493D-940B-ADDA9C707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C98A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8C98A3"/>
                </a:solidFill>
                <a:latin typeface="Hiragino Sans GB"/>
                <a:ea typeface="Hiragino Sans GB"/>
                <a:cs typeface="Hiragino Sans GB"/>
              </a:rPr>
              <a:t>21</a:t>
            </a:r>
          </a:p>
        </p:txBody>
      </p:sp>
      <p:graphicFrame>
        <p:nvGraphicFramePr>
          <p:cNvPr id="11" name="Chart"/>
          <p:cNvGraphicFramePr/>
          <p:nvPr/>
        </p:nvGraphicFramePr>
        <p:xfrm>
          <a:off xmlns:a="http://schemas.openxmlformats.org/drawingml/2006/main" x="476250" y="1752600"/>
          <a:ext xmlns:a="http://schemas.openxmlformats.org/drawingml/2006/main" cx="542925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3440ee7485f4611"/>
          </a:graphicData>
        </a:graphic>
      </p:graphicFrame>
      <p:graphicFrame>
        <p:nvGraphicFramePr>
          <p:cNvPr id="12" name="Chart"/>
          <p:cNvGraphicFramePr/>
          <p:nvPr/>
        </p:nvGraphicFramePr>
        <p:xfrm>
          <a:off xmlns:a="http://schemas.openxmlformats.org/drawingml/2006/main" x="6286500" y="1752600"/>
          <a:ext xmlns:a="http://schemas.openxmlformats.org/drawingml/2006/main" cx="542925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5bd4fd695b24244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A14150-39DD-46C9-9ED7-CBE4322DC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334000"/>
            <a:ext cx="1076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rPr>
              <a:t>升深用时 192 μs，移动用时 208 μs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BB63F7-A8FE-4785-A256-6F0DFC55F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43575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rPr>
              <a:t>移动段：c / 2.4 μm = 3s² − 2s³，其中 s 从 0 变到 1</a:t>
            </a:r>
          </a:p>
        </p:txBody>
      </p:sp>
    </p:spTree>
    <p:extLst>
      <p:ext uri="{BB962C8B-B14F-4D97-AF65-F5344CB8AC3E}">
        <p14:creationId xmlns:p14="http://schemas.microsoft.com/office/powerpoint/2010/main" val="842129142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5A5C93-45D3-4AA2-AAE6-EFE7E90A8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50" b="1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rPr>
              <a:t>拾取过程中，总势阱不断改变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0CEDD6-156D-4A35-B45A-F424F1D75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76325"/>
            <a:ext cx="10991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57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526575"/>
                </a:solidFill>
                <a:latin typeface="Hiragino Sans GB"/>
                <a:ea typeface="Hiragino Sans GB"/>
                <a:cs typeface="Hiragino Sans GB"/>
              </a:rPr>
              <a:t>一维截面示意，忽略位点偏差和噪声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078299-21DE-4F0D-8484-F994DFDEF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C98A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8C98A3"/>
                </a:solidFill>
                <a:latin typeface="Hiragino Sans GB"/>
                <a:ea typeface="Hiragino Sans GB"/>
                <a:cs typeface="Hiragino Sans GB"/>
              </a:rPr>
              <a:t>22</a:t>
            </a:r>
          </a:p>
        </p:txBody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523875" y="1752600"/>
          <a:ext xmlns:a="http://schemas.openxmlformats.org/drawingml/2006/main" cx="7620000" cy="37242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941cee1148241e5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FD60CC-A0D5-435B-8994-D588668D1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828800"/>
            <a:ext cx="3295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rPr>
              <a:t>重合时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6E98F4-BB14-43E0-86DE-874F7E56D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228850"/>
            <a:ext cx="3295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rPr>
              <a:t>两束光相加，使中心势阱更深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33E85F-701E-4267-A8CD-07BD3CC46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086100"/>
            <a:ext cx="3295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rPr>
              <a:t>逐渐分开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254E39-4487-4005-8099-5F711B099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486150"/>
            <a:ext cx="3295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rPr>
              <a:t>势阱形状和最低点都在改变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51E5A3-871C-4956-95B3-57F9D201D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343400"/>
            <a:ext cx="3295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rPr>
              <a:t>原子需要跟上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974743-2163-42BB-88DE-65BF77C9B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743450"/>
            <a:ext cx="3295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rPr>
              <a:t>只移动光斑，不保证原子同步移动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685659-70B9-4FCA-BD5C-AED891835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43575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rPr>
              <a:t>总势 U = USLM + UAOD，总力也由两束光相加得到</a:t>
            </a:r>
          </a:p>
        </p:txBody>
      </p:sp>
    </p:spTree>
    <p:extLst>
      <p:ext uri="{BB962C8B-B14F-4D97-AF65-F5344CB8AC3E}">
        <p14:creationId xmlns:p14="http://schemas.microsoft.com/office/powerpoint/2010/main" val="1086976288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BD7AF8-C724-4EA7-BC75-BA942013F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50" b="1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rPr>
              <a:t>等待段检验能否独立留在 AOD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9D5351-4EDE-43EF-83D2-A8646C8A0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76325"/>
            <a:ext cx="10991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57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526575"/>
                </a:solidFill>
                <a:latin typeface="Hiragino Sans GB"/>
                <a:ea typeface="Hiragino Sans GB"/>
                <a:cs typeface="Hiragino Sans GB"/>
              </a:rPr>
              <a:t>拾取结束后，关闭 SLM 并等待 100 μs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158DAC-9557-47E4-9D30-6783CBD4A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C98A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8C98A3"/>
                </a:solidFill>
                <a:latin typeface="Hiragino Sans GB"/>
                <a:ea typeface="Hiragino Sans GB"/>
                <a:cs typeface="Hiragino Sans GB"/>
              </a:rPr>
              <a:t>23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798BDA-68D8-475E-B08A-DE5C1452D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43075"/>
            <a:ext cx="10906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rPr>
              <a:t>关光的瞬间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0DABFB-C20B-4375-9B0B-7F9E151D5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43125"/>
            <a:ext cx="10906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rPr>
              <a:t>原子位置和速度连续，势能因为少了一束光而改变。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30DE9F-BC16-417C-89A7-4AC37CDA5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81325"/>
            <a:ext cx="10906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rPr>
              <a:t>等待期间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7D38F5-D3DF-40E1-88DB-DD19DA444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81375"/>
            <a:ext cx="10906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rPr>
              <a:t>原子只受 AOD 的束缚，继续振动并受到所选噪声影响。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6475AA-DBE7-4320-B7EB-474E2CBB0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19575"/>
            <a:ext cx="10906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rPr>
              <a:t>等待结束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E354B9-84B8-4DC5-ACB9-78A5335B8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19625"/>
            <a:ext cx="10906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rPr>
              <a:t>用“动能 + AOD 势能”检查是否还处于束缚状态。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CD0DF4-0E99-42E6-86E0-834D78063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43575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rPr>
              <a:t>开关一束光会改变能量，不能凭空改变原子的位置或速度</a:t>
            </a:r>
          </a:p>
        </p:txBody>
      </p:sp>
    </p:spTree>
    <p:extLst>
      <p:ext uri="{BB962C8B-B14F-4D97-AF65-F5344CB8AC3E}">
        <p14:creationId xmlns:p14="http://schemas.microsoft.com/office/powerpoint/2010/main" val="1126593635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7AD3B9-5D4E-4CAB-86E9-7B1BE5596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50" b="1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rPr>
              <a:t>放回时，光镊操作按时间倒放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40EC72-C49C-4AE7-A370-7FB0B68BB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76325"/>
            <a:ext cx="10991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57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526575"/>
                </a:solidFill>
                <a:latin typeface="Hiragino Sans GB"/>
                <a:ea typeface="Hiragino Sans GB"/>
                <a:cs typeface="Hiragino Sans GB"/>
              </a:rPr>
              <a:t>先把 AOD 移回原处，再降低 AOD 深度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D88BB2-8C56-4007-9A55-AFA4E01AF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C98A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8C98A3"/>
                </a:solidFill>
                <a:latin typeface="Hiragino Sans GB"/>
                <a:ea typeface="Hiragino Sans GB"/>
                <a:cs typeface="Hiragino Sans GB"/>
              </a:rPr>
              <a:t>24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CB63A6-FC66-4AEE-9ED9-EB7BCE030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43075"/>
            <a:ext cx="10906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rPr>
              <a:t>SLM 重新打开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2A86A2-2EFB-4420-9879-BD6B807F3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43125"/>
            <a:ext cx="10906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rPr>
              <a:t>它再次参与总势，为最后接住原子提供束缚。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829BA5-029D-466F-B79F-9E704530B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81325"/>
            <a:ext cx="10906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rPr>
              <a:t>AOD 反向操作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541CD7-92A2-4A05-913B-BD81F8E17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81375"/>
            <a:ext cx="10906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rPr>
              <a:t>中心回到原点，深度最终降到零。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8A8A13-82A7-43BD-81A3-29B1E6E8B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19575"/>
            <a:ext cx="10906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rPr>
              <a:t>原子继续正常向前运动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027CEF-C163-42E8-81D1-70C966EB9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19625"/>
            <a:ext cx="10906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rPr>
              <a:t>它保留当前速度和此前的振动，噪声也不会倒着消失。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26F6D8-CF71-4788-9EAD-1AEAE012F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43575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rPr>
              <a:t>倒放控制曲线，不会自动把原子带回原来的运动状态</a:t>
            </a:r>
          </a:p>
        </p:txBody>
      </p:sp>
    </p:spTree>
    <p:extLst>
      <p:ext uri="{BB962C8B-B14F-4D97-AF65-F5344CB8AC3E}">
        <p14:creationId xmlns:p14="http://schemas.microsoft.com/office/powerpoint/2010/main" val="2103211260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9C3677-64F8-4B23-8F22-A898E55E5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50" b="1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rPr>
              <a:t>优化 400 μs 同时调整位置和深度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B46D58-AB01-4646-A9E2-4D611C295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76325"/>
            <a:ext cx="10991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57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526575"/>
                </a:solidFill>
                <a:latin typeface="Hiragino Sans GB"/>
                <a:ea typeface="Hiragino Sans GB"/>
                <a:cs typeface="Hiragino Sans GB"/>
              </a:rPr>
              <a:t>对照论文图中提取的控制曲线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C4520D-1BAF-470D-BDE1-522D44C5E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C98A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8C98A3"/>
                </a:solidFill>
                <a:latin typeface="Hiragino Sans GB"/>
                <a:ea typeface="Hiragino Sans GB"/>
                <a:cs typeface="Hiragino Sans GB"/>
              </a:rPr>
              <a:t>25</a:t>
            </a:r>
          </a:p>
        </p:txBody>
      </p:sp>
      <p:graphicFrame>
        <p:nvGraphicFramePr>
          <p:cNvPr id="11" name="Chart"/>
          <p:cNvGraphicFramePr/>
          <p:nvPr/>
        </p:nvGraphicFramePr>
        <p:xfrm>
          <a:off xmlns:a="http://schemas.openxmlformats.org/drawingml/2006/main" x="476250" y="1752600"/>
          <a:ext xmlns:a="http://schemas.openxmlformats.org/drawingml/2006/main" cx="542925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c117eb324ac4843"/>
          </a:graphicData>
        </a:graphic>
      </p:graphicFrame>
      <p:graphicFrame>
        <p:nvGraphicFramePr>
          <p:cNvPr id="12" name="Chart"/>
          <p:cNvGraphicFramePr/>
          <p:nvPr/>
        </p:nvGraphicFramePr>
        <p:xfrm>
          <a:off xmlns:a="http://schemas.openxmlformats.org/drawingml/2006/main" x="6286500" y="1752600"/>
          <a:ext xmlns:a="http://schemas.openxmlformats.org/drawingml/2006/main" cx="542925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a3fa09d2b9b44e2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D122EF-0C78-48CF-A7AE-10A109F18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334000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rPr>
              <a:t>更合适的操作时序，可以改变原子被激发的程度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2E5980-1FA9-46E6-9274-DBA7B851B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43575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rPr>
              <a:t>比较操作效果时，其他物理参数和初始样本保持一致</a:t>
            </a:r>
          </a:p>
        </p:txBody>
      </p:sp>
    </p:spTree>
    <p:extLst>
      <p:ext uri="{BB962C8B-B14F-4D97-AF65-F5344CB8AC3E}">
        <p14:creationId xmlns:p14="http://schemas.microsoft.com/office/powerpoint/2010/main" val="2132880513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6F590F-92D8-42B0-BC53-60DFCA1DB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50" b="1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rPr>
              <a:t>每个极短时间步里发生什么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02F962-BB96-4E92-B74D-8711F1C02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76325"/>
            <a:ext cx="10991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57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526575"/>
                </a:solidFill>
                <a:latin typeface="Hiragino Sans GB"/>
                <a:ea typeface="Hiragino Sans GB"/>
                <a:cs typeface="Hiragino Sans GB"/>
              </a:rPr>
              <a:t>运动方程拆成小步，近似连续时间中的真实运动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BD91F2-8AF0-40CF-A78C-D439288CD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C98A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8C98A3"/>
                </a:solidFill>
                <a:latin typeface="Hiragino Sans GB"/>
                <a:ea typeface="Hiragino Sans GB"/>
                <a:cs typeface="Hiragino Sans GB"/>
              </a:rPr>
              <a:t>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19003E-ACEA-4035-8ED5-0FDCA3127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43075"/>
            <a:ext cx="10906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rPr>
              <a:t>1  算当前位置受到的力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A6C4D7-87C5-49EA-BE42-7FEEFB8DB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43125"/>
            <a:ext cx="10906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rPr>
              <a:t>用当前时刻的两口势阱，得到三个方向的加速度。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6CD6C8-3603-4F5E-B7C2-C5071DB02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76525"/>
            <a:ext cx="10906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rPr>
              <a:t>2  速度先更新半步，位置再走一步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24E844-F3A9-48FB-9DC4-BBCA0AC8F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76575"/>
            <a:ext cx="10906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rPr>
              <a:t>原子带着已有速度前进，力逐渐改变它的运动。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4FF9F1-5A7A-4599-A6AB-1F54C8A32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09975"/>
            <a:ext cx="10906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rPr>
              <a:t>3  在新位置重新算力，再更新半步速度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897F17-5A4A-496F-B3F6-517CD9B5F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10025"/>
            <a:ext cx="10906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rPr>
              <a:t>这样能跟上势阱的移动和深度变化。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6878B8-2273-43E5-9CD2-2DA79FB25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43425"/>
            <a:ext cx="10906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rPr>
              <a:t>4  加入所选噪声，再继续下一步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00677C-736E-4751-A995-0F2746CD4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43475"/>
            <a:ext cx="10906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rPr>
              <a:t>需要量子态时，还沿这段运动计算内部态变化。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D9D7D5-1EC3-4740-A9E4-77E5ACB50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43575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rPr>
              <a:t>力决定加速度，速度决定位置随时间的变化</a:t>
            </a:r>
          </a:p>
        </p:txBody>
      </p:sp>
    </p:spTree>
    <p:extLst>
      <p:ext uri="{BB962C8B-B14F-4D97-AF65-F5344CB8AC3E}">
        <p14:creationId xmlns:p14="http://schemas.microsoft.com/office/powerpoint/2010/main" val="14731269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C5F00A-9E3E-41CB-8EED-6A11CA531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50" b="1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rPr>
              <a:t>一颗原子怎样跟随移动阱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44032A-BEAF-4132-9947-C7F7D1B7E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76325"/>
            <a:ext cx="10991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57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526575"/>
                </a:solidFill>
                <a:latin typeface="Hiragino Sans GB"/>
                <a:ea typeface="Hiragino Sans GB"/>
                <a:cs typeface="Hiragino Sans GB"/>
              </a:rPr>
              <a:t>仓库的一维 600 μs 放回示例，初始温度 5 μK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FDBEF5-1276-436E-849A-519B6CADC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C98A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8C98A3"/>
                </a:solidFill>
                <a:latin typeface="Hiragino Sans GB"/>
                <a:ea typeface="Hiragino Sans GB"/>
                <a:cs typeface="Hiragino Sans GB"/>
              </a:rPr>
              <a:t>27</a:t>
            </a:r>
          </a:p>
        </p:txBody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523875" y="1752600"/>
          <a:ext xmlns:a="http://schemas.openxmlformats.org/drawingml/2006/main" cx="7620000" cy="37242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a9f422c9b5d44bd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E5B376-9E61-4BB4-993F-13E6E372C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828800"/>
            <a:ext cx="3295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rPr>
              <a:t>总体跟随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70A49D-E932-4CCE-95D1-D8B75FAFE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228850"/>
            <a:ext cx="3295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rPr>
              <a:t>原子从 2.4 μm 附近移向原点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69D079-6B47-4B79-9879-4DE639CA2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086100"/>
            <a:ext cx="3295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rPr>
              <a:t>叠加振动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7B643C-4303-4EC4-8B46-315ED4C83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486150"/>
            <a:ext cx="3295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rPr>
              <a:t>实际原子位置在阱中心附近来回摆动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68A19B-87DB-4E28-A502-CC74817A3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343400"/>
            <a:ext cx="3295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rPr>
              <a:t>末态仍会运动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719240-374A-4431-AD25-149CED56B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743450"/>
            <a:ext cx="3295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rPr>
              <a:t>中心停下后，原子仍会振动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BF918F-EB24-4CC8-B7DD-1A2F38EBF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43575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rPr>
              <a:t>光镊中心的轨迹与原子自己的轨迹，是两个不同的量</a:t>
            </a:r>
          </a:p>
        </p:txBody>
      </p:sp>
    </p:spTree>
    <p:extLst>
      <p:ext uri="{BB962C8B-B14F-4D97-AF65-F5344CB8AC3E}">
        <p14:creationId xmlns:p14="http://schemas.microsoft.com/office/powerpoint/2010/main" val="368794068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03109A-1FC6-4C49-9ACA-687CEC181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50" b="1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rPr>
              <a:t>能量改变，要分清来源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640953-33F2-4AB5-ABE3-0BB85D72F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76325"/>
            <a:ext cx="10991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57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526575"/>
                </a:solidFill>
                <a:latin typeface="Hiragino Sans GB"/>
                <a:ea typeface="Hiragino Sans GB"/>
                <a:cs typeface="Hiragino Sans GB"/>
              </a:rPr>
              <a:t>运动中的势阱会对原子做功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423DEE-C28E-49BD-83FA-7719539D9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C98A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8C98A3"/>
                </a:solidFill>
                <a:latin typeface="Hiragino Sans GB"/>
                <a:ea typeface="Hiragino Sans GB"/>
                <a:cs typeface="Hiragino Sans GB"/>
              </a:rPr>
              <a:t>28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3DE069-B800-47A4-8FEE-A9558C1B4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43075"/>
            <a:ext cx="10906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rPr>
              <a:t>移动中心、改变深度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5AA97D-1DE6-4495-830D-E145477C4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43125"/>
            <a:ext cx="10906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rPr>
              <a:t>即使完全没有噪声，时变势也可能给原子增加激发。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90C90A-F301-4DA0-9960-8826EDAEC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81325"/>
            <a:ext cx="10906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rPr>
              <a:t>光噪声和光子反冲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7C0F36-BCE8-4FC0-B8BC-1044DE037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81375"/>
            <a:ext cx="10906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rPr>
              <a:t>额外改变动量，使许多原子的能量分布发生变化。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470944-569A-4FCD-94ED-5267BA839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19575"/>
            <a:ext cx="10906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rPr>
              <a:t>光镊静止且没有噪声时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9AF8D5-275D-4B3F-B75A-C2F5C9721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19625"/>
            <a:ext cx="10906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rPr>
              <a:t>总能量应近似守恒，可以检查计算是否准确。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AF478B-0CC5-44D4-AFFD-E855BE2FA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43575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rPr>
              <a:t>能量变化 = 操作做功 + 噪声做功 + 数值误差</a:t>
            </a:r>
          </a:p>
        </p:txBody>
      </p:sp>
    </p:spTree>
    <p:extLst>
      <p:ext uri="{BB962C8B-B14F-4D97-AF65-F5344CB8AC3E}">
        <p14:creationId xmlns:p14="http://schemas.microsoft.com/office/powerpoint/2010/main" val="1868043763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16DC2E-CF72-41C7-A480-74CF848D3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50" b="1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rPr>
              <a:t>更慢的操作也有代价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89DE0F-D877-4921-B25F-011273C29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76325"/>
            <a:ext cx="10991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57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526575"/>
                </a:solidFill>
                <a:latin typeface="Hiragino Sans GB"/>
                <a:ea typeface="Hiragino Sans GB"/>
                <a:cs typeface="Hiragino Sans GB"/>
              </a:rPr>
              <a:t>机械激发与噪声累积，会随操作时间以不同方式变化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F701C1-9971-4112-94C3-434B42C03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C98A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8C98A3"/>
                </a:solidFill>
                <a:latin typeface="Hiragino Sans GB"/>
                <a:ea typeface="Hiragino Sans GB"/>
                <a:cs typeface="Hiragino Sans GB"/>
              </a:rPr>
              <a:t>29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5B1023-2B3C-44B0-B0B4-EF0231651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43075"/>
            <a:ext cx="10906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rPr>
              <a:t>操作太快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1831B6-7835-4E64-B87A-44294BBDA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43125"/>
            <a:ext cx="10906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rPr>
              <a:t>势阱来不及平稳地带动原子，结束后可能留下较大振动。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457779-4696-4B81-B3A4-F26EA217F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81325"/>
            <a:ext cx="10906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rPr>
              <a:t>操作更慢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C37826-CCE4-4826-A162-FABCE6A6B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81375"/>
            <a:ext cx="10906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rPr>
              <a:t>机械激发可能减小，但受到噪声作用的时间更长。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045B85-9F2D-40E0-9C14-02CF8F862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19575"/>
            <a:ext cx="10906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rPr>
              <a:t>重复很多次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2ED676-01FA-4795-B1C3-FA97AFE5E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19625"/>
            <a:ext cx="10906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rPr>
              <a:t>残余振动、噪声和逃逸筛选共同改变后续分布。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50363D-83E3-453F-9B49-C930224AD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43575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rPr>
              <a:t>不存在只由“总时间越长越好”决定的统一答案</a:t>
            </a:r>
          </a:p>
        </p:txBody>
      </p:sp>
    </p:spTree>
    <p:extLst>
      <p:ext uri="{BB962C8B-B14F-4D97-AF65-F5344CB8AC3E}">
        <p14:creationId xmlns:p14="http://schemas.microsoft.com/office/powerpoint/2010/main" val="1276872044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FBA223-8441-4AEC-BF99-1DB0A15D3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50" b="1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rPr>
              <a:t>三种加热来源，各自改变什么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520CF8-3DA0-418C-9F39-3E0EDC5C5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76325"/>
            <a:ext cx="10991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57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526575"/>
                </a:solidFill>
                <a:latin typeface="Hiragino Sans GB"/>
                <a:ea typeface="Hiragino Sans GB"/>
                <a:cs typeface="Hiragino Sans GB"/>
              </a:rPr>
              <a:t>这里的噪声幅值需要实验测量或明确的模型假设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08AC0B-2483-4B61-A5EA-5E0AB02F0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C98A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8C98A3"/>
                </a:solidFill>
                <a:latin typeface="Hiragino Sans GB"/>
                <a:ea typeface="Hiragino Sans GB"/>
                <a:cs typeface="Hiragino Sans GB"/>
              </a:rPr>
              <a:t>30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1771650"/>
          <a:ext xmlns:a="http://schemas.openxmlformats.org/drawingml/2006/main" cx="10972800" cy="2905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92582"/>
                <a:gridCol w="3491345"/>
                <a:gridCol w="4488873"/>
              </a:tblGrid>
              <a:tr h="726281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17679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来源</a:t>
                      </a:r>
                    </a:p>
                  </a:txBody>
                  <a:tcPr marL="91440" marR="91440" marT="45720" marB="45720" anchor="ctr">
                    <a:solidFill>
                      <a:srgbClr val="ECF3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17679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直观图像</a:t>
                      </a:r>
                    </a:p>
                  </a:txBody>
                  <a:tcPr marL="91440" marR="91440" marT="45720" marB="45720" anchor="ctr">
                    <a:solidFill>
                      <a:srgbClr val="ECF3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17679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主要影响</a:t>
                      </a:r>
                    </a:p>
                  </a:txBody>
                  <a:tcPr marL="91440" marR="91440" marT="45720" marB="45720" anchor="ctr">
                    <a:solidFill>
                      <a:srgbClr val="ECF3F7"/>
                    </a:solidFill>
                  </a:tcPr>
                </a:tc>
              </a:tr>
              <a:tr h="726281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72B3A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光强涨落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72B3A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碗忽深忽浅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72B3A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改变回复力，带来能量扩散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26281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72B3A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光斑指向涨落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72B3A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碗的位置轻微抖动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72B3A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不断轻推原子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26281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72B3A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光子散射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72B3A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原子吸收和发射光子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72B3A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获得很小的反冲动量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EBD3FF-3155-45B0-86D0-782059C94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43575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rPr>
              <a:t>噪声的物理类型与大小，共同决定模拟中的加热</a:t>
            </a:r>
          </a:p>
        </p:txBody>
      </p:sp>
    </p:spTree>
    <p:extLst>
      <p:ext uri="{BB962C8B-B14F-4D97-AF65-F5344CB8AC3E}">
        <p14:creationId xmlns:p14="http://schemas.microsoft.com/office/powerpoint/2010/main" val="1398235615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93D825-34EC-4062-9028-88297343E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50" b="1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rPr>
              <a:t>最容易理解的加热近似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DC11EE-1F7E-47AA-92EC-1B39C2755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76325"/>
            <a:ext cx="10991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57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526575"/>
                </a:solidFill>
                <a:latin typeface="Hiragino Sans GB"/>
                <a:ea typeface="Hiragino Sans GB"/>
                <a:cs typeface="Hiragino Sans GB"/>
              </a:rPr>
              <a:t>每一步给原子增加一个固定的平均能量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7D11BB-A381-49E9-997B-3D1FDC4A1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C98A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8C98A3"/>
                </a:solidFill>
                <a:latin typeface="Hiragino Sans GB"/>
                <a:ea typeface="Hiragino Sans GB"/>
                <a:cs typeface="Hiragino Sans GB"/>
              </a:rPr>
              <a:t>31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7CF02F-82A5-46E3-937B-D1F338217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43075"/>
            <a:ext cx="10906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rPr>
              <a:t>规定平均功率 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FAC62A-C106-4C49-A189-6C277E307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43125"/>
            <a:ext cx="10906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rPr>
              <a:t>经过小段时间 Δt，增加动能 PΔt。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CE37CD-DB76-44AD-A427-0C56A912F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81325"/>
            <a:ext cx="10906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rPr>
              <a:t>把速度的长度放大一点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3130DB-E046-47EF-8C34-3BF6FF564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81375"/>
            <a:ext cx="10906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rPr>
              <a:t>三维中沿原速度方向缩放，使增加的动能正好等于 PΔt。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F5D604-8709-4D7B-8F9A-06FB8D5A9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19575"/>
            <a:ext cx="10906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rPr>
              <a:t>保留了什么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50F82A-2C29-4570-8418-4369CEAD5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19625"/>
            <a:ext cx="10906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rPr>
              <a:t>可以跟踪平均注入能量，便于理解和做基础诊断。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1D097D-999A-4BEF-AE6F-0D83CFBA9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43575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rPr>
              <a:t>这个近似没有产生每一步的新随机扰动</a:t>
            </a:r>
          </a:p>
        </p:txBody>
      </p:sp>
    </p:spTree>
    <p:extLst>
      <p:ext uri="{BB962C8B-B14F-4D97-AF65-F5344CB8AC3E}">
        <p14:creationId xmlns:p14="http://schemas.microsoft.com/office/powerpoint/2010/main" val="130391089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830852-CF15-4532-B7CC-697336DA5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50" b="1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rPr>
              <a:t>更新的做法：随机力推动原子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49FD90-AC0E-4D2C-A106-3C1939E87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76325"/>
            <a:ext cx="10991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57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526575"/>
                </a:solidFill>
                <a:latin typeface="Hiragino Sans GB"/>
                <a:ea typeface="Hiragino Sans GB"/>
                <a:cs typeface="Hiragino Sans GB"/>
              </a:rPr>
              <a:t>相同的噪声强度，也会给不同原子不同的瞬时作用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8E2A1A-745C-4870-AC14-02FFD5926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C98A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8C98A3"/>
                </a:solidFill>
                <a:latin typeface="Hiragino Sans GB"/>
                <a:ea typeface="Hiragino Sans GB"/>
                <a:cs typeface="Hiragino Sans GB"/>
              </a:rPr>
              <a:t>32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377198-7FEF-4D03-BC92-BDF776453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43075"/>
            <a:ext cx="10906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rPr>
              <a:t>光强噪声改变力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CEE666-0180-4636-BE2D-35E2A6B46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43125"/>
            <a:ext cx="10906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rPr>
              <a:t>随机速度变化与原子当下感受到的那束光的力有关。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C42036-7C9C-4D7C-BAD9-F3E248BF5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81325"/>
            <a:ext cx="10906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rPr>
              <a:t>局部运动决定响应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E29C64-B8BC-456A-ABC6-A40750CAF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81375"/>
            <a:ext cx="10906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rPr>
              <a:t>位置、方向、阱深和波形变了，噪声的实际作用也会变。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EE26C3-C243-4034-9F6F-297F109D6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19575"/>
            <a:ext cx="10906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rPr>
              <a:t>单颗原子有升有降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B2201D-0916-4F62-9979-8169EBCEE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19625"/>
            <a:ext cx="10906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rPr>
              <a:t>某一步可能增能，也可能减能，整批平均仍表现为加热。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5498CF-B82B-44DC-A02B-D3662FE2A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43575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rPr>
              <a:t>最新存活标定采用随机传播，直接得到能量分布的变化</a:t>
            </a:r>
          </a:p>
        </p:txBody>
      </p:sp>
    </p:spTree>
    <p:extLst>
      <p:ext uri="{BB962C8B-B14F-4D97-AF65-F5344CB8AC3E}">
        <p14:creationId xmlns:p14="http://schemas.microsoft.com/office/powerpoint/2010/main" val="228218289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C5AF30-FEC9-4C14-9184-435048A88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50" b="1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rPr>
              <a:t>平均能量一样，逃逸比例仍可不同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05DDC7-4511-48A2-A731-BC8A46D85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76325"/>
            <a:ext cx="10991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57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526575"/>
                </a:solidFill>
                <a:latin typeface="Hiragino Sans GB"/>
                <a:ea typeface="Hiragino Sans GB"/>
                <a:cs typeface="Hiragino Sans GB"/>
              </a:rPr>
              <a:t>100 个原子的简化示意，能量都以“高于阱底”计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425FC0-4662-4F4E-9472-08EF66D53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C98A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8C98A3"/>
                </a:solidFill>
                <a:latin typeface="Hiragino Sans GB"/>
                <a:ea typeface="Hiragino Sans GB"/>
                <a:cs typeface="Hiragino Sans GB"/>
              </a:rPr>
              <a:t>33</a:t>
            </a:r>
          </a:p>
        </p:txBody>
      </p:sp>
      <p:graphicFrame>
        <p:nvGraphicFramePr>
          <p:cNvPr id="10" name="Chart"/>
          <p:cNvGraphicFramePr/>
          <p:nvPr/>
        </p:nvGraphicFramePr>
        <p:xfrm>
          <a:off xmlns:a="http://schemas.openxmlformats.org/drawingml/2006/main" x="571500" y="1743075"/>
          <a:ext xmlns:a="http://schemas.openxmlformats.org/drawingml/2006/main" cx="11001375" cy="3476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f645890a71045dd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216003-8C4B-4A0F-984B-0E0168BB4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343525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rPr>
              <a:t>两组平均都是 80 μK；达到 140 μK 的分别是 0 个与 20 个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F26817-132B-4F02-83B6-5BFAAC0C3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43575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rPr>
              <a:t>存活率特别关心高能尾部，只有平均加热功率通常不够</a:t>
            </a:r>
          </a:p>
        </p:txBody>
      </p:sp>
    </p:spTree>
    <p:extLst>
      <p:ext uri="{BB962C8B-B14F-4D97-AF65-F5344CB8AC3E}">
        <p14:creationId xmlns:p14="http://schemas.microsoft.com/office/powerpoint/2010/main" val="1685543131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87F1B9-67D8-4EFD-8848-E14161959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50" b="1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rPr>
              <a:t>噪声为什么会与振动频率有关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8D6DE3-1CA4-411A-A54E-F4537A9F0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76325"/>
            <a:ext cx="10991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57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526575"/>
                </a:solidFill>
                <a:latin typeface="Hiragino Sans GB"/>
                <a:ea typeface="Hiragino Sans GB"/>
                <a:cs typeface="Hiragino Sans GB"/>
              </a:rPr>
              <a:t>先用阱底附近的谐振运动理解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8A0658-936B-4DF5-91ED-C0D258D6F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C98A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8C98A3"/>
                </a:solidFill>
                <a:latin typeface="Hiragino Sans GB"/>
                <a:ea typeface="Hiragino Sans GB"/>
                <a:cs typeface="Hiragino Sans GB"/>
              </a:rPr>
              <a:t>34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2FF0A6-1C15-4804-84B6-619111C38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43075"/>
            <a:ext cx="10906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rPr>
              <a:t>光强噪声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D6C447-D0AA-4CB0-840B-AE0CCEED1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43125"/>
            <a:ext cx="10906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rPr>
              <a:t>在约两倍振动频率附近的起伏，更容易改变振动能量。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5E5FD2-1171-4A20-8539-182C2088E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81325"/>
            <a:ext cx="10906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rPr>
              <a:t>指向噪声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01796D-C0D3-4F86-87F4-F24DC6198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81375"/>
            <a:ext cx="10906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rPr>
              <a:t>在振动频率附近推动阱中心，更容易激发原子。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F4857C-8619-4CD6-9516-3F4B41C5A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19575"/>
            <a:ext cx="10906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rPr>
              <a:t>真正传播时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725AB5-AABD-402A-A0B7-72D510332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19625"/>
            <a:ext cx="10906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rPr>
              <a:t>使用完整高斯势的局部力，不把整个过程固定成一个谐振频率。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064CF9-E695-4F69-B5B7-F05C83A45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43575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rPr>
              <a:t>噪声谱告诉我们：不同频率附近的涨落有多强</a:t>
            </a:r>
          </a:p>
        </p:txBody>
      </p:sp>
    </p:spTree>
    <p:extLst>
      <p:ext uri="{BB962C8B-B14F-4D97-AF65-F5344CB8AC3E}">
        <p14:creationId xmlns:p14="http://schemas.microsoft.com/office/powerpoint/2010/main" val="819897522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8E217E-94EF-4738-BBD8-CE33FA086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50" b="1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rPr>
              <a:t>什么时候判断原子已经丢失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9B2CEB-A059-4FDF-BC84-FA04B35D3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76325"/>
            <a:ext cx="10991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57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526575"/>
                </a:solidFill>
                <a:latin typeface="Hiragino Sans GB"/>
                <a:ea typeface="Hiragino Sans GB"/>
                <a:cs typeface="Hiragino Sans GB"/>
              </a:rPr>
              <a:t>匹配 Fig. 6d 的短交接协议，每轮检查两次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690213-ED80-4DA8-907A-A1721CB46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C98A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8C98A3"/>
                </a:solidFill>
                <a:latin typeface="Hiragino Sans GB"/>
                <a:ea typeface="Hiragino Sans GB"/>
                <a:cs typeface="Hiragino Sans GB"/>
              </a:rPr>
              <a:t>35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1771650"/>
          <a:ext xmlns:a="http://schemas.openxmlformats.org/drawingml/2006/main" cx="10972800" cy="28479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14505"/>
                <a:gridCol w="3135086"/>
                <a:gridCol w="4823209"/>
              </a:tblGrid>
              <a:tr h="711994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7679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检查时点</a:t>
                      </a:r>
                    </a:p>
                  </a:txBody>
                  <a:tcPr marL="91440" marR="91440" marT="45720" marB="45720" anchor="ctr">
                    <a:solidFill>
                      <a:srgbClr val="ECF3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7679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用哪一口阱的势能</a:t>
                      </a:r>
                    </a:p>
                  </a:txBody>
                  <a:tcPr marL="91440" marR="91440" marT="45720" marB="45720" anchor="ctr">
                    <a:solidFill>
                      <a:srgbClr val="ECF3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7679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判定</a:t>
                      </a:r>
                    </a:p>
                  </a:txBody>
                  <a:tcPr marL="91440" marR="91440" marT="45720" marB="45720" anchor="ctr">
                    <a:solidFill>
                      <a:srgbClr val="ECF3F7"/>
                    </a:solidFill>
                  </a:tcPr>
                </a:tc>
              </a:tr>
              <a:tr h="711994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B3A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等待 100 μs 结束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B3A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只用 AOD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B3A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E = K + UAOD &lt; 0 为束缚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11994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B3A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放回结束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B3A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只用 SLM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B3A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E = K + USLM &lt; 0 为束缚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11994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B3A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一旦 E ≥ 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B3A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记录首次失去束缚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B3A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后续统计持续记为丢失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C323E3-0D16-4D12-98D9-6740DA7E4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43575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rPr>
              <a:t>计算每一小步的运动，按明确检查点记录存活</a:t>
            </a:r>
          </a:p>
        </p:txBody>
      </p:sp>
    </p:spTree>
    <p:extLst>
      <p:ext uri="{BB962C8B-B14F-4D97-AF65-F5344CB8AC3E}">
        <p14:creationId xmlns:p14="http://schemas.microsoft.com/office/powerpoint/2010/main" val="2039801433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572413-8C09-4602-AB4E-2B8D59CA5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50" b="1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rPr>
              <a:t>发现损失的阶段，不一定是损失原因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38AB54-DD11-457E-9652-B12912798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76325"/>
            <a:ext cx="10991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57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526575"/>
                </a:solidFill>
                <a:latin typeface="Hiragino Sans GB"/>
                <a:ea typeface="Hiragino Sans GB"/>
                <a:cs typeface="Hiragino Sans GB"/>
              </a:rPr>
              <a:t>等待末发现丢失，可能早在拾取结束时就已失去束缚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FDB8F3-E7FA-4580-8743-057E0B8D0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C98A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8C98A3"/>
                </a:solidFill>
                <a:latin typeface="Hiragino Sans GB"/>
                <a:ea typeface="Hiragino Sans GB"/>
                <a:cs typeface="Hiragino Sans GB"/>
              </a:rPr>
              <a:t>36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BCE67B-706E-4590-8865-CE19B3440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43075"/>
            <a:ext cx="10906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rPr>
              <a:t>原子先被激发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5B0503-986B-4E61-94B0-B7635F0DB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43125"/>
            <a:ext cx="10906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rPr>
              <a:t>拾取时受到的机械激发，会带入等待段。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E589F6-FBE2-4C4D-8903-942DE19C9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81325"/>
            <a:ext cx="10906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rPr>
              <a:t>SLM 关闭后显露出来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8A85BB-8FD2-4097-943B-96797EA15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81375"/>
            <a:ext cx="10906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rPr>
              <a:t>失去原先的附加束缚，原子在 AOD 中可能已经 E ≥ 0。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C56CA3-0BB6-45BD-9A91-A11234856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19575"/>
            <a:ext cx="10906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rPr>
              <a:t>最终标定中的记录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9C00F1-A7B0-4104-8E3D-6879B2F39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19625"/>
            <a:ext cx="10906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rPr>
              <a:t>等待末损失中，约 98.6%–99.9% 在等待开始时已为正能。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709548-821F-469A-B78B-B62D1AF64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43575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rPr>
              <a:t>分析原因，需要同时看检查前后的能量和光镊切换</a:t>
            </a:r>
          </a:p>
        </p:txBody>
      </p:sp>
    </p:spTree>
    <p:extLst>
      <p:ext uri="{BB962C8B-B14F-4D97-AF65-F5344CB8AC3E}">
        <p14:creationId xmlns:p14="http://schemas.microsoft.com/office/powerpoint/2010/main" val="1136280341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3F87A6-E5B5-4627-AA7E-FE09D49F7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50" b="1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rPr>
              <a:t>存活曲线就是每个检查点数人头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B766BF-A1F5-4700-972A-E220B460F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76325"/>
            <a:ext cx="10991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57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526575"/>
                </a:solidFill>
                <a:latin typeface="Hiragino Sans GB"/>
                <a:ea typeface="Hiragino Sans GB"/>
                <a:cs typeface="Hiragino Sans GB"/>
              </a:rPr>
              <a:t>每颗初始原子的权重相同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A49EF8-21FA-487A-ADE6-87EC3FEB7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C98A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8C98A3"/>
                </a:solidFill>
                <a:latin typeface="Hiragino Sans GB"/>
                <a:ea typeface="Hiragino Sans GB"/>
                <a:cs typeface="Hiragino Sans GB"/>
              </a:rPr>
              <a:t>37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6BCE58-06FB-4AA5-A1AB-4B51EC4E3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43075"/>
            <a:ext cx="10906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rPr>
              <a:t>定义存活率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05C3C9-C8BC-4665-A360-485A3901D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43125"/>
            <a:ext cx="10906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rPr>
              <a:t>Sn = 第 n 次转移后仍在阱中的原子数 ÷ 初始原子数。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6AB23E-DB83-47CA-B6B1-E058B3A90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81325"/>
            <a:ext cx="10906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rPr>
              <a:t>一个数值例子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A6000B-0B01-4B69-B2C0-9C2DC7801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81375"/>
            <a:ext cx="10906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rPr>
              <a:t>初始 4096 个，若还有 3072 个束缚，存活率就是 75%。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E5677D-F29F-4B94-A9FB-9B52E0EAB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19575"/>
            <a:ext cx="10906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rPr>
              <a:t>整条轨迹一起保留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9C01EA-56E3-4A22-8C1F-F037AED55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19625"/>
            <a:ext cx="10906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rPr>
              <a:t>同一颗原子在多个时刻的存活记录彼此有关。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C770C4-DD36-4EA9-97A2-975F7841E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43575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rPr>
              <a:t>S0 = 1，采用丢失后不返回的规则时，Sn 不会上升</a:t>
            </a:r>
          </a:p>
        </p:txBody>
      </p:sp>
    </p:spTree>
    <p:extLst>
      <p:ext uri="{BB962C8B-B14F-4D97-AF65-F5344CB8AC3E}">
        <p14:creationId xmlns:p14="http://schemas.microsoft.com/office/powerpoint/2010/main" val="1063966474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D2A2B6-20E1-4E9C-8408-B7FB6B87E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50" b="1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rPr>
              <a:t>样本数决定抽样波动有多大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A51D0E-2D97-49B7-A488-0B7ADCC95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76325"/>
            <a:ext cx="10991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57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526575"/>
                </a:solidFill>
                <a:latin typeface="Hiragino Sans GB"/>
                <a:ea typeface="Hiragino Sans GB"/>
                <a:cs typeface="Hiragino Sans GB"/>
              </a:rPr>
              <a:t>以下按独立原子样本、存活率约 50% 估计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4D5999-B613-410E-9165-9763967BE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C98A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8C98A3"/>
                </a:solidFill>
                <a:latin typeface="Hiragino Sans GB"/>
                <a:ea typeface="Hiragino Sans GB"/>
                <a:cs typeface="Hiragino Sans GB"/>
              </a:rPr>
              <a:t>38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1771650"/>
          <a:ext xmlns:a="http://schemas.openxmlformats.org/drawingml/2006/main" cx="10972800" cy="28860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12571"/>
                <a:gridCol w="3918857"/>
                <a:gridCol w="4441371"/>
              </a:tblGrid>
              <a:tr h="721519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17679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原子样本数 N</a:t>
                      </a:r>
                    </a:p>
                  </a:txBody>
                  <a:tcPr marL="91440" marR="91440" marT="45720" marB="45720" anchor="ctr">
                    <a:solidFill>
                      <a:srgbClr val="ECF3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17679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标准误差约为</a:t>
                      </a:r>
                    </a:p>
                  </a:txBody>
                  <a:tcPr marL="91440" marR="91440" marT="45720" marB="45720" anchor="ctr">
                    <a:solidFill>
                      <a:srgbClr val="ECF3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17679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95% 区间半宽约为</a:t>
                      </a:r>
                    </a:p>
                  </a:txBody>
                  <a:tcPr marL="91440" marR="91440" marT="45720" marB="45720" anchor="ctr">
                    <a:solidFill>
                      <a:srgbClr val="ECF3F7"/>
                    </a:solidFill>
                  </a:tcPr>
                </a:tc>
              </a:tr>
              <a:tr h="721519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2B3A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256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2B3A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3.13 个百分点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2B3A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6.13 个百分点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21519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2B3A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4096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2B3A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0.78 个百分点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2B3A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1.53 个百分点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21519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2B3A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8192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2B3A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0.55 个百分点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2B3A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1.08 个百分点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050AD2-9B6C-43A5-B053-950AF4B45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43575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rPr>
              <a:t>样本数增加 4 倍，抽样误差大约减半</a:t>
            </a:r>
          </a:p>
        </p:txBody>
      </p:sp>
    </p:spTree>
    <p:extLst>
      <p:ext uri="{BB962C8B-B14F-4D97-AF65-F5344CB8AC3E}">
        <p14:creationId xmlns:p14="http://schemas.microsoft.com/office/powerpoint/2010/main" val="787326116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4F99FC-031D-40F5-B6E9-1B8D990DA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50" b="1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rPr>
              <a:t>怎样公平比较四种操作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CF690B-0648-445C-8F9C-1DA01A34A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76325"/>
            <a:ext cx="10991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57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526575"/>
                </a:solidFill>
                <a:latin typeface="Hiragino Sans GB"/>
                <a:ea typeface="Hiragino Sans GB"/>
                <a:cs typeface="Hiragino Sans GB"/>
              </a:rPr>
              <a:t>把差异集中在操作时间和控制曲线上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A09741-9C9E-44AC-983C-7BE47CD70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C98A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8C98A3"/>
                </a:solidFill>
                <a:latin typeface="Hiragino Sans GB"/>
                <a:ea typeface="Hiragino Sans GB"/>
                <a:cs typeface="Hiragino Sans GB"/>
              </a:rPr>
              <a:t>39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3E0187-0569-4674-B73B-C30ECE2CB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43075"/>
            <a:ext cx="10906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rPr>
              <a:t>共用物理条件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08DE7C-E415-49B9-9ACA-15A3C1A05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43125"/>
            <a:ext cx="10906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rPr>
              <a:t>温度、名义阱深、位点差异与噪声参数保持相同。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F274C4-6231-4980-B906-6DA85E4E8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81325"/>
            <a:ext cx="10906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rPr>
              <a:t>共用初始样本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7D8969-F5E9-48ED-BCA1-90088F96B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81375"/>
            <a:ext cx="10906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rPr>
              <a:t>相同的初始原子分别经历四种操作，减小无关抽样差异。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322E54-CB67-47C9-B30F-112E3BE66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19575"/>
            <a:ext cx="10906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rPr>
              <a:t>选定参数后另取新样本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8D5047-F857-4F92-A725-99B5F1E0A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19625"/>
            <a:ext cx="10906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rPr>
              <a:t>最终验证使用两个未参与选参的新种子，各 4096 个原子。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421F4E-D60D-4EF9-A716-095D57D40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43575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rPr>
              <a:t>四条曲线共用一组参数，不能分别调温度来追每条曲线</a:t>
            </a:r>
          </a:p>
        </p:txBody>
      </p:sp>
    </p:spTree>
    <p:extLst>
      <p:ext uri="{BB962C8B-B14F-4D97-AF65-F5344CB8AC3E}">
        <p14:creationId xmlns:p14="http://schemas.microsoft.com/office/powerpoint/2010/main" val="2032621520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71BCB9-B302-4FE7-9E60-1D9086CB0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50" b="1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rPr>
              <a:t>最新共同模型采用的条件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F5F774-82F2-4C9B-90B7-2628FA40C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76325"/>
            <a:ext cx="10991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57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526575"/>
                </a:solidFill>
                <a:latin typeface="Hiragino Sans GB"/>
                <a:ea typeface="Hiragino Sans GB"/>
                <a:cs typeface="Hiragino Sans GB"/>
              </a:rPr>
              <a:t>用于随后四条存活曲线，属于模型条件下的标定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5E5585-CF95-4857-957A-340B45492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C98A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8C98A3"/>
                </a:solidFill>
                <a:latin typeface="Hiragino Sans GB"/>
                <a:ea typeface="Hiragino Sans GB"/>
                <a:cs typeface="Hiragino Sans GB"/>
              </a:rPr>
              <a:t>40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1771650"/>
          <a:ext xmlns:a="http://schemas.openxmlformats.org/drawingml/2006/main" cx="10972800" cy="3667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199467"/>
                <a:gridCol w="6773333"/>
              </a:tblGrid>
              <a:tr h="5238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7679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共同条件</a:t>
                      </a:r>
                    </a:p>
                  </a:txBody>
                  <a:tcPr marL="91440" marR="91440" marT="45720" marB="45720" anchor="ctr">
                    <a:solidFill>
                      <a:srgbClr val="ECF3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7679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取值或做法</a:t>
                      </a:r>
                    </a:p>
                  </a:txBody>
                  <a:tcPr marL="91440" marR="91440" marT="45720" marB="45720" anchor="ctr">
                    <a:solidFill>
                      <a:srgbClr val="ECF3F7"/>
                    </a:solidFill>
                  </a:tcPr>
                </a:tc>
              </a:tr>
              <a:tr h="5238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B3A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初始温度 / 名义束腰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B3A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19 μK / 1.11 μm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B3A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SLM / AOD 阱深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B3A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140 / 280 μK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B3A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AOD 相对强度噪声谱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B3A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5.75 × 10⁻⁹ /Hz，单边谱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B3A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SLM 技术噪声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B3A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在这段短时间内近似安静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B3A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机械 / 噪声时间间隔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B3A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0.0125 / 0.05 μs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B3A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传播内容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B3A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三维运动与随机噪声，专门统计存活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B4905F-6DC2-48B5-A40A-2663F6DE8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43575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rPr>
              <a:t>这组存活结果没有同时给出新的量子态保真度</a:t>
            </a:r>
          </a:p>
        </p:txBody>
      </p:sp>
    </p:spTree>
    <p:extLst>
      <p:ext uri="{BB962C8B-B14F-4D97-AF65-F5344CB8AC3E}">
        <p14:creationId xmlns:p14="http://schemas.microsoft.com/office/powerpoint/2010/main" val="465523608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3D9CEF-4D68-4221-BA69-CEB4A6304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50" b="1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rPr>
              <a:t>重复转移后的模拟存活曲线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B235CD-3BBC-4935-8AB9-ED7B2C435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76325"/>
            <a:ext cx="10991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57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526575"/>
                </a:solidFill>
                <a:latin typeface="Hiragino Sans GB"/>
                <a:ea typeface="Hiragino Sans GB"/>
                <a:cs typeface="Hiragino Sans GB"/>
              </a:rPr>
              <a:t>最终共同模型，合计 8192 个独立原子样本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185007-A5F2-47D2-8612-34DBC1A2E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C98A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8C98A3"/>
                </a:solidFill>
                <a:latin typeface="Hiragino Sans GB"/>
                <a:ea typeface="Hiragino Sans GB"/>
                <a:cs typeface="Hiragino Sans GB"/>
              </a:rPr>
              <a:t>41</a:t>
            </a:r>
          </a:p>
        </p:txBody>
      </p:sp>
      <p:graphicFrame>
        <p:nvGraphicFramePr>
          <p:cNvPr id="10" name="Chart"/>
          <p:cNvGraphicFramePr/>
          <p:nvPr/>
        </p:nvGraphicFramePr>
        <p:xfrm>
          <a:off xmlns:a="http://schemas.openxmlformats.org/drawingml/2006/main" x="581025" y="1752600"/>
          <a:ext xmlns:a="http://schemas.openxmlformats.org/drawingml/2006/main" cx="10972800" cy="3571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650f0a7c52549bf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9E277B-1B7D-48FF-AC96-5C871BE2B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353050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rPr>
              <a:t>各条曲线的差异来自波形、作用时间和演化后的原子分布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8D03C9-D017-4B1C-8D14-85E32B154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43575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rPr>
              <a:t>200 μs 的 n &gt; 30 部分仅为模拟预测，没有对应实验散点</a:t>
            </a:r>
          </a:p>
        </p:txBody>
      </p:sp>
    </p:spTree>
    <p:extLst>
      <p:ext uri="{BB962C8B-B14F-4D97-AF65-F5344CB8AC3E}">
        <p14:creationId xmlns:p14="http://schemas.microsoft.com/office/powerpoint/2010/main" val="1641715717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4430DE-C10F-42F0-997F-51AA8F78B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50" b="1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rPr>
              <a:t>手工 200 μs：模拟与实验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A8E024-D7F7-43C0-A7C0-5AE2D9B10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76325"/>
            <a:ext cx="10991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57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526575"/>
                </a:solidFill>
                <a:latin typeface="Hiragino Sans GB"/>
                <a:ea typeface="Hiragino Sans GB"/>
                <a:cs typeface="Hiragino Sans GB"/>
              </a:rPr>
              <a:t>圆点是论文实验散点，蓝线是最终共同模型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28C0DE-6963-41DE-8944-A96BB4D3E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C98A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8C98A3"/>
                </a:solidFill>
                <a:latin typeface="Hiragino Sans GB"/>
                <a:ea typeface="Hiragino Sans GB"/>
                <a:cs typeface="Hiragino Sans GB"/>
              </a:rPr>
              <a:t>42</a:t>
            </a:r>
          </a:p>
        </p:txBody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523875" y="1752600"/>
          <a:ext xmlns:a="http://schemas.openxmlformats.org/drawingml/2006/main" cx="7620000" cy="37242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d56ea35ed5a407c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FCE87A-44A8-4D94-A93B-BB0978360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828800"/>
            <a:ext cx="3295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rPr>
              <a:t>快速操作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9648F0-A3D9-4285-9AAB-62AEB40E8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228850"/>
            <a:ext cx="3295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rPr>
              <a:t>曲线误差从 19.11 降到 2.76 个百分点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B236E4-1568-437E-90C8-FBCE2DDC0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086100"/>
            <a:ext cx="3295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rPr>
              <a:t>剩余差异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06553E-3505-47CF-80BE-7F842D276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486150"/>
            <a:ext cx="3295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rPr>
              <a:t>前期略低估、末段略高估存活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1AE23F-C6A7-4E55-A663-6C255BCD2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343400"/>
            <a:ext cx="3295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rPr>
              <a:t>最大点偏差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29F089-5192-4D54-9992-00A7AD382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743450"/>
            <a:ext cx="3295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rPr>
              <a:t>4.47 个百分点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718C5B-D40B-413C-AA54-45D568E3D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43575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rPr>
              <a:t>本页显示实验散点中心值；尚未全部进入 ±2 个百分点参照带</a:t>
            </a:r>
          </a:p>
        </p:txBody>
      </p:sp>
    </p:spTree>
    <p:extLst>
      <p:ext uri="{BB962C8B-B14F-4D97-AF65-F5344CB8AC3E}">
        <p14:creationId xmlns:p14="http://schemas.microsoft.com/office/powerpoint/2010/main" val="899526303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76F091-3E54-40FA-9D5D-3C009CF89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50" b="1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rPr>
              <a:t>手工 400 μs：模拟与实验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97EB41-B449-4DF2-B66E-A619781A0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76325"/>
            <a:ext cx="10991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57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526575"/>
                </a:solidFill>
                <a:latin typeface="Hiragino Sans GB"/>
                <a:ea typeface="Hiragino Sans GB"/>
                <a:cs typeface="Hiragino Sans GB"/>
              </a:rPr>
              <a:t>圆点是论文实验散点，蓝线是最终共同模型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3EE57C-AD8D-4F04-91DC-D37DBDA4F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C98A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8C98A3"/>
                </a:solidFill>
                <a:latin typeface="Hiragino Sans GB"/>
                <a:ea typeface="Hiragino Sans GB"/>
                <a:cs typeface="Hiragino Sans GB"/>
              </a:rPr>
              <a:t>43</a:t>
            </a:r>
          </a:p>
        </p:txBody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523875" y="1752600"/>
          <a:ext xmlns:a="http://schemas.openxmlformats.org/drawingml/2006/main" cx="7620000" cy="37242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383ed4a1b104bf5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29B188-84C9-49B7-BC15-163900794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828800"/>
            <a:ext cx="3295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rPr>
              <a:t>最明显的缺口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C859B9-C635-401E-9D20-03A75F829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228850"/>
            <a:ext cx="3295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rPr>
              <a:t>后期仍高估存活，平均偏差约 10 个百分点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9A3AB9-EC5B-4FCA-BEBF-004E467CC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086100"/>
            <a:ext cx="3295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rPr>
              <a:t>整体误差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AE81F8-A947-4507-BFA2-DE7AFF550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486150"/>
            <a:ext cx="3295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rPr>
              <a:t>误差 6.54 个百分点，</a:t>
            </a:r>
          </a:p>
          <a:p xmlns:a="http://schemas.openxmlformats.org/drawingml/2006/main">
            <a:pPr>
              <a:defRPr sz="1800" b="0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rPr>
              <a:t>未比原基线改善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90859F-8075-40B8-974F-DFD7F6681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343400"/>
            <a:ext cx="3295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rPr>
              <a:t>最大点偏差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7BFB81-701D-4314-9300-C89CCBEAA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743450"/>
            <a:ext cx="3295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rPr>
              <a:t>10.87 个百分点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EC8F48-035E-4A7E-8ADC-046FF2FBC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43575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rPr>
              <a:t>本页显示实验散点中心值；尚未全部进入 ±2 个百分点参照带</a:t>
            </a:r>
          </a:p>
        </p:txBody>
      </p:sp>
    </p:spTree>
    <p:extLst>
      <p:ext uri="{BB962C8B-B14F-4D97-AF65-F5344CB8AC3E}">
        <p14:creationId xmlns:p14="http://schemas.microsoft.com/office/powerpoint/2010/main" val="42537389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37865E-6B70-41F6-BEB8-CBA192040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50" b="1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rPr>
              <a:t>手工 600 μs：模拟与实验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C3FD37-C24B-4FEF-B4FF-80DD3F158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76325"/>
            <a:ext cx="10991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57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526575"/>
                </a:solidFill>
                <a:latin typeface="Hiragino Sans GB"/>
                <a:ea typeface="Hiragino Sans GB"/>
                <a:cs typeface="Hiragino Sans GB"/>
              </a:rPr>
              <a:t>圆点是论文实验散点，蓝线是最终共同模型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AB362C-1AB2-4952-9475-AB5CE31D4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C98A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8C98A3"/>
                </a:solidFill>
                <a:latin typeface="Hiragino Sans GB"/>
                <a:ea typeface="Hiragino Sans GB"/>
                <a:cs typeface="Hiragino Sans GB"/>
              </a:rPr>
              <a:t>44</a:t>
            </a:r>
          </a:p>
        </p:txBody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523875" y="1752600"/>
          <a:ext xmlns:a="http://schemas.openxmlformats.org/drawingml/2006/main" cx="7620000" cy="37242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25287a7259f4afe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4201DC-A360-4ED6-82BA-5E10F9713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828800"/>
            <a:ext cx="3295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rPr>
              <a:t>较慢操作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EDA09D-DE8F-4A55-AAE1-9700A3863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228850"/>
            <a:ext cx="3295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rPr>
              <a:t>曲线误差为 3.44 个百分点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FA04BD-1A64-447A-B190-B54B990BF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086100"/>
            <a:ext cx="3295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rPr>
              <a:t>剩余差异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F74375-0BFA-4960-9CA6-E07C918A6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486150"/>
            <a:ext cx="3295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rPr>
              <a:t>多数实验点处，模拟存活偏低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BFF422-544A-42CA-9BD8-0CCBB67E0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343400"/>
            <a:ext cx="3295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rPr>
              <a:t>最大点偏差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5011E0-CC27-4693-A0B3-9213F8EF5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743450"/>
            <a:ext cx="3295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rPr>
              <a:t>4.65 个百分点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31949A-25C5-4F8D-924A-72DF18953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43575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rPr>
              <a:t>本页显示实验散点中心值；尚未全部进入 ±2 个百分点参照带</a:t>
            </a:r>
          </a:p>
        </p:txBody>
      </p:sp>
    </p:spTree>
    <p:extLst>
      <p:ext uri="{BB962C8B-B14F-4D97-AF65-F5344CB8AC3E}">
        <p14:creationId xmlns:p14="http://schemas.microsoft.com/office/powerpoint/2010/main" val="2057084314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4AADDA-EB38-4568-97A2-6602F140A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50" b="1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rPr>
              <a:t>优化 400 μs：模拟与实验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DF011B-3175-4AFA-B585-E63461D61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76325"/>
            <a:ext cx="10991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57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526575"/>
                </a:solidFill>
                <a:latin typeface="Hiragino Sans GB"/>
                <a:ea typeface="Hiragino Sans GB"/>
                <a:cs typeface="Hiragino Sans GB"/>
              </a:rPr>
              <a:t>圆点是论文实验散点，蓝线是最终共同模型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07590F-57F3-45FA-9DE7-9A214211B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C98A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8C98A3"/>
                </a:solidFill>
                <a:latin typeface="Hiragino Sans GB"/>
                <a:ea typeface="Hiragino Sans GB"/>
                <a:cs typeface="Hiragino Sans GB"/>
              </a:rPr>
              <a:t>45</a:t>
            </a:r>
          </a:p>
        </p:txBody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523875" y="1752600"/>
          <a:ext xmlns:a="http://schemas.openxmlformats.org/drawingml/2006/main" cx="7620000" cy="37242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828718a02b5400c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F68CA9-A649-4164-A82B-C6162C219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828800"/>
            <a:ext cx="3295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rPr>
              <a:t>优化操作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F3B278-8321-4CDB-B2BE-318C34A07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228850"/>
            <a:ext cx="3295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rPr>
              <a:t>曲线误差为 3.19 个百分点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000709-263C-46A2-9376-0680A2AE6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086100"/>
            <a:ext cx="3295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rPr>
              <a:t>剩余差异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A0C4DD-69F3-4E39-AE1A-E6C02911C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486150"/>
            <a:ext cx="3295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rPr>
              <a:t>模拟仍低估一部分实验存活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375981-4B08-4D21-A9AB-5C1706C06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343400"/>
            <a:ext cx="3295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rPr>
              <a:t>最大点偏差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846E62-7AC2-408C-9298-0F18DA1B3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743450"/>
            <a:ext cx="3295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rPr>
              <a:t>5.46 个百分点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F08C34-A653-4820-A70A-0F8813566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43575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rPr>
              <a:t>本页显示实验散点中心值；尚未全部进入 ±2 个百分点参照带</a:t>
            </a:r>
          </a:p>
        </p:txBody>
      </p:sp>
    </p:spTree>
    <p:extLst>
      <p:ext uri="{BB962C8B-B14F-4D97-AF65-F5344CB8AC3E}">
        <p14:creationId xmlns:p14="http://schemas.microsoft.com/office/powerpoint/2010/main" val="1919999763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ED1717-7F42-4D50-83AE-2C5FC1179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50" b="1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rPr>
              <a:t>共同模型改善了哪些曲线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F10C0F-5134-4959-A01F-28A8C5AFD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76325"/>
            <a:ext cx="10991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57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526575"/>
                </a:solidFill>
                <a:latin typeface="Hiragino Sans GB"/>
                <a:ea typeface="Hiragino Sans GB"/>
                <a:cs typeface="Hiragino Sans GB"/>
              </a:rPr>
              <a:t>与全部对应实验散点比较，误差单位为百分点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D7E4E9-123C-4DBF-B8AA-C6D9B899C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C98A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8C98A3"/>
                </a:solidFill>
                <a:latin typeface="Hiragino Sans GB"/>
                <a:ea typeface="Hiragino Sans GB"/>
                <a:cs typeface="Hiragino Sans GB"/>
              </a:rPr>
              <a:t>46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771650"/>
          <a:ext xmlns:a="http://schemas.openxmlformats.org/drawingml/2006/main" cx="10972800" cy="3190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01108"/>
                <a:gridCol w="2625969"/>
                <a:gridCol w="2438400"/>
                <a:gridCol w="2907323"/>
              </a:tblGrid>
              <a:tr h="6381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17679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曲线</a:t>
                      </a:r>
                    </a:p>
                  </a:txBody>
                  <a:tcPr marL="91440" marR="91440" marT="45720" marB="45720" anchor="ctr">
                    <a:solidFill>
                      <a:srgbClr val="ECF3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17679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原基线 RMSE</a:t>
                      </a:r>
                    </a:p>
                  </a:txBody>
                  <a:tcPr marL="91440" marR="91440" marT="45720" marB="45720" anchor="ctr">
                    <a:solidFill>
                      <a:srgbClr val="ECF3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17679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最终 RMSE</a:t>
                      </a:r>
                    </a:p>
                  </a:txBody>
                  <a:tcPr marL="91440" marR="91440" marT="45720" marB="45720" anchor="ctr">
                    <a:solidFill>
                      <a:srgbClr val="ECF3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17679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最大散点偏差</a:t>
                      </a:r>
                    </a:p>
                  </a:txBody>
                  <a:tcPr marL="91440" marR="91440" marT="45720" marB="45720" anchor="ctr">
                    <a:solidFill>
                      <a:srgbClr val="ECF3F7"/>
                    </a:solidFill>
                  </a:tcPr>
                </a:tc>
              </a:tr>
              <a:tr h="6381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72B3A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手工 200 μs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72B3A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19.11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72B3A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2.76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72B3A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4.47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381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72B3A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手工 400 μs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72B3A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6.43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72B3A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6.54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72B3A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10.87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381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72B3A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手工 600 μs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72B3A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15.54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72B3A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3.44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72B3A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4.65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381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72B3A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优化 400 μs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72B3A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13.06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72B3A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3.19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72B3A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5.46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E19E1D-1638-45A2-8401-AB745497D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38750"/>
            <a:ext cx="10953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2657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526575"/>
                </a:solidFill>
                <a:latin typeface="Hiragino Sans GB"/>
                <a:ea typeface="Hiragino Sans GB"/>
                <a:cs typeface="Hiragino Sans GB"/>
              </a:rPr>
              <a:t>RMSE：把各点误差平方后求平均，再开方，用一个数概括整条曲线的差距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358B2F-7C0E-4D6F-8881-8853DA004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43575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AE3E3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AE3E3D"/>
                </a:solidFill>
                <a:latin typeface="Hiragino Sans GB"/>
                <a:ea typeface="Hiragino Sans GB"/>
                <a:cs typeface="Hiragino Sans GB"/>
              </a:rPr>
              <a:t>四条曲线仍未全部达到 ±2 个百分点的比较目标</a:t>
            </a:r>
          </a:p>
        </p:txBody>
      </p:sp>
    </p:spTree>
    <p:extLst>
      <p:ext uri="{BB962C8B-B14F-4D97-AF65-F5344CB8AC3E}">
        <p14:creationId xmlns:p14="http://schemas.microsoft.com/office/powerpoint/2010/main" val="762679882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08355C-CA84-4161-8591-FB50E4F9F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50" b="1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rPr>
              <a:t>最明确的剩余差异在 400 与 600 μs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DCA40C-4991-4115-A268-CB956FE82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76325"/>
            <a:ext cx="10991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57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526575"/>
                </a:solidFill>
                <a:latin typeface="Hiragino Sans GB"/>
                <a:ea typeface="Hiragino Sans GB"/>
                <a:cs typeface="Hiragino Sans GB"/>
              </a:rPr>
              <a:t>到第 60 次转移时，实验与模型对时长的反应不同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A9251E-E6BB-499B-B5A3-B8B3AE5D6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C98A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8C98A3"/>
                </a:solidFill>
                <a:latin typeface="Hiragino Sans GB"/>
                <a:ea typeface="Hiragino Sans GB"/>
                <a:cs typeface="Hiragino Sans GB"/>
              </a:rPr>
              <a:t>47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771650"/>
          <a:ext xmlns:a="http://schemas.openxmlformats.org/drawingml/2006/main" cx="10972800" cy="2476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180114"/>
                <a:gridCol w="3396343"/>
                <a:gridCol w="3396343"/>
              </a:tblGrid>
              <a:tr h="8255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17679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n = 60</a:t>
                      </a:r>
                    </a:p>
                  </a:txBody>
                  <a:tcPr marL="91440" marR="91440" marT="45720" marB="45720" anchor="ctr">
                    <a:solidFill>
                      <a:srgbClr val="ECF3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17679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论文实验</a:t>
                      </a:r>
                    </a:p>
                  </a:txBody>
                  <a:tcPr marL="91440" marR="91440" marT="45720" marB="45720" anchor="ctr">
                    <a:solidFill>
                      <a:srgbClr val="ECF3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17679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最终模型</a:t>
                      </a:r>
                    </a:p>
                  </a:txBody>
                  <a:tcPr marL="91440" marR="91440" marT="45720" marB="45720" anchor="ctr">
                    <a:solidFill>
                      <a:srgbClr val="ECF3F7"/>
                    </a:solidFill>
                  </a:tcPr>
                </a:tc>
              </a:tr>
              <a:tr h="8255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72B3A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手工 400 μs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72B3A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41.4%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72B3A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52.0%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255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72B3A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手工 600 μs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72B3A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57.3%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72B3A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52.7%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DB6E8B-9039-4D21-A3A2-F6D3FB9EB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67275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rPr>
              <a:t>模型仍没有解释清楚：为何两种手工操作在实验中相差这么多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20615B-10CB-42DC-A7B9-538EFA647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43575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rPr>
              <a:t>参数接近数据，不代表已经找到了唯一的真实损失机制</a:t>
            </a:r>
          </a:p>
        </p:txBody>
      </p:sp>
    </p:spTree>
    <p:extLst>
      <p:ext uri="{BB962C8B-B14F-4D97-AF65-F5344CB8AC3E}">
        <p14:creationId xmlns:p14="http://schemas.microsoft.com/office/powerpoint/2010/main" val="505683586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C3C0F2-47F0-43CF-B22E-02D6B483A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50" b="1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rPr>
              <a:t>数值结果要经得起进一步细分时间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F510B6-CB07-421F-8BC8-0257500F9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76325"/>
            <a:ext cx="10991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57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526575"/>
                </a:solidFill>
                <a:latin typeface="Hiragino Sans GB"/>
                <a:ea typeface="Hiragino Sans GB"/>
                <a:cs typeface="Hiragino Sans GB"/>
              </a:rPr>
              <a:t>抽样误差之外，还有时间离散带来的误差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B668CD-0CD0-41EE-BE1D-E49B5D5D1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C98A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8C98A3"/>
                </a:solidFill>
                <a:latin typeface="Hiragino Sans GB"/>
                <a:ea typeface="Hiragino Sans GB"/>
                <a:cs typeface="Hiragino Sans GB"/>
              </a:rPr>
              <a:t>48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C71ED5-AA5E-43CC-A7FE-E69A27E78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43075"/>
            <a:ext cx="10906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rPr>
              <a:t>机械时间步减半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02F012-F7E3-42CB-AD3E-6CBC60880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43125"/>
            <a:ext cx="10906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rPr>
              <a:t>四条曲线的最大存活差约 0.68–2.12 个百分点。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64E809-85AC-48A4-B055-B1D8593F0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81325"/>
            <a:ext cx="10906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rPr>
              <a:t>600 μs 再做更细检查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3A886C-0C64-407A-ABA5-9C904BC2B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81375"/>
            <a:ext cx="10906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rPr>
              <a:t>进一步减半后，最大差约 0.98 个百分点。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0EF9B4-AB8A-4DC6-AB18-84A33C4F3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19575"/>
            <a:ext cx="10906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rPr>
              <a:t>噪声时间间隔也减半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36CFF6-23A7-4921-892A-080CD7226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19625"/>
            <a:ext cx="10906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rPr>
              <a:t>四条曲线的最大差约 0.71–1.44 个百分点。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BC9663-5347-42E7-AC78-41D06FF42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43575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rPr>
              <a:t>已有检查支持总体趋势，但不支持声称小于 1 个百分点的精度</a:t>
            </a:r>
          </a:p>
        </p:txBody>
      </p:sp>
    </p:spTree>
    <p:extLst>
      <p:ext uri="{BB962C8B-B14F-4D97-AF65-F5344CB8AC3E}">
        <p14:creationId xmlns:p14="http://schemas.microsoft.com/office/powerpoint/2010/main" val="1395689408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905D2E-AB09-4103-A029-34A53FE90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50" b="1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rPr>
              <a:t>长距离运输是另一个物理问题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8B1327-05BB-4C10-A9A0-EED23A427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76325"/>
            <a:ext cx="10991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57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526575"/>
                </a:solidFill>
                <a:latin typeface="Hiragino Sans GB"/>
                <a:ea typeface="Hiragino Sans GB"/>
                <a:cs typeface="Hiragino Sans GB"/>
              </a:rPr>
              <a:t>扩展协议在拾取之后加入远距离去程和回程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AC6989-4A51-4F0A-819B-4EC21D709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C98A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8C98A3"/>
                </a:solidFill>
                <a:latin typeface="Hiragino Sans GB"/>
                <a:ea typeface="Hiragino Sans GB"/>
                <a:cs typeface="Hiragino Sans GB"/>
              </a:rPr>
              <a:t>49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76E524-D4D2-47BF-8ABE-17820FF48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43075"/>
            <a:ext cx="10906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rPr>
              <a:t>短交接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C7CA84-CCA2-47BF-BC64-0C5FB5316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43125"/>
            <a:ext cx="10906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rPr>
              <a:t>每轮只搬离 2.4 μm，再送回，直接用于 Fig. 6d 对照。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2DF9CF-7D3A-4CEC-B632-793E0BAB9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81325"/>
            <a:ext cx="10906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rPr>
              <a:t>长距离扩展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D26C61-EF10-42B9-9633-B104A2533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81375"/>
            <a:ext cx="10906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rPr>
              <a:t>另外去程 375 μm、远端停 54 μs、回程 375 μm。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36669E-B996-4446-A3CB-EC7A09DAC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19575"/>
            <a:ext cx="10906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rPr>
              <a:t>连续保留状态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F52C9E-BF2E-4016-A817-87A5B730C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19625"/>
            <a:ext cx="10906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rPr>
              <a:t>长途之前已有的振动和内部态变化，也要带入长途过程。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055865-9BE8-4683-8610-C45C8E2E2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43575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rPr>
              <a:t>扩展协议每轮约 754.8 μm，不能直接当作短交接实验来验收</a:t>
            </a:r>
          </a:p>
        </p:txBody>
      </p:sp>
    </p:spTree>
    <p:extLst>
      <p:ext uri="{BB962C8B-B14F-4D97-AF65-F5344CB8AC3E}">
        <p14:creationId xmlns:p14="http://schemas.microsoft.com/office/powerpoint/2010/main" val="606140114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A73964-070B-47A1-B3FE-918342BBB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50" b="1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rPr>
              <a:t>快速扫描可能改变沿光轴的势阱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406984-D30D-4298-817E-F5F268F2B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76325"/>
            <a:ext cx="10991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57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526575"/>
                </a:solidFill>
                <a:latin typeface="Hiragino Sans GB"/>
                <a:ea typeface="Hiragino Sans GB"/>
                <a:cs typeface="Hiragino Sans GB"/>
              </a:rPr>
              <a:t>两横向方向的焦点错开时，轴向束缚会变形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0AC62B-61D6-4CE0-869C-513082F94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C98A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8C98A3"/>
                </a:solidFill>
                <a:latin typeface="Hiragino Sans GB"/>
                <a:ea typeface="Hiragino Sans GB"/>
                <a:cs typeface="Hiragino Sans GB"/>
              </a:rPr>
              <a:t>50</a:t>
            </a:r>
          </a:p>
        </p:txBody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523875" y="1752600"/>
          <a:ext xmlns:a="http://schemas.openxmlformats.org/drawingml/2006/main" cx="7620000" cy="37242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ab507fc159e4da1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E7E94E-E567-4D10-86C5-969CB65F9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828800"/>
            <a:ext cx="3295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rPr>
              <a:t>声透镜效应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F67C4E-4C23-4674-B0B4-70249E732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228850"/>
            <a:ext cx="3295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rPr>
              <a:t>扫描时，声波调制可能产生附加聚焦作用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F2F02E-4651-4BAC-B471-A49C9267A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086100"/>
            <a:ext cx="3295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rPr>
              <a:t>焦点错开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23E420-4008-4716-9C46-4BF34DB7C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486150"/>
            <a:ext cx="3295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rPr>
              <a:t>束缚会变弱，也可能出现两个轴向最低点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E08485-BA5A-4F9A-8206-79CB45F8D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343400"/>
            <a:ext cx="3295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rPr>
              <a:t>参数需标定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98818A-5739-4581-AD4D-F9B749748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743450"/>
            <a:ext cx="3295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rPr>
              <a:t>示意图不代表本装置已测得的焦点偏移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177845-0174-48A6-9483-A214F0AD3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43575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rPr>
              <a:t>它描述一束散光光镊的两横向焦点，不是两束独立 AOD 光</a:t>
            </a:r>
          </a:p>
        </p:txBody>
      </p:sp>
    </p:spTree>
    <p:extLst>
      <p:ext uri="{BB962C8B-B14F-4D97-AF65-F5344CB8AC3E}">
        <p14:creationId xmlns:p14="http://schemas.microsoft.com/office/powerpoint/2010/main" val="2001267455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1B9CD2-46F9-40E6-B0C4-9184A9794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50" b="1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rPr>
              <a:t>原子留下来以后，还要看内部态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236A28-A81A-47C3-AD15-D1491836B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76325"/>
            <a:ext cx="10991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57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526575"/>
                </a:solidFill>
                <a:latin typeface="Hiragino Sans GB"/>
                <a:ea typeface="Hiragino Sans GB"/>
                <a:cs typeface="Hiragino Sans GB"/>
              </a:rPr>
              <a:t>原子的位置状态与存储的量子信息分别受到影响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608487-F4D6-48B7-86A8-5001488C8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C98A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8C98A3"/>
                </a:solidFill>
                <a:latin typeface="Hiragino Sans GB"/>
                <a:ea typeface="Hiragino Sans GB"/>
                <a:cs typeface="Hiragino Sans GB"/>
              </a:rPr>
              <a:t>51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D40F25-374E-4577-A4BA-0DEB48247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43075"/>
            <a:ext cx="10906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rPr>
              <a:t>两个内部态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9C6E87-0C13-4158-9898-96DE9D166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43125"/>
            <a:ext cx="10906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rPr>
              <a:t>可以把它们理解为量子比特的两个基础状态。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515CE7-EB4C-41CA-96AC-C6188B197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81325"/>
            <a:ext cx="10906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rPr>
              <a:t>光会改变两态的相对能量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043502-9800-40CB-90BE-94702E80C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81375"/>
            <a:ext cx="10906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rPr>
              <a:t>原子走过不同位置，感受到的光强历史不同。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7E32C1-498C-40C6-8755-432FB725B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19575"/>
            <a:ext cx="10906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rPr>
              <a:t>相位逐渐不同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60EB21-5EB9-4FA3-B809-E301CC644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19625"/>
            <a:ext cx="10906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rPr>
              <a:t>不同原子的内部“指针”可能转过不同角度。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2AB5B7-5689-4209-8731-1337FFA25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43575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rPr>
              <a:t>原子没有丢失，也可能已经积累了不同的相位误差</a:t>
            </a:r>
          </a:p>
        </p:txBody>
      </p:sp>
    </p:spTree>
    <p:extLst>
      <p:ext uri="{BB962C8B-B14F-4D97-AF65-F5344CB8AC3E}">
        <p14:creationId xmlns:p14="http://schemas.microsoft.com/office/powerpoint/2010/main" val="1920442177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14ED35-894D-4F4C-87B1-30A4695D0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50" b="1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rPr>
              <a:t>相位分散会降低整批原子的相干性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98FD3B-D8A8-491B-888F-18B143E26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76325"/>
            <a:ext cx="10991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57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526575"/>
                </a:solidFill>
                <a:latin typeface="Hiragino Sans GB"/>
                <a:ea typeface="Hiragino Sans GB"/>
                <a:cs typeface="Hiragino Sans GB"/>
              </a:rPr>
              <a:t>示意：相位服从宽度为 σφ 的高斯分布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D9CBBF-E802-4D3C-988D-29EE94B1A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C98A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8C98A3"/>
                </a:solidFill>
                <a:latin typeface="Hiragino Sans GB"/>
                <a:ea typeface="Hiragino Sans GB"/>
                <a:cs typeface="Hiragino Sans GB"/>
              </a:rPr>
              <a:t>52</a:t>
            </a:r>
          </a:p>
        </p:txBody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523875" y="1752600"/>
          <a:ext xmlns:a="http://schemas.openxmlformats.org/drawingml/2006/main" cx="7620000" cy="37242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955cb4b3a0549e9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4E2BF9-B839-4576-B74B-BB1977591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828800"/>
            <a:ext cx="3295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rPr>
              <a:t>相位接近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C98B2A-E04E-4786-93DB-585BBF2E3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228850"/>
            <a:ext cx="3295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rPr>
              <a:t>平均后仍有清楚的共同方向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38F716-1395-418A-B080-94B26E270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086100"/>
            <a:ext cx="3295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rPr>
              <a:t>相位分散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700CDD-F5EE-4B6B-B11A-3C3A07A45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486150"/>
            <a:ext cx="3295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rPr>
              <a:t>不同方向相互抵消，集体信号变弱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15A111-4B1C-42A3-B2A1-ACDD04914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343400"/>
            <a:ext cx="3295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rPr>
              <a:t>共同相位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DA2815-94BF-4A1D-99AA-D79199E3B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743450"/>
            <a:ext cx="3295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rPr>
              <a:t>所有原子一起转同一角度，并不会降低这个 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A19370-01D7-4C50-ADA9-4E5B4CE3C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43575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rPr>
              <a:t>C = |平均 exp(iφ)|，高斯示意中 C = exp(−σφ²/2)</a:t>
            </a:r>
          </a:p>
        </p:txBody>
      </p:sp>
    </p:spTree>
    <p:extLst>
      <p:ext uri="{BB962C8B-B14F-4D97-AF65-F5344CB8AC3E}">
        <p14:creationId xmlns:p14="http://schemas.microsoft.com/office/powerpoint/2010/main" val="1909891048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21D859-5128-4E67-9CD9-584FFF7B5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50" b="1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rPr>
              <a:t>回波脉冲可以抵消缓慢相位误差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1B1B08-6E94-4E75-AB92-816B6E5B1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76325"/>
            <a:ext cx="10991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57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526575"/>
                </a:solidFill>
                <a:latin typeface="Hiragino Sans GB"/>
                <a:ea typeface="Hiragino Sans GB"/>
                <a:cs typeface="Hiragino Sans GB"/>
              </a:rPr>
              <a:t>理想示意：一颗原子受到恒定失谐，半途施加一次翻转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70C231-A6C5-4D86-AF4A-0B16D6B15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C98A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8C98A3"/>
                </a:solidFill>
                <a:latin typeface="Hiragino Sans GB"/>
                <a:ea typeface="Hiragino Sans GB"/>
                <a:cs typeface="Hiragino Sans GB"/>
              </a:rPr>
              <a:t>53</a:t>
            </a:r>
          </a:p>
        </p:txBody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523875" y="1752600"/>
          <a:ext xmlns:a="http://schemas.openxmlformats.org/drawingml/2006/main" cx="7620000" cy="37242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f82a3e5e66c4084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03FF49-608A-418A-9E51-3B4C0A3F0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828800"/>
            <a:ext cx="3295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rPr>
              <a:t>前半程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4DD82D-E2D3-4B61-9AA0-4E942E7F8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228850"/>
            <a:ext cx="3295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rPr>
              <a:t>相位误差向一个方向积累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4AC6C9-A30A-4B2A-A7BC-F9930FBE2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086100"/>
            <a:ext cx="3295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rPr>
              <a:t>翻转以后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088BE4-2248-4A94-9C0A-89A25D960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486150"/>
            <a:ext cx="3295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rPr>
              <a:t>对同样的慢失谐，后半程的相位贡献反号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4D0BAE-4402-46F7-9EE5-36D4CBB2E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343400"/>
            <a:ext cx="3295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rPr>
              <a:t>末尾抵消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EEEF53-3AF6-4942-A3E0-994E09E98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743450"/>
            <a:ext cx="3295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rPr>
              <a:t>恒定误差可以被理想回波消除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FFDD6D-4B35-4250-9A23-3F31719D4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43575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rPr>
              <a:t>XY4 使用四次、沿不同方向的翻转脉冲，减小慢变化误差</a:t>
            </a:r>
          </a:p>
        </p:txBody>
      </p:sp>
    </p:spTree>
    <p:extLst>
      <p:ext uri="{BB962C8B-B14F-4D97-AF65-F5344CB8AC3E}">
        <p14:creationId xmlns:p14="http://schemas.microsoft.com/office/powerpoint/2010/main" val="623380812"/>
      </p:ext>
    </p:extLst>
  </p:cSld>
</p:sld>
</file>

<file path=ppt/slides/slide5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CBEDD3-2297-40D7-AF06-97C751C62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50" b="1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rPr>
              <a:t>真实微波脉冲需要有限时间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560B17-2F17-494C-A953-345F411AC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76325"/>
            <a:ext cx="10991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57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526575"/>
                </a:solidFill>
                <a:latin typeface="Hiragino Sans GB"/>
                <a:ea typeface="Hiragino Sans GB"/>
                <a:cs typeface="Hiragino Sans GB"/>
              </a:rPr>
              <a:t>脉冲作用期间，原子仍在运动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B8B47B-6040-462C-9A0B-0910B502A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C98A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8C98A3"/>
                </a:solidFill>
                <a:latin typeface="Hiragino Sans GB"/>
                <a:ea typeface="Hiragino Sans GB"/>
                <a:cs typeface="Hiragino Sans GB"/>
              </a:rPr>
              <a:t>54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465B08-B675-4BD6-A4C7-E098D9AF3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43075"/>
            <a:ext cx="10906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rPr>
              <a:t>典型驱动频率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00C0A4-A2D4-4185-8FE6-B30189A39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43125"/>
            <a:ext cx="10906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rPr>
              <a:t>本模型采用 Ω / 2π = 24.611 kHz。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577496-7158-4651-ADBB-5301F545E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81325"/>
            <a:ext cx="10906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rPr>
              <a:t>一次 π 翻转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67ABE9-E23F-40D1-937C-9033B2C33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81375"/>
            <a:ext cx="10906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rPr>
              <a:t>持续时间约为 20.3 μs，不能总当作瞬间完成。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E0072F-056A-4A4B-AAC8-7EBDEA1D0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19575"/>
            <a:ext cx="10906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rPr>
              <a:t>一起计算两种变化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640EC6-016E-46F6-A472-410AAFA8F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19625"/>
            <a:ext cx="10906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rPr>
              <a:t>运动改变光移，同时微波改变内部量子态。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0B32EA-1F28-4B54-A44D-2249042C6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43575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rPr>
              <a:t>有限脉冲效果需要完整内部态演化，不能只靠一个累积相位</a:t>
            </a:r>
          </a:p>
        </p:txBody>
      </p:sp>
    </p:spTree>
    <p:extLst>
      <p:ext uri="{BB962C8B-B14F-4D97-AF65-F5344CB8AC3E}">
        <p14:creationId xmlns:p14="http://schemas.microsoft.com/office/powerpoint/2010/main" val="1925711947"/>
      </p:ext>
    </p:extLst>
  </p:cSld>
</p:sld>
</file>

<file path=ppt/slides/slide5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6D61EA-B2C3-4320-8FD0-F5C202D8A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50" b="1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rPr>
              <a:t>存活率与量子态质量，分别报告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CC5688-D2B8-423B-A8A5-4EC171DFE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76325"/>
            <a:ext cx="10991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57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526575"/>
                </a:solidFill>
                <a:latin typeface="Hiragino Sans GB"/>
                <a:ea typeface="Hiragino Sans GB"/>
                <a:cs typeface="Hiragino Sans GB"/>
              </a:rPr>
              <a:t>首先明确分母和比较对象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9EC509-4F4D-490C-A4AF-F50F70D37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C98A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8C98A3"/>
                </a:solidFill>
                <a:latin typeface="Hiragino Sans GB"/>
                <a:ea typeface="Hiragino Sans GB"/>
                <a:cs typeface="Hiragino Sans GB"/>
              </a:rPr>
              <a:t>55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1771650"/>
          <a:ext xmlns:a="http://schemas.openxmlformats.org/drawingml/2006/main" cx="10972800" cy="3381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41964"/>
                <a:gridCol w="3802455"/>
                <a:gridCol w="4128380"/>
              </a:tblGrid>
              <a:tr h="6762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7679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量</a:t>
                      </a:r>
                    </a:p>
                  </a:txBody>
                  <a:tcPr marL="91440" marR="91440" marT="45720" marB="45720" anchor="ctr">
                    <a:solidFill>
                      <a:srgbClr val="ECF3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7679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回答什么</a:t>
                      </a:r>
                    </a:p>
                  </a:txBody>
                  <a:tcPr marL="91440" marR="91440" marT="45720" marB="45720" anchor="ctr">
                    <a:solidFill>
                      <a:srgbClr val="ECF3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7679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如何理解</a:t>
                      </a:r>
                    </a:p>
                  </a:txBody>
                  <a:tcPr marL="91440" marR="91440" marT="45720" marB="45720" anchor="ctr">
                    <a:solidFill>
                      <a:srgbClr val="ECF3F7"/>
                    </a:solidFill>
                  </a:tcPr>
                </a:tc>
              </a:tr>
              <a:tr h="6762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B3A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存活率 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B3A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原子还在不在目标阱里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B3A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以全部初始原子为分母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762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B3A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相干对比度 C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B3A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幸存原子的相位是否整齐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B3A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共同相位与相位分散不同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762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B3A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条件平均保真度 F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B3A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幸存原子的操作离目标多近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B3A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依赖目标操作和内部态演化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762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B3A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同时考虑损失的指标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B3A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留下且状态可用的总体表现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B3A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需要明确损失如何计分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12B2CD-61AD-47AD-A33C-8C0940E05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43575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rPr>
              <a:t>存活曲线改善，不能直接推出量子比特保真度达到某个数值</a:t>
            </a:r>
          </a:p>
        </p:txBody>
      </p:sp>
    </p:spTree>
    <p:extLst>
      <p:ext uri="{BB962C8B-B14F-4D97-AF65-F5344CB8AC3E}">
        <p14:creationId xmlns:p14="http://schemas.microsoft.com/office/powerpoint/2010/main" val="1150479398"/>
      </p:ext>
    </p:extLst>
  </p:cSld>
</p:sld>
</file>

<file path=ppt/slides/slide5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838D56-75B1-456A-917E-9FC60893B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50" b="1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rPr>
              <a:t>模型目前能够解释到哪里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464B1C-E8FC-4AF0-975D-1FB9B2B47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76325"/>
            <a:ext cx="10991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57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526575"/>
                </a:solidFill>
                <a:latin typeface="Hiragino Sans GB"/>
                <a:ea typeface="Hiragino Sans GB"/>
                <a:cs typeface="Hiragino Sans GB"/>
              </a:rPr>
              <a:t>数值算得细，与物理模型足够完整，是两件事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D72D83-46D2-488E-9678-CDDDAD6E8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C98A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8C98A3"/>
                </a:solidFill>
                <a:latin typeface="Hiragino Sans GB"/>
                <a:ea typeface="Hiragino Sans GB"/>
                <a:cs typeface="Hiragino Sans GB"/>
              </a:rPr>
              <a:t>56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6A8621-B237-4D04-927D-EFAE28619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43075"/>
            <a:ext cx="10906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rPr>
              <a:t>已经纳入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A8B395-D1A7-4C14-B4C8-A956D75E5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43125"/>
            <a:ext cx="10906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rPr>
              <a:t>三维热初态、时变双阱、跨轮连续运动、位点差异和噪声。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CA678F-9DD7-4998-83FE-9DF668724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81325"/>
            <a:ext cx="10906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rPr>
              <a:t>仍需外部测量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FBD1D3-C5AD-4F2F-B0FC-A9F91AD85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81375"/>
            <a:ext cx="10906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rPr>
              <a:t>转移前温度、原子平面的噪声谱、真实波形和焦点分布。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4A2A6A-5072-40E6-9D7A-ED8B72EC9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19575"/>
            <a:ext cx="10906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rPr>
              <a:t>未完整描述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431A06-33DF-4368-BB12-41CAEC44F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19625"/>
            <a:ext cx="10906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rPr>
              <a:t>精确运动量子态、真实成像过程、全部光学像差与共同噪声。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04671D-213E-4A3C-ADDF-DEFA459CC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43575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rPr>
              <a:t>增加模拟原子数，不能替代对实际装置的测量</a:t>
            </a:r>
          </a:p>
        </p:txBody>
      </p:sp>
    </p:spTree>
    <p:extLst>
      <p:ext uri="{BB962C8B-B14F-4D97-AF65-F5344CB8AC3E}">
        <p14:creationId xmlns:p14="http://schemas.microsoft.com/office/powerpoint/2010/main" val="803300659"/>
      </p:ext>
    </p:extLst>
  </p:cSld>
</p:sld>
</file>

<file path=ppt/slides/slide5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AC3950-71E5-4DAD-810F-2944D40B9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50" b="1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rPr>
              <a:t>这套 Monte Carlo 的完整物理链条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410D9F-2A8D-4BD1-892F-1DC22AAEC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76325"/>
            <a:ext cx="10991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57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526575"/>
                </a:solidFill>
                <a:latin typeface="Hiragino Sans GB"/>
                <a:ea typeface="Hiragino Sans GB"/>
                <a:cs typeface="Hiragino Sans GB"/>
              </a:rPr>
              <a:t>每一步都对应一个明确的物理问题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6AF92F-CAD4-411F-8444-7F6A68B20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C98A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8C98A3"/>
                </a:solidFill>
                <a:latin typeface="Hiragino Sans GB"/>
                <a:ea typeface="Hiragino Sans GB"/>
                <a:cs typeface="Hiragino Sans GB"/>
              </a:rPr>
              <a:t>57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B7AD9B-F6F9-424A-A784-D652CE9EE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43075"/>
            <a:ext cx="10906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rPr>
              <a:t>准备一批原子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82D787-8C4B-41E7-BE27-4827E4899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43125"/>
            <a:ext cx="10906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rPr>
              <a:t>先确定实际势阱，再抽取已束缚的热初态。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FAF093-A2DE-4504-BDEC-BBBAC67A8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81325"/>
            <a:ext cx="10906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rPr>
              <a:t>让原子经历真实操作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772C26-A2C1-49EC-8C68-5382C1EFE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81375"/>
            <a:ext cx="10906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rPr>
              <a:t>不断计算力、更新运动，并加入有明确含义的噪声。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0A907A-623E-42BB-A601-31C1AEDB2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19575"/>
            <a:ext cx="10906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rPr>
              <a:t>保留历史并统计结局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9146D0-1F8E-4AE0-AD98-E15D40E92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19625"/>
            <a:ext cx="10906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rPr>
              <a:t>连续做完多轮，在指定检查点判断，再汇总存活概率。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8762F3-2799-47A4-958B-7A570661B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43575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rPr>
              <a:t>最终得到许多可能轨迹的统计，其可信度取决于物理输入</a:t>
            </a:r>
          </a:p>
        </p:txBody>
      </p:sp>
    </p:spTree>
    <p:extLst>
      <p:ext uri="{BB962C8B-B14F-4D97-AF65-F5344CB8AC3E}">
        <p14:creationId xmlns:p14="http://schemas.microsoft.com/office/powerpoint/2010/main" val="1245988161"/>
      </p:ext>
    </p:extLst>
  </p:cSld>
</p:sld>
</file>

<file path=ppt/slides/slide5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8DF5D7-5D99-46E6-AE80-3E3CEA53C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50" b="1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rPr>
              <a:t>补充：常用公式与单位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1F491B-04B0-4B49-838C-357D967EE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76325"/>
            <a:ext cx="10991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57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526575"/>
                </a:solidFill>
                <a:latin typeface="Hiragino Sans GB"/>
                <a:ea typeface="Hiragino Sans GB"/>
                <a:cs typeface="Hiragino Sans GB"/>
              </a:rPr>
              <a:t>符号只保留理解模型所必需的部分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9EB7CE-DC52-4DF2-9C9A-0FE449A07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C98A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8C98A3"/>
                </a:solidFill>
                <a:latin typeface="Hiragino Sans GB"/>
                <a:ea typeface="Hiragino Sans GB"/>
                <a:cs typeface="Hiragino Sans GB"/>
              </a:rPr>
              <a:t>58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771650"/>
          <a:ext xmlns:a="http://schemas.openxmlformats.org/drawingml/2006/main" cx="10972800" cy="3762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13703"/>
                <a:gridCol w="8259097"/>
              </a:tblGrid>
              <a:tr h="537482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679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物理量</a:t>
                      </a:r>
                    </a:p>
                  </a:txBody>
                  <a:tcPr marL="91440" marR="91440" marT="45720" marB="45720" anchor="ctr">
                    <a:solidFill>
                      <a:srgbClr val="ECF3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679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公式或关系</a:t>
                      </a:r>
                    </a:p>
                  </a:txBody>
                  <a:tcPr marL="91440" marR="91440" marT="45720" marB="45720" anchor="ctr">
                    <a:solidFill>
                      <a:srgbClr val="ECF3F7"/>
                    </a:solidFill>
                  </a:tcPr>
                </a:tc>
              </a:tr>
              <a:tr h="537482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B3A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势能与受力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B3A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U = −D exp[−2(x−c)²/w²]，F = −∇U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37482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B3A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总能量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B3A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E = ½m|v|² + U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37482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B3A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束缚判据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B3A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远处势能取零，E &lt; 0 表示有能量束缚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37482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B3A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初态速度宽度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B3A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σv = √(kBT/m)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37482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B3A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初态位置宽度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B3A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σr = √(kBTw²/4D)，σz = √(kBTzR²/2D)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37482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B3A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光束与频率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B3A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zR = πw²/λ，ω = 2πf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3990616"/>
      </p:ext>
    </p:extLst>
  </p:cSld>
</p:sld>
</file>

<file path=ppt/slides/slide5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160D0B-2B5C-4C7C-B709-F4E3C39D8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50" b="1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rPr>
              <a:t>补充：讲解文档中需澄清的表述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F3FB6F-1A62-40A1-AC39-5EC2FE3E3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76325"/>
            <a:ext cx="10991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57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526575"/>
                </a:solidFill>
                <a:latin typeface="Hiragino Sans GB"/>
                <a:ea typeface="Hiragino Sans GB"/>
                <a:cs typeface="Hiragino Sans GB"/>
              </a:rPr>
              <a:t>依据当前物理实现与归档结果补充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D51CBE-A4CD-4597-83E4-E7767F960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C98A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8C98A3"/>
                </a:solidFill>
                <a:latin typeface="Hiragino Sans GB"/>
                <a:ea typeface="Hiragino Sans GB"/>
                <a:cs typeface="Hiragino Sans GB"/>
              </a:rPr>
              <a:t>59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771650"/>
          <a:ext xmlns:a="http://schemas.openxmlformats.org/drawingml/2006/main" cx="10972800" cy="36385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288221"/>
                <a:gridCol w="6684579"/>
              </a:tblGrid>
              <a:tr h="6064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7679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容易混淆的说法</a:t>
                      </a:r>
                    </a:p>
                  </a:txBody>
                  <a:tcPr marL="91440" marR="91440" marT="45720" marB="45720" anchor="ctr">
                    <a:solidFill>
                      <a:srgbClr val="ECF3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7679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准确理解</a:t>
                      </a:r>
                    </a:p>
                  </a:txBody>
                  <a:tcPr marL="91440" marR="91440" marT="45720" marB="45720" anchor="ctr">
                    <a:solidFill>
                      <a:srgbClr val="ECF3F7"/>
                    </a:solidFill>
                  </a:tcPr>
                </a:tc>
              </a:tr>
              <a:tr h="6064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2B3A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每小步都检查存活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2B3A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每小步算运动，短协议在等待末和放回末检查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064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2B3A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末态能量减初态能量就是加热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2B3A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还包含操作做功，应区分势能基准与激发能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064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2B3A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随机加热与固定功率是一回事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2B3A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两者对能量分布和高能尾部的描述不同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064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2B3A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优化曲线有 14 个采样点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2B3A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最新回放有 15 个节点，构成 14 个时间间隔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064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2B3A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最新标定已同时算出保真度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2B3A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该次最终随机模型专门验证存活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68960107"/>
      </p:ext>
    </p:extLst>
  </p:cSld>
</p:sld>
</file>

<file path=ppt/slides/slide6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9C9B9D-2F7C-40CC-A206-C89D7BB59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50" b="1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rPr>
              <a:t>补充：存活曲线怎样作经验拟合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6B321B-BB03-4C2B-BD8D-9C1D0BA9A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76325"/>
            <a:ext cx="10991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57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526575"/>
                </a:solidFill>
                <a:latin typeface="Hiragino Sans GB"/>
                <a:ea typeface="Hiragino Sans GB"/>
                <a:cs typeface="Hiragino Sans GB"/>
              </a:rPr>
              <a:t>拟合用于概括曲线形状，轨迹计算本身不依赖这个公式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366039-E539-44B3-95B9-6E097AADE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C98A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8C98A3"/>
                </a:solidFill>
                <a:latin typeface="Hiragino Sans GB"/>
                <a:ea typeface="Hiragino Sans GB"/>
                <a:cs typeface="Hiragino Sans GB"/>
              </a:rPr>
              <a:t>60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CF318A-7B62-406A-ADFA-98DA8DB3F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43075"/>
            <a:ext cx="10906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rPr>
              <a:t>常见形式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0C97B1-FF32-4A8F-9561-8D05DFDF1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43125"/>
            <a:ext cx="10906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rPr>
              <a:t>Sn = p0 × pⁿ × [1 − exp(−1/(bn))]，用于 n &gt; 0。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CDE474-48C5-4616-A3DB-581837A40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81325"/>
            <a:ext cx="10906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rPr>
              <a:t>参数怎样理解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9FE8BE-CA95-422A-95DB-0E55D6EE4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81375"/>
            <a:ext cx="10906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rPr>
              <a:t>p0 控制整体幅度，p 描述每次操作的指数因子，b 描述弯曲程度。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731C17-6916-41AA-95FA-600F3A916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19575"/>
            <a:ext cx="10906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rPr>
              <a:t>解释的边界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E6A5A2-AD0D-47E0-BD82-A840B4754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19625"/>
            <a:ext cx="10906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rPr>
              <a:t>它们共同描述损失曲线，p 不自动等于实际每一步的条件存活率。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654B4B-C322-4E93-8568-BDC8DFEBE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43575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rPr>
              <a:t>不确定度重抽样时，要把同一原子的整段记录一起抽取</a:t>
            </a:r>
          </a:p>
        </p:txBody>
      </p:sp>
    </p:spTree>
    <p:extLst>
      <p:ext uri="{BB962C8B-B14F-4D97-AF65-F5344CB8AC3E}">
        <p14:creationId xmlns:p14="http://schemas.microsoft.com/office/powerpoint/2010/main" val="1678534448"/>
      </p:ext>
    </p:extLst>
  </p:cSld>
</p:sld>
</file>

<file path=ppt/slides/slide6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C7E4B9-D162-46DF-839C-19E6A4337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50" b="1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rPr>
              <a:t>补充：量子态计算的三个层次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C7EFC8-50A6-49CF-BA93-59F296DBD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76325"/>
            <a:ext cx="10991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57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526575"/>
                </a:solidFill>
                <a:latin typeface="Hiragino Sans GB"/>
                <a:ea typeface="Hiragino Sans GB"/>
                <a:cs typeface="Hiragino Sans GB"/>
              </a:rPr>
              <a:t>公式用于答疑，物理含义与前面的运动过程相连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A352B9-3E39-45C8-BD52-027276F31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C98A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8C98A3"/>
                </a:solidFill>
                <a:latin typeface="Hiragino Sans GB"/>
                <a:ea typeface="Hiragino Sans GB"/>
                <a:cs typeface="Hiragino Sans GB"/>
              </a:rPr>
              <a:t>61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C027AE-7AF2-48AA-B052-3904E282E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43075"/>
            <a:ext cx="10906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rPr>
              <a:t>沿轨迹累积光移相位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F7A065-2C1E-41F4-82FB-AEF54F17E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43125"/>
            <a:ext cx="10906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rPr>
              <a:t>φ = ∫ ηU[r(t), t] / ℏ dt，光强历史决定相位历史。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15DD19-2F14-4030-BFDC-FA82E2E25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81325"/>
            <a:ext cx="10906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rPr>
              <a:t>脉冲期间计算两态演化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DD676A-C85D-4B2C-B805-C1765FEA4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81375"/>
            <a:ext cx="10906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rPr>
              <a:t>H = ℏ[Δσz + Ω(cos θ σx + sin θ σy)] / 2。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C2EC8E-AE75-4981-910C-6A119ACED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19575"/>
            <a:ext cx="10906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rPr>
              <a:t>与指定目标操作比较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44BCA6-D29D-4CDB-893D-0C0C9E91C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19625"/>
            <a:ext cx="10906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rPr>
              <a:t>Favg = {平均 |Tr(Uideal†U)|² + 2} / 6，只对幸存原子平均。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294E17-3B8A-468B-AFAF-9F11D5143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43575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rPr>
              <a:t>相位、有限脉冲与目标操作，都要说明清楚才能解释保真度</a:t>
            </a:r>
          </a:p>
        </p:txBody>
      </p:sp>
    </p:spTree>
    <p:extLst>
      <p:ext uri="{BB962C8B-B14F-4D97-AF65-F5344CB8AC3E}">
        <p14:creationId xmlns:p14="http://schemas.microsoft.com/office/powerpoint/2010/main" val="804108157"/>
      </p:ext>
    </p:extLst>
  </p:cSld>
</p:sld>
</file>

<file path=ppt/slides/slide6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0B17A0-98B5-47AC-9AF9-D7EE446F2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50" b="1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rPr>
              <a:t>补充：一颗原子的第一小步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CB6F7B-3CC8-4062-A2FF-23E57DADC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76325"/>
            <a:ext cx="10991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57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526575"/>
                </a:solidFill>
                <a:latin typeface="Hiragino Sans GB"/>
                <a:ea typeface="Hiragino Sans GB"/>
                <a:cs typeface="Hiragino Sans GB"/>
              </a:rPr>
              <a:t>一维静止阱的计算例子，用来理解数值更新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66BBB6-B4EF-4176-877E-77F61220F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C98A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8C98A3"/>
                </a:solidFill>
                <a:latin typeface="Hiragino Sans GB"/>
                <a:ea typeface="Hiragino Sans GB"/>
                <a:cs typeface="Hiragino Sans GB"/>
              </a:rPr>
              <a:t>62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1771650"/>
          <a:ext xmlns:a="http://schemas.openxmlformats.org/drawingml/2006/main" cx="10972800" cy="3571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71800"/>
                <a:gridCol w="3886200"/>
                <a:gridCol w="4114800"/>
              </a:tblGrid>
              <a:tr h="59531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679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当前或更新的量</a:t>
                      </a:r>
                    </a:p>
                  </a:txBody>
                  <a:tcPr marL="91440" marR="91440" marT="45720" marB="45720" anchor="ctr">
                    <a:solidFill>
                      <a:srgbClr val="ECF3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679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数值</a:t>
                      </a:r>
                    </a:p>
                  </a:txBody>
                  <a:tcPr marL="91440" marR="91440" marT="45720" marB="45720" anchor="ctr">
                    <a:solidFill>
                      <a:srgbClr val="ECF3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679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这一小步的含义</a:t>
                      </a:r>
                    </a:p>
                  </a:txBody>
                  <a:tcPr marL="91440" marR="91440" marT="45720" marB="45720" anchor="ctr">
                    <a:solidFill>
                      <a:srgbClr val="ECF3F7"/>
                    </a:solidFill>
                  </a:tcPr>
                </a:tc>
              </a:tr>
              <a:tr h="59531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B3A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初始位置 / 速度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B3A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0.2000 μm / 3.0000 cm/s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B3A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在阱中心右侧，并向右运动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9531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B3A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初始加速度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B3A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-4828 m/s²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B3A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力指向左侧，开始减速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9531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B3A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先更新半步速度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B3A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2.9970 cm/s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B3A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位置还没有更新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9531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B3A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更新位置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B3A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0.200375 μm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B3A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因为仍向右运动，位置略增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9531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B3A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再更新半步速度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B3A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2.9940 cm/s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B3A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使用新位置处的力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03E16B-8EA5-4ABD-AF8B-77EB3A976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43575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rPr>
              <a:t>一次只走很短的一步，重复许多步才得到完整轨迹</a:t>
            </a:r>
          </a:p>
        </p:txBody>
      </p:sp>
    </p:spTree>
    <p:extLst>
      <p:ext uri="{BB962C8B-B14F-4D97-AF65-F5344CB8AC3E}">
        <p14:creationId xmlns:p14="http://schemas.microsoft.com/office/powerpoint/2010/main" val="791476937"/>
      </p:ext>
    </p:extLst>
  </p:cSld>
</p:sld>
</file>

<file path=ppt/slides/slide6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6709CF-DD18-4175-9E38-BF6AFAB69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50" b="1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rPr>
              <a:t>补充：为什么需要这么多计算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2A97A5-1362-4FFE-9E4B-B93351ED1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76325"/>
            <a:ext cx="10991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57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526575"/>
                </a:solidFill>
                <a:latin typeface="Hiragino Sans GB"/>
                <a:ea typeface="Hiragino Sans GB"/>
                <a:cs typeface="Hiragino Sans GB"/>
              </a:rPr>
              <a:t>400 μs 短交接为例，忽略少量额外脉冲边界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832042-96A4-4A0D-A0E6-B00492049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C98A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8C98A3"/>
                </a:solidFill>
                <a:latin typeface="Hiragino Sans GB"/>
                <a:ea typeface="Hiragino Sans GB"/>
                <a:cs typeface="Hiragino Sans GB"/>
              </a:rPr>
              <a:t>63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7DCF7A-2EEF-4734-9EF8-7059E3533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43075"/>
            <a:ext cx="10906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rPr>
              <a:t>一轮有多长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1ACF8C-ABC8-42E9-BEA4-F3A79BAA8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43125"/>
            <a:ext cx="10906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rPr>
              <a:t>400 + 100 + 400 = 900 μs。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1BDEA7-3124-43F6-8102-BABEB6828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81325"/>
            <a:ext cx="10906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rPr>
              <a:t>一颗原子需要多少步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4DEB0D-8AD9-400C-B062-9AB5579D5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81375"/>
            <a:ext cx="10906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rPr>
              <a:t>每步 0.0125 μs，一轮约 72000 步，30 轮约 216 万步。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C130C7-68BC-40B1-B151-4A031A8A5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19575"/>
            <a:ext cx="10906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rPr>
              <a:t>一批原子需要多少步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8EABEF-9078-4DCE-90F2-0141CC708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19625"/>
            <a:ext cx="10906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rPr>
              <a:t>4096 颗原子全部跑满，约 88.5 亿个机械时间步。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2BF4AF-F5A1-4885-BC1B-B4F351A90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43575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rPr>
              <a:t>丢失的原子会提前结束，但统计时仍保留它的丢失记录</a:t>
            </a:r>
          </a:p>
        </p:txBody>
      </p:sp>
    </p:spTree>
    <p:extLst>
      <p:ext uri="{BB962C8B-B14F-4D97-AF65-F5344CB8AC3E}">
        <p14:creationId xmlns:p14="http://schemas.microsoft.com/office/powerpoint/2010/main" val="1173577865"/>
      </p:ext>
    </p:extLst>
  </p:cSld>
</p:sld>
</file>

<file path=ppt/slides/slide6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CA4E8B-9571-4320-BB10-9D2BC70AC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50" b="1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rPr>
              <a:t>资料来源与阅读顺序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2248EA-3424-4ECE-8704-C1627E435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76325"/>
            <a:ext cx="10991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57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526575"/>
                </a:solidFill>
                <a:latin typeface="Hiragino Sans GB"/>
                <a:ea typeface="Hiragino Sans GB"/>
                <a:cs typeface="Hiragino Sans GB"/>
              </a:rPr>
              <a:t>详细出处和数据口径保留在各页备注中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439DFC-AF29-4C2E-8F16-930140CBE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C98A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8C98A3"/>
                </a:solidFill>
                <a:latin typeface="Hiragino Sans GB"/>
                <a:ea typeface="Hiragino Sans GB"/>
                <a:cs typeface="Hiragino Sans GB"/>
              </a:rPr>
              <a:t>64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834773-F2F0-4D63-A140-CC61D7E07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43075"/>
            <a:ext cx="10906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rPr>
              <a:t>入门说明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0A2C7B-96E3-4DEA-B04E-EF4422D1E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43125"/>
            <a:ext cx="10906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rPr>
              <a:t>《蒙特卡洛模拟·大白话完整说明》，2026-09-21。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F66C35-F582-424C-BD99-A2FE55F36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14625"/>
            <a:ext cx="10906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rPr>
              <a:t>本仓库的定量证据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7DB38B-E9AE-4DFB-99A8-9C0682364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14675"/>
            <a:ext cx="10906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rPr>
              <a:t>2026-09-16 共同标定报告、参数表、逐点曲线和数值验证。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280096-3D25-4C83-B79D-9760612ED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86175"/>
            <a:ext cx="10906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rPr>
              <a:t>原始论文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5D51F1-C583-4907-8380-AD90605DA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86225"/>
            <a:ext cx="10906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rPr>
              <a:t>Manetsch 等，A tweezer array with 6100 highly coherent atomic qubits。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B9F762-6DBB-4DB2-9071-18671AF83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57725"/>
            <a:ext cx="10906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rPr>
              <a:t>噪声加热理论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9FE369-DAD0-49D5-B9B1-B42454B33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057775"/>
            <a:ext cx="10906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172B3A"/>
                </a:solidFill>
                <a:latin typeface="Hiragino Sans GB"/>
                <a:ea typeface="Hiragino Sans GB"/>
                <a:cs typeface="Hiragino Sans GB"/>
              </a:rPr>
              <a:t>Savard 等，Physical Review A 56, R1095（1997）。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8A2257-D120-4E55-8F3C-AB6A3B582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43575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7679B"/>
                </a:solidFill>
                <a:latin typeface="Hiragino Sans GB"/>
                <a:ea typeface="Hiragino Sans GB"/>
                <a:cs typeface="Hiragino Sans GB"/>
              </a:rPr>
              <a:t>实验事实、模型假设、教学示意和模拟结果均分别标注</a:t>
            </a:r>
          </a:p>
        </p:txBody>
      </p:sp>
    </p:spTree>
    <p:extLst>
      <p:ext uri="{BB962C8B-B14F-4D97-AF65-F5344CB8AC3E}">
        <p14:creationId xmlns:p14="http://schemas.microsoft.com/office/powerpoint/2010/main" val="112493729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2026-09-23T01:50:07.2140000Z</dcterms:created>
  <dcterms:modified xsi:type="dcterms:W3CDTF">2026-09-23T01:50:07.2140000Z</dcterms:modified>
</coreProperties>
</file>