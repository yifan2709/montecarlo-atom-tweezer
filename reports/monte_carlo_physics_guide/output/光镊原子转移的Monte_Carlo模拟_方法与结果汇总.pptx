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9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0.xml" ContentType="application/vnd.openxmlformats-officedocument.drawingml.chart+xml"/>
  <Override PartName="/ppt/slides/charts/chart2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4.xml" ContentType="application/vnd.openxmlformats-officedocument.drawingml.chart+xml"/>
  <Override PartName="/ppt/slides/charts/chart25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6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27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28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29.xml" ContentType="application/vnd.openxmlformats-officedocument.drawingml.chart+xml"/>
  <Override PartName="/ppt/slides/charts/chart30.xml" ContentType="application/vnd.openxmlformats-officedocument.drawingml.chart+xml"/>
  <Override PartName="/ppt/slides/charts/chart31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32.xml" ContentType="application/vnd.openxmlformats-officedocument.drawingml.chart+xml"/>
  <Override PartName="/ppt/slides/charts/chart33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34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35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36.xml" ContentType="application/vnd.openxmlformats-officedocument.drawingml.chart+xml"/>
  <Override PartName="/ppt/slides/charts/chart37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38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0e01d09c574f66" /><Relationship Type="http://schemas.openxmlformats.org/officeDocument/2006/relationships/extended-properties" Target="/docProps/app.xml" Id="R4551c8d98df24e1a" /><Relationship Type="http://schemas.openxmlformats.org/officeDocument/2006/relationships/officeDocument" Target="/ppt/presentation.xml" Id="Re7fe87ab1ba742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bf50ba2d11451e"/>
  </p:sldMasterIdLst>
  <p:notesMasterIdLst>
    <p:notesMasterId xmlns:r="http://schemas.openxmlformats.org/officeDocument/2006/relationships" r:id="R9eeaeb417d204499"/>
  </p:notesMasterIdLst>
  <p:sldIdLst>
    <p:sldId xmlns:r="http://schemas.openxmlformats.org/officeDocument/2006/relationships" id="256" r:id="R0654d1c7e34f4d69"/>
    <p:sldId xmlns:r="http://schemas.openxmlformats.org/officeDocument/2006/relationships" id="257" r:id="Ra1017e51fed14997"/>
    <p:sldId xmlns:r="http://schemas.openxmlformats.org/officeDocument/2006/relationships" id="258" r:id="R1b52dfa773124cf5"/>
    <p:sldId xmlns:r="http://schemas.openxmlformats.org/officeDocument/2006/relationships" id="259" r:id="Re423bbded9bc40b0"/>
    <p:sldId xmlns:r="http://schemas.openxmlformats.org/officeDocument/2006/relationships" id="260" r:id="R8a5deec1bfd84e43"/>
    <p:sldId xmlns:r="http://schemas.openxmlformats.org/officeDocument/2006/relationships" id="261" r:id="R5ffb27416adb409e"/>
    <p:sldId xmlns:r="http://schemas.openxmlformats.org/officeDocument/2006/relationships" id="262" r:id="Rc8ca45d17c394263"/>
    <p:sldId xmlns:r="http://schemas.openxmlformats.org/officeDocument/2006/relationships" id="263" r:id="Rf7bf05aa6e524883"/>
    <p:sldId xmlns:r="http://schemas.openxmlformats.org/officeDocument/2006/relationships" id="264" r:id="R8796df1042684e30"/>
    <p:sldId xmlns:r="http://schemas.openxmlformats.org/officeDocument/2006/relationships" id="265" r:id="R21d2c797c92c4fa4"/>
    <p:sldId xmlns:r="http://schemas.openxmlformats.org/officeDocument/2006/relationships" id="266" r:id="R4441b719a8bb4d4e"/>
    <p:sldId xmlns:r="http://schemas.openxmlformats.org/officeDocument/2006/relationships" id="267" r:id="R64a85c0347ac45a4"/>
    <p:sldId xmlns:r="http://schemas.openxmlformats.org/officeDocument/2006/relationships" id="268" r:id="R24d167c328c04647"/>
    <p:sldId xmlns:r="http://schemas.openxmlformats.org/officeDocument/2006/relationships" id="269" r:id="R1a0aba6668604eab"/>
    <p:sldId xmlns:r="http://schemas.openxmlformats.org/officeDocument/2006/relationships" id="270" r:id="R0f2e247c0d464a39"/>
    <p:sldId xmlns:r="http://schemas.openxmlformats.org/officeDocument/2006/relationships" id="271" r:id="R6876cdada07d49a5"/>
    <p:sldId xmlns:r="http://schemas.openxmlformats.org/officeDocument/2006/relationships" id="272" r:id="R56e63931da3b421d"/>
    <p:sldId xmlns:r="http://schemas.openxmlformats.org/officeDocument/2006/relationships" id="273" r:id="Rff4838c44666440d"/>
    <p:sldId xmlns:r="http://schemas.openxmlformats.org/officeDocument/2006/relationships" id="274" r:id="Rdd595455c0074cd9"/>
    <p:sldId xmlns:r="http://schemas.openxmlformats.org/officeDocument/2006/relationships" id="275" r:id="R4b90a43d61d84dc3"/>
    <p:sldId xmlns:r="http://schemas.openxmlformats.org/officeDocument/2006/relationships" id="276" r:id="Rb1569be34d374aa8"/>
    <p:sldId xmlns:r="http://schemas.openxmlformats.org/officeDocument/2006/relationships" id="277" r:id="Rc5a4c92288334222"/>
    <p:sldId xmlns:r="http://schemas.openxmlformats.org/officeDocument/2006/relationships" id="278" r:id="R1652a9e4d6d744b9"/>
    <p:sldId xmlns:r="http://schemas.openxmlformats.org/officeDocument/2006/relationships" id="279" r:id="R646f30f6224f407a"/>
    <p:sldId xmlns:r="http://schemas.openxmlformats.org/officeDocument/2006/relationships" id="280" r:id="R61a8b0c054fd4dbe"/>
    <p:sldId xmlns:r="http://schemas.openxmlformats.org/officeDocument/2006/relationships" id="281" r:id="R6de3bd2f77de48f7"/>
    <p:sldId xmlns:r="http://schemas.openxmlformats.org/officeDocument/2006/relationships" id="282" r:id="R59f58b689eb94112"/>
    <p:sldId xmlns:r="http://schemas.openxmlformats.org/officeDocument/2006/relationships" id="283" r:id="Rb52e6ce8ffe94fb4"/>
    <p:sldId xmlns:r="http://schemas.openxmlformats.org/officeDocument/2006/relationships" id="284" r:id="Rda234bbad53344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b0c922404845fe" /><Relationship Type="http://schemas.openxmlformats.org/officeDocument/2006/relationships/slideMaster" Target="/ppt/slideMasters/slideMaster1.xml" Id="R5dbf50ba2d11451e" /><Relationship Type="http://schemas.openxmlformats.org/officeDocument/2006/relationships/notesMaster" Target="/ppt/notesMasters/notesMaster1.xml" Id="R9eeaeb417d204499" /><Relationship Type="http://schemas.openxmlformats.org/officeDocument/2006/relationships/presProps" Target="/ppt/presProps.xml" Id="R6f7ec8a7e80b4550" /><Relationship Type="http://schemas.openxmlformats.org/officeDocument/2006/relationships/tableStyles" Target="/ppt/tableStyles.xml" Id="R78059e4507ce4706" /><Relationship Type="http://schemas.openxmlformats.org/officeDocument/2006/relationships/slide" Target="/ppt/slides/slide1.xml" Id="R0654d1c7e34f4d69" /><Relationship Type="http://schemas.openxmlformats.org/officeDocument/2006/relationships/slide" Target="/ppt/slides/slide2.xml" Id="Ra1017e51fed14997" /><Relationship Type="http://schemas.openxmlformats.org/officeDocument/2006/relationships/slide" Target="/ppt/slides/slide3.xml" Id="R1b52dfa773124cf5" /><Relationship Type="http://schemas.openxmlformats.org/officeDocument/2006/relationships/slide" Target="/ppt/slides/slide4.xml" Id="Re423bbded9bc40b0" /><Relationship Type="http://schemas.openxmlformats.org/officeDocument/2006/relationships/slide" Target="/ppt/slides/slide5.xml" Id="R8a5deec1bfd84e43" /><Relationship Type="http://schemas.openxmlformats.org/officeDocument/2006/relationships/slide" Target="/ppt/slides/slide6.xml" Id="R5ffb27416adb409e" /><Relationship Type="http://schemas.openxmlformats.org/officeDocument/2006/relationships/slide" Target="/ppt/slides/slide7.xml" Id="Rc8ca45d17c394263" /><Relationship Type="http://schemas.openxmlformats.org/officeDocument/2006/relationships/slide" Target="/ppt/slides/slide8.xml" Id="Rf7bf05aa6e524883" /><Relationship Type="http://schemas.openxmlformats.org/officeDocument/2006/relationships/slide" Target="/ppt/slides/slide9.xml" Id="R8796df1042684e30" /><Relationship Type="http://schemas.openxmlformats.org/officeDocument/2006/relationships/slide" Target="/ppt/slides/slide10.xml" Id="R21d2c797c92c4fa4" /><Relationship Type="http://schemas.openxmlformats.org/officeDocument/2006/relationships/slide" Target="/ppt/slides/slide11.xml" Id="R4441b719a8bb4d4e" /><Relationship Type="http://schemas.openxmlformats.org/officeDocument/2006/relationships/slide" Target="/ppt/slides/slide12.xml" Id="R64a85c0347ac45a4" /><Relationship Type="http://schemas.openxmlformats.org/officeDocument/2006/relationships/slide" Target="/ppt/slides/slide13.xml" Id="R24d167c328c04647" /><Relationship Type="http://schemas.openxmlformats.org/officeDocument/2006/relationships/slide" Target="/ppt/slides/slide14.xml" Id="R1a0aba6668604eab" /><Relationship Type="http://schemas.openxmlformats.org/officeDocument/2006/relationships/slide" Target="/ppt/slides/slide15.xml" Id="R0f2e247c0d464a39" /><Relationship Type="http://schemas.openxmlformats.org/officeDocument/2006/relationships/slide" Target="/ppt/slides/slide16.xml" Id="R6876cdada07d49a5" /><Relationship Type="http://schemas.openxmlformats.org/officeDocument/2006/relationships/slide" Target="/ppt/slides/slide17.xml" Id="R56e63931da3b421d" /><Relationship Type="http://schemas.openxmlformats.org/officeDocument/2006/relationships/slide" Target="/ppt/slides/slide18.xml" Id="Rff4838c44666440d" /><Relationship Type="http://schemas.openxmlformats.org/officeDocument/2006/relationships/slide" Target="/ppt/slides/slide19.xml" Id="Rdd595455c0074cd9" /><Relationship Type="http://schemas.openxmlformats.org/officeDocument/2006/relationships/slide" Target="/ppt/slides/slide20.xml" Id="R4b90a43d61d84dc3" /><Relationship Type="http://schemas.openxmlformats.org/officeDocument/2006/relationships/slide" Target="/ppt/slides/slide21.xml" Id="Rb1569be34d374aa8" /><Relationship Type="http://schemas.openxmlformats.org/officeDocument/2006/relationships/slide" Target="/ppt/slides/slide22.xml" Id="Rc5a4c92288334222" /><Relationship Type="http://schemas.openxmlformats.org/officeDocument/2006/relationships/slide" Target="/ppt/slides/slide23.xml" Id="R1652a9e4d6d744b9" /><Relationship Type="http://schemas.openxmlformats.org/officeDocument/2006/relationships/slide" Target="/ppt/slides/slide24.xml" Id="R646f30f6224f407a" /><Relationship Type="http://schemas.openxmlformats.org/officeDocument/2006/relationships/slide" Target="/ppt/slides/slide25.xml" Id="R61a8b0c054fd4dbe" /><Relationship Type="http://schemas.openxmlformats.org/officeDocument/2006/relationships/slide" Target="/ppt/slides/slide26.xml" Id="R6de3bd2f77de48f7" /><Relationship Type="http://schemas.openxmlformats.org/officeDocument/2006/relationships/slide" Target="/ppt/slides/slide27.xml" Id="R59f58b689eb94112" /><Relationship Type="http://schemas.openxmlformats.org/officeDocument/2006/relationships/slide" Target="/ppt/slides/slide28.xml" Id="Rb52e6ce8ffe94fb4" /><Relationship Type="http://schemas.openxmlformats.org/officeDocument/2006/relationships/slide" Target="/ppt/slides/slide29.xml" Id="Rda234bbad53344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fa82b7a50c49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ae627a9d7d4981" /><Relationship Type="http://schemas.openxmlformats.org/officeDocument/2006/relationships/notesMaster" Target="/ppt/notesMasters/notesMaster1.xml" Id="Rae3f57e9142d4a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ef3c5c75794b2c" /><Relationship Type="http://schemas.openxmlformats.org/officeDocument/2006/relationships/notesMaster" Target="/ppt/notesMasters/notesMaster1.xml" Id="R878cfe97dd3542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483e54240c47fe" /><Relationship Type="http://schemas.openxmlformats.org/officeDocument/2006/relationships/notesMaster" Target="/ppt/notesMasters/notesMaster1.xml" Id="R39613e4718b849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9eae3f30134853" /><Relationship Type="http://schemas.openxmlformats.org/officeDocument/2006/relationships/notesMaster" Target="/ppt/notesMasters/notesMaster1.xml" Id="R3bfe1429446d45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778de4657f45d7" /><Relationship Type="http://schemas.openxmlformats.org/officeDocument/2006/relationships/notesMaster" Target="/ppt/notesMasters/notesMaster1.xml" Id="R2a78bfaeca2f4d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33b7238d134f74" /><Relationship Type="http://schemas.openxmlformats.org/officeDocument/2006/relationships/notesMaster" Target="/ppt/notesMasters/notesMaster1.xml" Id="R5774d0fafb7e4a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f30f6f7f3f4a5d" /><Relationship Type="http://schemas.openxmlformats.org/officeDocument/2006/relationships/notesMaster" Target="/ppt/notesMasters/notesMaster1.xml" Id="R333de1c8e46a44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36b4d490294eb9" /><Relationship Type="http://schemas.openxmlformats.org/officeDocument/2006/relationships/notesMaster" Target="/ppt/notesMasters/notesMaster1.xml" Id="R61e7ee65341140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83ee8467cd4534" /><Relationship Type="http://schemas.openxmlformats.org/officeDocument/2006/relationships/notesMaster" Target="/ppt/notesMasters/notesMaster1.xml" Id="R35e90e3eebad42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9ad2482add449d" /><Relationship Type="http://schemas.openxmlformats.org/officeDocument/2006/relationships/notesMaster" Target="/ppt/notesMasters/notesMaster1.xml" Id="R163fbe67ca7142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bc7fc83ae14060" /><Relationship Type="http://schemas.openxmlformats.org/officeDocument/2006/relationships/notesMaster" Target="/ppt/notesMasters/notesMaster1.xml" Id="Rc611bf07381046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5fc8d865474fb0" /><Relationship Type="http://schemas.openxmlformats.org/officeDocument/2006/relationships/notesMaster" Target="/ppt/notesMasters/notesMaster1.xml" Id="R8750221feb154e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39a18225e74399" /><Relationship Type="http://schemas.openxmlformats.org/officeDocument/2006/relationships/notesMaster" Target="/ppt/notesMasters/notesMaster1.xml" Id="Rfb3ca285215147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41c6c0a98d4a26" /><Relationship Type="http://schemas.openxmlformats.org/officeDocument/2006/relationships/notesMaster" Target="/ppt/notesMasters/notesMaster1.xml" Id="R41d3b4e4a3524d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ecd7676c2b4a5f" /><Relationship Type="http://schemas.openxmlformats.org/officeDocument/2006/relationships/notesMaster" Target="/ppt/notesMasters/notesMaster1.xml" Id="R32fcb40b32f547d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1de3179ee34bb5" /><Relationship Type="http://schemas.openxmlformats.org/officeDocument/2006/relationships/notesMaster" Target="/ppt/notesMasters/notesMaster1.xml" Id="R5362d6e4a0f2434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3a18e42e6aa4db2" /><Relationship Type="http://schemas.openxmlformats.org/officeDocument/2006/relationships/notesMaster" Target="/ppt/notesMasters/notesMaster1.xml" Id="R66acb5a5a5c54ae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3926280ac2e46bc" /><Relationship Type="http://schemas.openxmlformats.org/officeDocument/2006/relationships/notesMaster" Target="/ppt/notesMasters/notesMaster1.xml" Id="R7bba9bc515e947b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4427f50ee67484e" /><Relationship Type="http://schemas.openxmlformats.org/officeDocument/2006/relationships/notesMaster" Target="/ppt/notesMasters/notesMaster1.xml" Id="Rb1eddb91c4e3458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678280a42c44f7c" /><Relationship Type="http://schemas.openxmlformats.org/officeDocument/2006/relationships/notesMaster" Target="/ppt/notesMasters/notesMaster1.xml" Id="R93ceb83d2662464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5f48971134f4920" /><Relationship Type="http://schemas.openxmlformats.org/officeDocument/2006/relationships/notesMaster" Target="/ppt/notesMasters/notesMaster1.xml" Id="R87e15c49b0fe46c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257d5c105ce4910" /><Relationship Type="http://schemas.openxmlformats.org/officeDocument/2006/relationships/notesMaster" Target="/ppt/notesMasters/notesMaster1.xml" Id="Re8e76682654f4c3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6e69459bacd41c0" /><Relationship Type="http://schemas.openxmlformats.org/officeDocument/2006/relationships/notesMaster" Target="/ppt/notesMasters/notesMaster1.xml" Id="Ra9706c1eb94c48d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3a9519c193141ce" /><Relationship Type="http://schemas.openxmlformats.org/officeDocument/2006/relationships/notesMaster" Target="/ppt/notesMasters/notesMaster1.xml" Id="R87ed439293f9450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e778422eb8045a9" /><Relationship Type="http://schemas.openxmlformats.org/officeDocument/2006/relationships/notesMaster" Target="/ppt/notesMasters/notesMaster1.xml" Id="R9c40cf112aea40e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8ddf0738ad64a26" /><Relationship Type="http://schemas.openxmlformats.org/officeDocument/2006/relationships/notesMaster" Target="/ppt/notesMasters/notesMaster1.xml" Id="Rcefbb648a0e741e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c8e1ec109e3419d" /><Relationship Type="http://schemas.openxmlformats.org/officeDocument/2006/relationships/notesMaster" Target="/ppt/notesMasters/notesMaster1.xml" Id="R9603c740448745d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3f25a554d9740a6" /><Relationship Type="http://schemas.openxmlformats.org/officeDocument/2006/relationships/notesMaster" Target="/ppt/notesMasters/notesMaster1.xml" Id="Rc111b1a3b74f487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340ce4cad534c1d" /><Relationship Type="http://schemas.openxmlformats.org/officeDocument/2006/relationships/notesMaster" Target="/ppt/notesMasters/notesMaster1.xml" Id="Ra2996d9b161144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本报告汇总光镊原子转移的Monte Carlo物理方法与已完成的结果。内容按实验问题、交接过程、初态与噪声、存活统计、实验对照以及相干性计算范围展开。正文23页，附录6页。结论说明已经得到的结果和模型适用范围，不安排后续研究或改进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是整个模拟要回答的实验问题。横轴每一次计单程，接走和送回各计一次。手工200微秒的实验只到30次，其余到60次。图只显示论文提取的中心值，误差条上下限保留在来源文件中。现在先不解释为什么，只提出要由模型回答的两个差别：衰减形状为何不同，优化波形为何保留更多原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https://arxiv.org/html/2403.12021v4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三幅图表示同一计算的逻辑顺序，不是三个独立实验。左图来自实际位点束缚初态采样的教学样本。中图是仓库历史一维600微秒放回轨迹。右图用同一个有限高斯阱表示束缚与未束缚总能量。真实计算在三维中逐颗重复这些步骤，之后将结局汇总成概率。此页用于建立总体方向，下面逐一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  <a:p xmlns:a="http://schemas.openxmlformats.org/drawingml/2006/main">
            <a:r>
              <a:t>simulation/level1_transfer_1d/outputs/level1_transfer_1d/demo/thermal_example_trajectory.csv</a:t>
            </a:r>
          </a:p>
          <a:p xmlns:a="http://schemas.openxmlformats.org/drawingml/2006/main">
            <a:r>
              <a:t>https://github.com/Yifan2709/MonteCarlo-Atom-Tweezer/blob/4d5e200/simulation/level1_transfer_1d/outputs/level1_transfer_1d/demo/thermal_example_trajectory.csv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上图是移动阱中心，下图是两束光的名义深度。接走400微秒，等待100微秒，送回400微秒。等待时SLM关闭，AOD独自束缚原子。放回是控制波形的时间反向，不是把原子的速度反向。30轮包含60次单程交接。深度以U/kB的正值表示阱深，非原子温度。边沿画为理想开关，未引入额外平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蓝线为两束光相加后的势能。左侧先只有原点的静止阱，随后移动阱在原点加深，再带着深阱移到2.4微米。实际原子是否跟随，由当时的位置、速度和受力共同决定，势阱最低点不能直接当成原子的轨迹。四幅图是解析势阱截面，不含噪声及位点差异，也没有声称它们是实验图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幅图直接读取历史一维演示的热原子轨迹，不能当成最新三维19微开尔文标定样本。灰线是AOD中心，蓝线是原子。整体趋势相似，但原子在中心附近振动；中心停止后，振动仍继续。这幅图说明必须求原子的实际运动，不能只把光镊中心轨迹当作原子轨迹。牛顿方程的逐小步推进方法在附录用公式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simulation/level1_transfer_1d/outputs/level1_transfer_1d/demo/thermal_example_trajectory.csv</a:t>
            </a:r>
          </a:p>
          <a:p xmlns:a="http://schemas.openxmlformats.org/drawingml/2006/main">
            <a:r>
              <a:t>https://github.com/Yifan2709/MonteCarlo-Atom-Tweezer/blob/4d5e200/simulation/level1_transfer_1d/outputs/level1_transfer_1d/demo/thermal_example_trajectory.csv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从同一温度下抽取180个可见样本。左图是横向位置与速度，右图比较横向与光轴方向的位置。沿光轴的束缚较弱，所以范围更宽。实际初态在各自的位点深度下抽取，并要求完整三维高斯势中的总能量小于零。初始化只做一次，后续轮次不重新抽取。这里用新教学种子，图中样本不是8192条定量结果的一个子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示例用dE=ΓE dt+√Γ E dW的精确解，Γ=10/s，初始高于阱底能量40微开尔文，八个随机实现。橙线是理论平均40 exp(Γt)。教学模型对应弱强度噪声的相位平均能量扩散，用来说明平均上升可以伴随单颗能量上下变化。正式标定直接对完整高斯势中的力施加随机扰动，三维传播，不使用这条简化能量方程。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  <a:p xmlns:a="http://schemas.openxmlformats.org/drawingml/2006/main">
            <a:r>
              <a:t>https://doi.org/10.1103/PhysRevA.56.R1095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是专门构造的离散分布，不能当作生产模型的直方图。两组均有100颗、平均高于阱底能量80微开尔文。取固定阱深140微开尔文时，能量达到或超过140的原子在该静态模型中未束缚。窄分布没有，宽分布有20颗。正式多阱时变过程仍在指定目标阱检查能量，这里只展示分布尾部为什么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里用两口分开的高斯阱解释能量判据，线条为势能，水平短线是两个示例总能量。远处势能设为零，所以目标阱中的动能加势能小于零记为束缚。零以上记为丢失，这是该模型的检查点近似，不能说每一个微小时间步都立刻执行丢失判定。等待结束在AOD中判断，送回结束在SLM中判断。示例水平线不是计算得到的粒子轨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是归档真实存活计数，不是每轮重新抽样。原子将位置和速度带入下一轮，上一轮造成的激发继续影响下一轮。丢失轨迹提前结束，不补原子，所以分母始终是8192。每一轮提供等待和放回两个检查点，即单程计数增加2。原子总能量不必单调上升，但在吸收式丢失规则下存活数只能不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初始8192颗，末点存活4260颗，丢失3932颗。相除得到52.0020%。这一步才把许多轨迹汇总成概率。8192来自两个独立新种子各4096颗。抽样误差在p约0.5时95%区间半宽约1.08个百分点，但不包含物理模型和时间步误差。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reports/movement_effects_v1_calibration_20260916/VALIDATION.md</a:t>
            </a:r>
          </a:p>
          <a:p xmlns:a="http://schemas.openxmlformats.org/drawingml/2006/main">
            <a:r>
              <a:t>https://github.com/Yifan2709/MonteCarlo-Atom-Tweezer/blob/4d5e200/reports/movement_effects_v1_calibration_20260916/VALIDATION.md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两图由归档的手工三次位置曲线、48%二次加深阶段和PDF提取的优化控制点计算。优化节点用原来的三次样条，不额外夹紧导数或平滑。温度、束腰和噪声共用，200/400/600手工仅改变时长。避免一条曲线配一套温度或噪声。优化曲线控制的是阱中心与深度，原子轨迹仍需要另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  <a:p xmlns:a="http://schemas.openxmlformats.org/drawingml/2006/main">
            <a:r>
              <a:t>reports/movement_effects_v1_calibration_20260916/ml_vector_nodes.json</a:t>
            </a:r>
          </a:p>
          <a:p xmlns:a="http://schemas.openxmlformats.org/drawingml/2006/main">
            <a:r>
              <a:t>https://github.com/Yifan2709/MonteCarlo-Atom-Tweezer/blob/4d5e200/reports/movement_effects_v1_calibration_20260916/ml_vector_nodes.json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最终共同模型相对旧基线的RMSE从19.11下降至2.76个百分点。但不能将全部改善归因于噪声，因为同时确认了手工控制曲线、谱系数和初态条件等问题。这里显示实验散点中心值，最大点偏差4.47个百分点，仍未全部进入±2个百分点参照带。曲线的30次以后没有实验散点，未展示或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本组是剩余差距最明显的一组。n&gt;20的平均残差约+9.99个百分点，总RMSE6.54，相比基线6.43没有整体改善。后期过多原子留在模型中，不能用另三条曲线的改善掩盖。图只显示实验中心值，不构造实验似然或统计通过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左手工600微秒RMSE3.44个百分点，右优化400微秒3.19个百分点。二者的早期与后期平均残差均偏负，意味着模拟损失略多。图中是实验中心值，不显示误差条。缩放范围一致，便于比较两种操作的结果。详细每点残差见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RMSE是把各点偏差平方后平均再开方，单位是百分点。四组分别比较，不能只报联合平均。旧基线与最终模型用的参考散点及归一化相同。此处误差是模拟和实验的差距，不是模拟自身统计误差。±2个百分点仍是比较参照，而非由论文误差条推导的严格验收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直接从point_residuals.csv取末点：手工400实验约41.4%，600约57.3%。归档报告正文写41.8%与CSV有小差别，此处以原散点CSV为准。最终模拟400约52.0%，600约52.7%。这是模型对操作时长的相对反应仍不正确的具体表现，不只是整体曲线上下平移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局部选参对照为T19微开尔文、束腰1.11微米、N2048、同seed。RIN由5.75e-9增大到6.5e-9/Hz，400的RMSE6.86到5.39，600由2.71到5.83，优化400由3.37到4.37。这一对照反映了不同波形对同一噪声变化的不同响应。此页数值来自选参对照，样本池与上一页8192最终验证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一个箭头代表一次轨迹中两个内部态的相对相位。这里用单位圆上的数值线段表示8个相位。左侧全部同向，中间共同转90度，右侧在圆周等间隔分散。共同相位偏移会改变条纹位置，但不降低C；彼此分散使平均向量变短。不同原子不需要相互干涉，统计可以是同一个位点的重复实验。图为精确构造示例，非本次计算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simulation/level2_joint_transfer/src/level4_roundtrip_coherence/dephasing.py</a:t>
            </a:r>
          </a:p>
          <a:p xmlns:a="http://schemas.openxmlformats.org/drawingml/2006/main">
            <a:r>
              <a:t>https://github.com/Yifan2709/MonteCarlo-Atom-Tweezer/blob/4d5e200/simulation/level2_joint_transfer/src/level4_roundtrip_coherence/dephasing.py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用三种固定失谐比较自由相位与理想回波后的残余相位。中间施加瞬时π脉冲，相位误差在后半程以相反符号累积，末端抵消。图取相对时间0到1，不是具体脉冲实验数据。运输过程中的光移随位置和光强改变，所以真实回波未必完全抵消。仓库有限脉冲计算还保留约20.3微秒脉冲期间的原子运动，需要传播内部量子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simulation/level2_joint_transfer/src/level4_roundtrip_coherence/dephasing.py</a:t>
            </a:r>
          </a:p>
          <a:p xmlns:a="http://schemas.openxmlformats.org/drawingml/2006/main">
            <a:r>
              <a:t>https://github.com/Yifan2709/MonteCarlo-Atom-Tweezer/blob/4d5e200/simulation/level2_joint_transfer/src/level4_roundtrip_coherence/dephasing.py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左列是最新随机扩散存活标定实际输出。右列是仓库已有相干性扩展能够计算的量，但它没有与本次最终噪声条件一起完成新的联合验证。内部态模型的η=1.3e-4仍是简化假设。使用半经典路径，没有求完整运动波函数，也没有自旋相关力对运动的反馈。读者不能把两批结果合成一次已经完成的联合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  <a:p xmlns:a="http://schemas.openxmlformats.org/drawingml/2006/main">
            <a:r>
              <a:t>simulation/level2_joint_transfer/src/continuous_transfer/cli.py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https://github.com/Yifan2709/MonteCarlo-Atom-Tweezer/blob/4d5e200/simulation/level2_joint_transfer/src/continuous_transfer/cli.py</a:t>
            </a:r>
          </a:p>
          <a:p xmlns:a="http://schemas.openxmlformats.org/drawingml/2006/main">
            <a:r>
              <a:t>simulation/level2_joint_transfer/src/level4_roundtrip_coherence/dephasing.py</a:t>
            </a:r>
          </a:p>
          <a:p xmlns:a="http://schemas.openxmlformats.org/drawingml/2006/main">
            <a:r>
              <a:t>https://github.com/Yifan2709/MonteCarlo-Atom-Tweezer/blob/4d5e200/simulation/level2_joint_transfer/src/level4_roundtrip_coherence/dephasing.py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结束时回到第一页提出的问题。每条轨迹由初态、时变势和噪声决定，检查点将它转成留下或丢失，多次抽样给出存活曲线。最后不能只说拟合成功：三条明显改善，400微秒后期仍高估。右侧用四组真实实验末点与模拟末点对照，200取n30其余取n60。相干性部分描述内部态的相位变化，与本次存活标定结果分开解释。这里汇总已完成工作的结论，不延伸为后续任务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最终温度19微开尔文，名义束腰1.11微米，AOD单边相对强度噪声谱5.75e-9/Hz。SLM短时间近似安静，声透镜在短途近似下关闭。束腰已经在探索范围边界。两批新种子各4096原子，机械步长0.0125微秒，噪声间隔0.05微秒。位点差异和对准抖动按原归档固定，不单独按曲线调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曲线为束腰1.17微米、140微开尔文、波长1061纳米的说明性截面，与最终1.11微米参数分开。横向高斯衰减，沿光轴按瑞利长度变化。轴向较宽且曲率较低，所以束缚较弱。仅计算沿搬运方向的一维轨迹会漏掉横向和轴向能量交换或逃逸。空间运动采用经典粒子近似，不求完整运动波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第一行势能决定力，第二行牛顿方程决定轨迹，第三行目标阱能量给检查点束缚判据，第四行将保留轨迹计数变成存活比例。数值上用半步速度、一步位置、再半步速度反复推进，随机增量另按指定噪声间隔加入。每个时间步越小，越接近连续运动，但必须检查步长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左图是p=0.5时二项独立抽样的近似95%半宽1.96 sqrt[p(1-p)/N]，不是实验误差也不包含模型误差。右图读取VALIDATION.md中的噪声间隔从0.05减为0.025微秒时最大存活率差，分别1.123、1.050、1.440、0.708个百分点。机械步长固定0.0125。噪声路径不做Brownian bridge耦合，所以是分布比较，不能要求单颗轨迹相同。机械步减半另有约0.68至2.12个百分点的差异，不能据此宣称亚百分点精度。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reports/movement_effects_v1_calibration_20260916/VALIDATION.md</a:t>
            </a:r>
          </a:p>
          <a:p xmlns:a="http://schemas.openxmlformats.org/drawingml/2006/main">
            <a:r>
              <a:t>https://github.com/Yifan2709/MonteCarlo-Atom-Tweezer/blob/4d5e200/reports/movement_effects_v1_calibration_20260916/VALIDATION.md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图为单束像散高斯光的轴向势能，两个正交方向的焦点从重合到分别偏移正负zR、正负2zR。它不是两束独立AOD光的势叠加。快速扫频可以造成柱面透镜效应，降低或改变束缚。最终短交接标定采用关闭透镜近似，长距离扩展属于另一协议，不能混入Fig6d短交接曲线比较。图参数为教学用280微开尔文、1.17微米、1055纳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  <a:p xmlns:a="http://schemas.openxmlformats.org/drawingml/2006/main">
            <a:r>
              <a:t>https://arxiv.org/html/2403.12021v4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所有定量实验对照直接读取归档CSV，没有重新运行全套标定。新增初态散点、势阱截面、噪声能量示意和相位示意在对应页面明确标为教学说明。历史单轨迹标明一维、600微秒和5微开尔文。数据来源冻结在4d5e200读取基准，原报告5bae8b0保留。源数据和构建脚本随报告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docs/monte_carlo_plain_guide.md</a:t>
            </a:r>
          </a:p>
          <a:p xmlns:a="http://schemas.openxmlformats.org/drawingml/2006/main">
            <a:r>
              <a:t>https://github.com/Yifan2709/MonteCarlo-Atom-Tweezer/blob/4d5e200/docs/monte_carlo_plain_guide.md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https://arxiv.org/html/2403.12021v4</a:t>
            </a:r>
          </a:p>
          <a:p xmlns:a="http://schemas.openxmlformats.org/drawingml/2006/main">
            <a:r>
              <a:t>https://doi.org/10.1103/PhysRevA.56.R1095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e1c5ce35f841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73d467334b4049" /><Relationship Type="http://schemas.openxmlformats.org/officeDocument/2006/relationships/slideLayout" Target="/ppt/slideLayouts/slideLayout1.xml" Id="Reac4ec924c2849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c4ec924c2849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60ba04a3d4405" /><Relationship Type="http://schemas.openxmlformats.org/officeDocument/2006/relationships/notesSlide" Target="/ppt/notesSlides/notesSlide1.xml" Id="R153c66ee38d44e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b1b89ffb742a6" /><Relationship Type="http://schemas.openxmlformats.org/officeDocument/2006/relationships/chart" Target="/ppt/slides/charts/chart1.xml" Id="R7732378099a34dba" /><Relationship Type="http://schemas.openxmlformats.org/officeDocument/2006/relationships/notesSlide" Target="/ppt/notesSlides/notesSlide2.xml" Id="Rcb33a12106eb4d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17ae48ae44c5c" /><Relationship Type="http://schemas.openxmlformats.org/officeDocument/2006/relationships/chart" Target="/ppt/slides/charts/chart2.xml" Id="Rb0e5a11b861b42dd" /><Relationship Type="http://schemas.openxmlformats.org/officeDocument/2006/relationships/chart" Target="/ppt/slides/charts/chart3.xml" Id="R37a4233e6f3d4ef9" /><Relationship Type="http://schemas.openxmlformats.org/officeDocument/2006/relationships/chart" Target="/ppt/slides/charts/chart4.xml" Id="Rd513c347e39b4f66" /><Relationship Type="http://schemas.openxmlformats.org/officeDocument/2006/relationships/notesSlide" Target="/ppt/notesSlides/notesSlide3.xml" Id="R395339ff8ecc4a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e64741bdd4db3" /><Relationship Type="http://schemas.openxmlformats.org/officeDocument/2006/relationships/chart" Target="/ppt/slides/charts/chart5.xml" Id="R8e2028bc407040b9" /><Relationship Type="http://schemas.openxmlformats.org/officeDocument/2006/relationships/chart" Target="/ppt/slides/charts/chart6.xml" Id="R89d52389fa41401b" /><Relationship Type="http://schemas.openxmlformats.org/officeDocument/2006/relationships/notesSlide" Target="/ppt/notesSlides/notesSlide4.xml" Id="R4ddac05675674f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22211e0b44c39" /><Relationship Type="http://schemas.openxmlformats.org/officeDocument/2006/relationships/chart" Target="/ppt/slides/charts/chart7.xml" Id="R6cc43284fbb645aa" /><Relationship Type="http://schemas.openxmlformats.org/officeDocument/2006/relationships/chart" Target="/ppt/slides/charts/chart8.xml" Id="R718c2f6323724850" /><Relationship Type="http://schemas.openxmlformats.org/officeDocument/2006/relationships/chart" Target="/ppt/slides/charts/chart9.xml" Id="R0e1879e1ed514cb6" /><Relationship Type="http://schemas.openxmlformats.org/officeDocument/2006/relationships/chart" Target="/ppt/slides/charts/chart10.xml" Id="R55b1b6ac0de64ca3" /><Relationship Type="http://schemas.openxmlformats.org/officeDocument/2006/relationships/notesSlide" Target="/ppt/notesSlides/notesSlide5.xml" Id="Rf65990c3822a4c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c029c069e4923" /><Relationship Type="http://schemas.openxmlformats.org/officeDocument/2006/relationships/chart" Target="/ppt/slides/charts/chart11.xml" Id="R23f7cfa5382a4c54" /><Relationship Type="http://schemas.openxmlformats.org/officeDocument/2006/relationships/notesSlide" Target="/ppt/notesSlides/notesSlide6.xml" Id="R2ef2ddaa9df047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c5d1585dd47a9" /><Relationship Type="http://schemas.openxmlformats.org/officeDocument/2006/relationships/chart" Target="/ppt/slides/charts/chart12.xml" Id="R25316871ce144bb3" /><Relationship Type="http://schemas.openxmlformats.org/officeDocument/2006/relationships/chart" Target="/ppt/slides/charts/chart13.xml" Id="R8c6dbfee79384c57" /><Relationship Type="http://schemas.openxmlformats.org/officeDocument/2006/relationships/notesSlide" Target="/ppt/notesSlides/notesSlide7.xml" Id="Ra4ee7fcb37a44b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ee939f56e4e15" /><Relationship Type="http://schemas.openxmlformats.org/officeDocument/2006/relationships/chart" Target="/ppt/slides/charts/chart14.xml" Id="R16b83ae866b84832" /><Relationship Type="http://schemas.openxmlformats.org/officeDocument/2006/relationships/notesSlide" Target="/ppt/notesSlides/notesSlide8.xml" Id="R47402d7837c843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ad6ccdc9e421a" /><Relationship Type="http://schemas.openxmlformats.org/officeDocument/2006/relationships/chart" Target="/ppt/slides/charts/chart15.xml" Id="R2ee174f46a04456b" /><Relationship Type="http://schemas.openxmlformats.org/officeDocument/2006/relationships/notesSlide" Target="/ppt/notesSlides/notesSlide9.xml" Id="R3c0febad8a424f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8f871a573437b" /><Relationship Type="http://schemas.openxmlformats.org/officeDocument/2006/relationships/chart" Target="/ppt/slides/charts/chart16.xml" Id="R62eae584219345c9" /><Relationship Type="http://schemas.openxmlformats.org/officeDocument/2006/relationships/chart" Target="/ppt/slides/charts/chart17.xml" Id="R66a253245838457b" /><Relationship Type="http://schemas.openxmlformats.org/officeDocument/2006/relationships/notesSlide" Target="/ppt/notesSlides/notesSlide10.xml" Id="Re3413532295744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0e575117c4ff9" /><Relationship Type="http://schemas.openxmlformats.org/officeDocument/2006/relationships/chart" Target="/ppt/slides/charts/chart18.xml" Id="R0e5530df7cd74ab1" /><Relationship Type="http://schemas.openxmlformats.org/officeDocument/2006/relationships/notesSlide" Target="/ppt/notesSlides/notesSlide11.xml" Id="R83417c4973ab48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4de0dbdb74037" /><Relationship Type="http://schemas.openxmlformats.org/officeDocument/2006/relationships/chart" Target="/ppt/slides/charts/chart19.xml" Id="R4eeac32adcbc4f22" /><Relationship Type="http://schemas.openxmlformats.org/officeDocument/2006/relationships/notesSlide" Target="/ppt/notesSlides/notesSlide12.xml" Id="Ra7963cde2e2542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e68b874e94e97" /><Relationship Type="http://schemas.openxmlformats.org/officeDocument/2006/relationships/chart" Target="/ppt/slides/charts/chart20.xml" Id="Rcc67f9151ddf4b1a" /><Relationship Type="http://schemas.openxmlformats.org/officeDocument/2006/relationships/chart" Target="/ppt/slides/charts/chart21.xml" Id="Rcf504e55cc864ee8" /><Relationship Type="http://schemas.openxmlformats.org/officeDocument/2006/relationships/notesSlide" Target="/ppt/notesSlides/notesSlide13.xml" Id="R6362637c9a0e44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3c6b797fa4d43" /><Relationship Type="http://schemas.openxmlformats.org/officeDocument/2006/relationships/chart" Target="/ppt/slides/charts/chart22.xml" Id="R463950e1bef644bd" /><Relationship Type="http://schemas.openxmlformats.org/officeDocument/2006/relationships/notesSlide" Target="/ppt/notesSlides/notesSlide14.xml" Id="R0a23adce25dd45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26e47e892409d" /><Relationship Type="http://schemas.openxmlformats.org/officeDocument/2006/relationships/chart" Target="/ppt/slides/charts/chart23.xml" Id="R471b0733bd27475d" /><Relationship Type="http://schemas.openxmlformats.org/officeDocument/2006/relationships/notesSlide" Target="/ppt/notesSlides/notesSlide15.xml" Id="Rd202346d7c0e4db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66f19a7794c13" /><Relationship Type="http://schemas.openxmlformats.org/officeDocument/2006/relationships/chart" Target="/ppt/slides/charts/chart24.xml" Id="R64397667e8a54662" /><Relationship Type="http://schemas.openxmlformats.org/officeDocument/2006/relationships/chart" Target="/ppt/slides/charts/chart25.xml" Id="R46873d55ae2e4345" /><Relationship Type="http://schemas.openxmlformats.org/officeDocument/2006/relationships/notesSlide" Target="/ppt/notesSlides/notesSlide16.xml" Id="Rdb786a8aed7f4a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10049473c426d" /><Relationship Type="http://schemas.openxmlformats.org/officeDocument/2006/relationships/chart" Target="/ppt/slides/charts/chart26.xml" Id="Re45e5841ac694939" /><Relationship Type="http://schemas.openxmlformats.org/officeDocument/2006/relationships/notesSlide" Target="/ppt/notesSlides/notesSlide17.xml" Id="Rb78aef4dcb1b491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16ee7e3a64f5d" /><Relationship Type="http://schemas.openxmlformats.org/officeDocument/2006/relationships/chart" Target="/ppt/slides/charts/chart27.xml" Id="Re33c9db934014c66" /><Relationship Type="http://schemas.openxmlformats.org/officeDocument/2006/relationships/notesSlide" Target="/ppt/notesSlides/notesSlide18.xml" Id="Rfaadeb794dfb4a0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837511ec442e8" /><Relationship Type="http://schemas.openxmlformats.org/officeDocument/2006/relationships/chart" Target="/ppt/slides/charts/chart28.xml" Id="R84ceb2dd9848462d" /><Relationship Type="http://schemas.openxmlformats.org/officeDocument/2006/relationships/notesSlide" Target="/ppt/notesSlides/notesSlide19.xml" Id="Rf2446b3c57264bc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6d5b15af948bc" /><Relationship Type="http://schemas.openxmlformats.org/officeDocument/2006/relationships/chart" Target="/ppt/slides/charts/chart29.xml" Id="R5478d2a585dd475a" /><Relationship Type="http://schemas.openxmlformats.org/officeDocument/2006/relationships/chart" Target="/ppt/slides/charts/chart30.xml" Id="R92375412e5a4441d" /><Relationship Type="http://schemas.openxmlformats.org/officeDocument/2006/relationships/chart" Target="/ppt/slides/charts/chart31.xml" Id="Ra14888acf9854e7b" /><Relationship Type="http://schemas.openxmlformats.org/officeDocument/2006/relationships/notesSlide" Target="/ppt/notesSlides/notesSlide20.xml" Id="Rae99e5239d9d467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817d7bd274464" /><Relationship Type="http://schemas.openxmlformats.org/officeDocument/2006/relationships/chart" Target="/ppt/slides/charts/chart32.xml" Id="Rc3d68c7154c145da" /><Relationship Type="http://schemas.openxmlformats.org/officeDocument/2006/relationships/chart" Target="/ppt/slides/charts/chart33.xml" Id="Rf8230eb13cf8447a" /><Relationship Type="http://schemas.openxmlformats.org/officeDocument/2006/relationships/notesSlide" Target="/ppt/notesSlides/notesSlide21.xml" Id="Rc2f985f8ab04478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2601fd4f8483f" /><Relationship Type="http://schemas.openxmlformats.org/officeDocument/2006/relationships/notesSlide" Target="/ppt/notesSlides/notesSlide22.xml" Id="R23828a67934f413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c721ab2e44bba" /><Relationship Type="http://schemas.openxmlformats.org/officeDocument/2006/relationships/chart" Target="/ppt/slides/charts/chart34.xml" Id="R241f4bb490f8421c" /><Relationship Type="http://schemas.openxmlformats.org/officeDocument/2006/relationships/notesSlide" Target="/ppt/notesSlides/notesSlide23.xml" Id="R8b2618b0909b443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8a53ea92e4d0f" /><Relationship Type="http://schemas.openxmlformats.org/officeDocument/2006/relationships/notesSlide" Target="/ppt/notesSlides/notesSlide24.xml" Id="Rddcb5634959d458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37a5df1bf411e" /><Relationship Type="http://schemas.openxmlformats.org/officeDocument/2006/relationships/chart" Target="/ppt/slides/charts/chart35.xml" Id="R5f73eb316ed249c5" /><Relationship Type="http://schemas.openxmlformats.org/officeDocument/2006/relationships/notesSlide" Target="/ppt/notesSlides/notesSlide25.xml" Id="R91101487aee1476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64a7c2bb34225" /><Relationship Type="http://schemas.openxmlformats.org/officeDocument/2006/relationships/notesSlide" Target="/ppt/notesSlides/notesSlide26.xml" Id="R5e3e291e75ac4d8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bf5443f684c27" /><Relationship Type="http://schemas.openxmlformats.org/officeDocument/2006/relationships/chart" Target="/ppt/slides/charts/chart36.xml" Id="Rdecd449083934683" /><Relationship Type="http://schemas.openxmlformats.org/officeDocument/2006/relationships/chart" Target="/ppt/slides/charts/chart37.xml" Id="R6ca5d5b93d6a4814" /><Relationship Type="http://schemas.openxmlformats.org/officeDocument/2006/relationships/notesSlide" Target="/ppt/notesSlides/notesSlide27.xml" Id="Rfc7b3eb7fa47413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57b2a01534af6" /><Relationship Type="http://schemas.openxmlformats.org/officeDocument/2006/relationships/chart" Target="/ppt/slides/charts/chart38.xml" Id="Rc0f7ecce7dd5490a" /><Relationship Type="http://schemas.openxmlformats.org/officeDocument/2006/relationships/notesSlide" Target="/ppt/notesSlides/notesSlide28.xml" Id="Rf349a2065a9a4ae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2fa0d90134cb2" /><Relationship Type="http://schemas.openxmlformats.org/officeDocument/2006/relationships/notesSlide" Target="/ppt/notesSlides/notesSlide29.xml" Id="Rdc09e7091bc544c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_rels/chart18.xml.rels><Relationships xmlns="http://schemas.openxmlformats.org/package/2006/relationships"><Relationship Id="rIdChartSnapshot1" Type="http://schemas.openxmlformats.org/officeDocument/2006/relationships/package" Target="../../embeddings/chart-data-snapshot-018.xlsx"/></Relationships>
</file>

<file path=ppt/slides/charts/_rels/chart19.xml.rels><Relationships xmlns="http://schemas.openxmlformats.org/package/2006/relationships"><Relationship Id="rIdChartSnapshot1" Type="http://schemas.openxmlformats.org/officeDocument/2006/relationships/package" Target="../../embeddings/chart-data-snapshot-019.xlsx"/></Relationships>
</file>

<file path=ppt/slides/charts/_rels/chart20.xml.rels><Relationships xmlns="http://schemas.openxmlformats.org/package/2006/relationships"><Relationship Id="rIdChartSnapshot1" Type="http://schemas.openxmlformats.org/officeDocument/2006/relationships/package" Target="../../embeddings/chart-data-snapshot-020.xlsx"/></Relationships>
</file>

<file path=ppt/slides/charts/_rels/chart21.xml.rels><Relationships xmlns="http://schemas.openxmlformats.org/package/2006/relationships"><Relationship Id="rIdChartSnapshot1" Type="http://schemas.openxmlformats.org/officeDocument/2006/relationships/package" Target="../../embeddings/chart-data-snapshot-021.xlsx"/></Relationships>
</file>

<file path=ppt/slides/charts/_rels/chart22.xml.rels><Relationships xmlns="http://schemas.openxmlformats.org/package/2006/relationships"><Relationship Id="rIdChartSnapshot1" Type="http://schemas.openxmlformats.org/officeDocument/2006/relationships/package" Target="../../embeddings/chart-data-snapshot-022.xlsx"/></Relationships>
</file>

<file path=ppt/slides/charts/_rels/chart23.xml.rels><Relationships xmlns="http://schemas.openxmlformats.org/package/2006/relationships"><Relationship Id="rIdChartSnapshot1" Type="http://schemas.openxmlformats.org/officeDocument/2006/relationships/package" Target="../../embeddings/chart-data-snapshot-023.xlsx"/></Relationships>
</file>

<file path=ppt/slides/charts/_rels/chart24.xml.rels><Relationships xmlns="http://schemas.openxmlformats.org/package/2006/relationships"><Relationship Id="rIdChartSnapshot1" Type="http://schemas.openxmlformats.org/officeDocument/2006/relationships/package" Target="../../embeddings/chart-data-snapshot-024.xlsx"/></Relationships>
</file>

<file path=ppt/slides/charts/_rels/chart25.xml.rels><Relationships xmlns="http://schemas.openxmlformats.org/package/2006/relationships"><Relationship Id="rIdChartSnapshot1" Type="http://schemas.openxmlformats.org/officeDocument/2006/relationships/package" Target="../../embeddings/chart-data-snapshot-025.xlsx"/></Relationships>
</file>

<file path=ppt/slides/charts/_rels/chart26.xml.rels><Relationships xmlns="http://schemas.openxmlformats.org/package/2006/relationships"><Relationship Id="rIdChartSnapshot1" Type="http://schemas.openxmlformats.org/officeDocument/2006/relationships/package" Target="../../embeddings/chart-data-snapshot-026.xlsx"/></Relationships>
</file>

<file path=ppt/slides/charts/_rels/chart27.xml.rels><Relationships xmlns="http://schemas.openxmlformats.org/package/2006/relationships"><Relationship Id="rIdChartSnapshot1" Type="http://schemas.openxmlformats.org/officeDocument/2006/relationships/package" Target="../../embeddings/chart-data-snapshot-027.xlsx"/></Relationships>
</file>

<file path=ppt/slides/charts/_rels/chart28.xml.rels><Relationships xmlns="http://schemas.openxmlformats.org/package/2006/relationships"><Relationship Id="rIdChartSnapshot1" Type="http://schemas.openxmlformats.org/officeDocument/2006/relationships/package" Target="../../embeddings/chart-data-snapshot-028.xlsx"/></Relationships>
</file>

<file path=ppt/slides/charts/_rels/chart29.xml.rels><Relationships xmlns="http://schemas.openxmlformats.org/package/2006/relationships"><Relationship Id="rIdChartSnapshot1" Type="http://schemas.openxmlformats.org/officeDocument/2006/relationships/package" Target="../../embeddings/chart-data-snapshot-029.xlsx"/></Relationships>
</file>

<file path=ppt/slides/charts/_rels/chart30.xml.rels><Relationships xmlns="http://schemas.openxmlformats.org/package/2006/relationships"><Relationship Id="rIdChartSnapshot1" Type="http://schemas.openxmlformats.org/officeDocument/2006/relationships/package" Target="../../embeddings/chart-data-snapshot-030.xlsx"/></Relationships>
</file>

<file path=ppt/slides/charts/_rels/chart31.xml.rels><Relationships xmlns="http://schemas.openxmlformats.org/package/2006/relationships"><Relationship Id="rIdChartSnapshot1" Type="http://schemas.openxmlformats.org/officeDocument/2006/relationships/package" Target="../../embeddings/chart-data-snapshot-031.xlsx"/></Relationships>
</file>

<file path=ppt/slides/charts/_rels/chart32.xml.rels><Relationships xmlns="http://schemas.openxmlformats.org/package/2006/relationships"><Relationship Id="rIdChartSnapshot1" Type="http://schemas.openxmlformats.org/officeDocument/2006/relationships/package" Target="../../embeddings/chart-data-snapshot-032.xlsx"/></Relationships>
</file>

<file path=ppt/slides/charts/_rels/chart33.xml.rels><Relationships xmlns="http://schemas.openxmlformats.org/package/2006/relationships"><Relationship Id="rIdChartSnapshot1" Type="http://schemas.openxmlformats.org/officeDocument/2006/relationships/package" Target="../../embeddings/chart-data-snapshot-033.xlsx"/></Relationships>
</file>

<file path=ppt/slides/charts/_rels/chart34.xml.rels><Relationships xmlns="http://schemas.openxmlformats.org/package/2006/relationships"><Relationship Id="rIdChartSnapshot1" Type="http://schemas.openxmlformats.org/officeDocument/2006/relationships/package" Target="../../embeddings/chart-data-snapshot-034.xlsx"/></Relationships>
</file>

<file path=ppt/slides/charts/_rels/chart35.xml.rels><Relationships xmlns="http://schemas.openxmlformats.org/package/2006/relationships"><Relationship Id="rIdChartSnapshot1" Type="http://schemas.openxmlformats.org/officeDocument/2006/relationships/package" Target="../../embeddings/chart-data-snapshot-035.xlsx"/></Relationships>
</file>

<file path=ppt/slides/charts/_rels/chart36.xml.rels><Relationships xmlns="http://schemas.openxmlformats.org/package/2006/relationships"><Relationship Id="rIdChartSnapshot1" Type="http://schemas.openxmlformats.org/officeDocument/2006/relationships/package" Target="../../embeddings/chart-data-snapshot-036.xlsx"/></Relationships>
</file>

<file path=ppt/slides/charts/_rels/chart37.xml.rels><Relationships xmlns="http://schemas.openxmlformats.org/package/2006/relationships"><Relationship Id="rIdChartSnapshot1" Type="http://schemas.openxmlformats.org/officeDocument/2006/relationships/package" Target="../../embeddings/chart-data-snapshot-037.xlsx"/></Relationships>
</file>

<file path=ppt/slides/charts/_rels/chart38.xml.rels><Relationships xmlns="http://schemas.openxmlformats.org/package/2006/relationships"><Relationship Id="rIdChartSnapshot1" Type="http://schemas.openxmlformats.org/officeDocument/2006/relationships/package" Target="../../embeddings/chart-data-snapshot-03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手工 200 μs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0">
              <a:solidFill>
                <a:srgbClr val="186DA0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186DA0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</c:numCache>
            </c:numRef>
          </c:xVal>
          <c:yVal>
            <c:numRef>
              <c:f>'Chart Data'!$B$2:$B$8</c:f>
              <c:numCache>
                <c:formatCode>0%</c:formatCode>
                <c:ptCount val="7"/>
                <c:pt idx="0">
                  <c:v>0.986698952753</c:v>
                </c:pt>
                <c:pt idx="1">
                  <c:v>0.958271915622</c:v>
                </c:pt>
                <c:pt idx="2">
                  <c:v>0.848354038716</c:v>
                </c:pt>
                <c:pt idx="3">
                  <c:v>0.717196602709</c:v>
                </c:pt>
                <c:pt idx="4">
                  <c:v>0.623527760607</c:v>
                </c:pt>
                <c:pt idx="5">
                  <c:v>0.526482769157</c:v>
                </c:pt>
                <c:pt idx="6">
                  <c:v>0.342366815828</c:v>
                </c:pt>
              </c:numCache>
            </c:numRef>
          </c:yVal>
        </c:ser>
        <c:ser>
          <c:idx val="1"/>
          <c:order val="1"/>
          <c:tx>
            <c:v>手工 400 μs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square"/>
            <c:size val="9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Data'!$D$2:$D$11</c:f>
              <c:numCache>
                <c:formatCode>0%</c:formatCode>
                <c:ptCount val="10"/>
                <c:pt idx="0">
                  <c:v>0.991654381942</c:v>
                </c:pt>
                <c:pt idx="1">
                  <c:v>0.98380711589</c:v>
                </c:pt>
                <c:pt idx="2">
                  <c:v>0.959451111237</c:v>
                </c:pt>
                <c:pt idx="3">
                  <c:v>0.918593387005</c:v>
                </c:pt>
                <c:pt idx="4">
                  <c:v>0.874577103092</c:v>
                </c:pt>
                <c:pt idx="5">
                  <c:v>0.823941881891</c:v>
                </c:pt>
                <c:pt idx="6">
                  <c:v>0.689822418805</c:v>
                </c:pt>
                <c:pt idx="7">
                  <c:v>0.583315786354</c:v>
                </c:pt>
                <c:pt idx="8">
                  <c:v>0.492644066439</c:v>
                </c:pt>
                <c:pt idx="9">
                  <c:v>0.414360919495</c:v>
                </c:pt>
              </c:numCache>
            </c:numRef>
          </c:yVal>
        </c:ser>
        <c:ser>
          <c:idx val="2"/>
          <c:order val="2"/>
          <c:tx>
            <c:v>手工 600 μs</c:v>
          </c:tx>
          <c:spPr>
            <a:solidFill xmlns:a="http://schemas.openxmlformats.org/drawingml/2006/main">
              <a:srgbClr val="21877A"/>
            </a:solidFill>
            <a:ln xmlns:a="http://schemas.openxmlformats.org/drawingml/2006/main" w="0">
              <a:solidFill>
                <a:srgbClr val="21877A"/>
              </a:solidFill>
            </a:ln>
          </c:spPr>
          <c:marker>
            <c:symbol val="triangle"/>
            <c:size val="9"/>
            <c:spPr>
              <a:solidFill xmlns:a="http://schemas.openxmlformats.org/drawingml/2006/main">
                <a:srgbClr val="21877A"/>
              </a:solidFill>
            </c:spPr>
          </c:marker>
          <c:xVal>
            <c:numRef>
              <c:f>'Chart Data'!$E$2:$E$11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Data'!$F$2:$F$11</c:f>
              <c:numCache>
                <c:formatCode>0%</c:formatCode>
                <c:ptCount val="10"/>
                <c:pt idx="0">
                  <c:v>0.985779460935</c:v>
                </c:pt>
                <c:pt idx="1">
                  <c:v>0.986530496237</c:v>
                </c:pt>
                <c:pt idx="2">
                  <c:v>0.981729485522</c:v>
                </c:pt>
                <c:pt idx="3">
                  <c:v>0.957640203686</c:v>
                </c:pt>
                <c:pt idx="4">
                  <c:v>0.944655013886</c:v>
                </c:pt>
                <c:pt idx="5">
                  <c:v>0.913462482278</c:v>
                </c:pt>
                <c:pt idx="6">
                  <c:v>0.815462903902</c:v>
                </c:pt>
                <c:pt idx="7">
                  <c:v>0.726833719247</c:v>
                </c:pt>
                <c:pt idx="8">
                  <c:v>0.650186004316</c:v>
                </c:pt>
                <c:pt idx="9">
                  <c:v>0.573222433417</c:v>
                </c:pt>
              </c:numCache>
            </c:numRef>
          </c:yVal>
        </c:ser>
        <c:ser>
          <c:idx val="3"/>
          <c:order val="3"/>
          <c:tx>
            <c:v>优化 400 μs</c:v>
          </c:tx>
          <c:spPr>
            <a:solidFill xmlns:a="http://schemas.openxmlformats.org/drawingml/2006/main">
              <a:srgbClr val="B44147"/>
            </a:solidFill>
            <a:ln xmlns:a="http://schemas.openxmlformats.org/drawingml/2006/main" w="0">
              <a:solidFill>
                <a:srgbClr val="B44147"/>
              </a:solidFill>
            </a:ln>
          </c:spPr>
          <c:marker>
            <c:symbol val="diamond"/>
            <c:size val="9"/>
            <c:spPr>
              <a:solidFill xmlns:a="http://schemas.openxmlformats.org/drawingml/2006/main">
                <a:srgbClr val="B44147"/>
              </a:solidFill>
            </c:spPr>
          </c:marker>
          <c:xVal>
            <c:numRef>
              <c:f>'Chart Data'!$G$2:$G$11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Data'!$H$2:$H$11</c:f>
              <c:numCache>
                <c:formatCode>0%</c:formatCode>
                <c:ptCount val="10"/>
                <c:pt idx="0">
                  <c:v>0.989997892865</c:v>
                </c:pt>
                <c:pt idx="1">
                  <c:v>0.989632903746</c:v>
                </c:pt>
                <c:pt idx="2">
                  <c:v>0.982038322468</c:v>
                </c:pt>
                <c:pt idx="3">
                  <c:v>0.971734398886</c:v>
                </c:pt>
                <c:pt idx="4">
                  <c:v>0.958805361257</c:v>
                </c:pt>
                <c:pt idx="5">
                  <c:v>0.940373410762</c:v>
                </c:pt>
                <c:pt idx="6">
                  <c:v>0.898736575142</c:v>
                </c:pt>
                <c:pt idx="7">
                  <c:v>0.815350599558</c:v>
                </c:pt>
                <c:pt idx="8">
                  <c:v>0.741201656286</c:v>
                </c:pt>
                <c:pt idx="9">
                  <c:v>0.663381764762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实验存活比例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186DA0"/>
            </a:solidFill>
            <a:ln xmlns:a="http://schemas.openxmlformats.org/drawingml/2006/main" w="0">
              <a:solidFill>
                <a:srgbClr val="186DA0"/>
              </a:solidFill>
            </a:ln>
          </c:spPr>
          <c:marker>
            <c:symbol val="circle"/>
            <c:size val="4"/>
            <c:spPr>
              <a:solidFill xmlns:a="http://schemas.openxmlformats.org/drawingml/2006/main">
                <a:srgbClr val="186DA0"/>
              </a:solidFill>
            </c:spPr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0.191283270572</c:v>
                </c:pt>
                <c:pt idx="1">
                  <c:v>-0.0464047998557</c:v>
                </c:pt>
                <c:pt idx="2">
                  <c:v>-0.0765506580345</c:v>
                </c:pt>
                <c:pt idx="3">
                  <c:v>0.135325322797</c:v>
                </c:pt>
                <c:pt idx="4">
                  <c:v>-0.128731557351</c:v>
                </c:pt>
                <c:pt idx="5">
                  <c:v>-0.249907011508</c:v>
                </c:pt>
                <c:pt idx="6">
                  <c:v>-0.139565210546</c:v>
                </c:pt>
                <c:pt idx="7">
                  <c:v>-0.00432026822679</c:v>
                </c:pt>
                <c:pt idx="8">
                  <c:v>-0.12501488502</c:v>
                </c:pt>
                <c:pt idx="9">
                  <c:v>-0.0298332345116</c:v>
                </c:pt>
                <c:pt idx="10">
                  <c:v>0.279647606746</c:v>
                </c:pt>
                <c:pt idx="11">
                  <c:v>0.113968926819</c:v>
                </c:pt>
                <c:pt idx="12">
                  <c:v>0.200821106673</c:v>
                </c:pt>
                <c:pt idx="13">
                  <c:v>0.180452721674</c:v>
                </c:pt>
                <c:pt idx="14">
                  <c:v>-0.190805479279</c:v>
                </c:pt>
                <c:pt idx="15">
                  <c:v>0.108431500077</c:v>
                </c:pt>
                <c:pt idx="16">
                  <c:v>-0.0297106338524</c:v>
                </c:pt>
                <c:pt idx="17">
                  <c:v>-0.0835155689332</c:v>
                </c:pt>
                <c:pt idx="18">
                  <c:v>-0.000825691490655</c:v>
                </c:pt>
                <c:pt idx="19">
                  <c:v>-0.015413487323</c:v>
                </c:pt>
                <c:pt idx="20">
                  <c:v>-0.0904321934983</c:v>
                </c:pt>
                <c:pt idx="21">
                  <c:v>0.354940458492</c:v>
                </c:pt>
                <c:pt idx="22">
                  <c:v>-0.0546501678006</c:v>
                </c:pt>
                <c:pt idx="23">
                  <c:v>-0.0261618239737</c:v>
                </c:pt>
                <c:pt idx="24">
                  <c:v>0.0294904884487</c:v>
                </c:pt>
                <c:pt idx="25">
                  <c:v>0.122992648857</c:v>
                </c:pt>
                <c:pt idx="26">
                  <c:v>-0.0104805522526</c:v>
                </c:pt>
                <c:pt idx="27">
                  <c:v>0.280252904117</c:v>
                </c:pt>
                <c:pt idx="28">
                  <c:v>0.219350548129</c:v>
                </c:pt>
                <c:pt idx="29">
                  <c:v>0.363067249976</c:v>
                </c:pt>
                <c:pt idx="30">
                  <c:v>0.157068137105</c:v>
                </c:pt>
                <c:pt idx="31">
                  <c:v>-0.0638598836461</c:v>
                </c:pt>
                <c:pt idx="32">
                  <c:v>0.297901174587</c:v>
                </c:pt>
                <c:pt idx="33">
                  <c:v>0.15758345388</c:v>
                </c:pt>
                <c:pt idx="34">
                  <c:v>0.134653384911</c:v>
                </c:pt>
                <c:pt idx="35">
                  <c:v>-0.0525021778043</c:v>
                </c:pt>
                <c:pt idx="36">
                  <c:v>0.164813730454</c:v>
                </c:pt>
                <c:pt idx="37">
                  <c:v>-0.192792579698</c:v>
                </c:pt>
                <c:pt idx="38">
                  <c:v>-0.134577472053</c:v>
                </c:pt>
                <c:pt idx="39">
                  <c:v>0.0292082962738</c:v>
                </c:pt>
                <c:pt idx="40">
                  <c:v>-0.330666319385</c:v>
                </c:pt>
                <c:pt idx="41">
                  <c:v>0.31821129974</c:v>
                </c:pt>
                <c:pt idx="42">
                  <c:v>-0.440556676315</c:v>
                </c:pt>
                <c:pt idx="43">
                  <c:v>-0.441061902181</c:v>
                </c:pt>
                <c:pt idx="44">
                  <c:v>-0.34352104913</c:v>
                </c:pt>
                <c:pt idx="45">
                  <c:v>0.344051294957</c:v>
                </c:pt>
                <c:pt idx="46">
                  <c:v>-0.0452681733867</c:v>
                </c:pt>
                <c:pt idx="47">
                  <c:v>0.0296958952859</c:v>
                </c:pt>
                <c:pt idx="48">
                  <c:v>-0.195418404821</c:v>
                </c:pt>
                <c:pt idx="49">
                  <c:v>0.00706560029198</c:v>
                </c:pt>
                <c:pt idx="50">
                  <c:v>0.0521613526907</c:v>
                </c:pt>
                <c:pt idx="51">
                  <c:v>0.313119324575</c:v>
                </c:pt>
                <c:pt idx="52">
                  <c:v>0.199713757277</c:v>
                </c:pt>
                <c:pt idx="53">
                  <c:v>0.121895909392</c:v>
                </c:pt>
                <c:pt idx="54">
                  <c:v>0.165727526079</c:v>
                </c:pt>
                <c:pt idx="55">
                  <c:v>0.0415876712072</c:v>
                </c:pt>
                <c:pt idx="56">
                  <c:v>0.0134570192903</c:v>
                </c:pt>
                <c:pt idx="57">
                  <c:v>0.00463076705265</c:v>
                </c:pt>
                <c:pt idx="58">
                  <c:v>-0.326675204845</c:v>
                </c:pt>
                <c:pt idx="59">
                  <c:v>0.221926025112</c:v>
                </c:pt>
                <c:pt idx="60">
                  <c:v>0.112239959672</c:v>
                </c:pt>
                <c:pt idx="61">
                  <c:v>-0.189446672476</c:v>
                </c:pt>
                <c:pt idx="62">
                  <c:v>0.21054688484</c:v>
                </c:pt>
                <c:pt idx="63">
                  <c:v>-0.0175392787706</c:v>
                </c:pt>
                <c:pt idx="64">
                  <c:v>-0.15286887297</c:v>
                </c:pt>
                <c:pt idx="65">
                  <c:v>-0.225161730171</c:v>
                </c:pt>
                <c:pt idx="66">
                  <c:v>0.0146673549847</c:v>
                </c:pt>
                <c:pt idx="67">
                  <c:v>0.247402817134</c:v>
                </c:pt>
                <c:pt idx="68">
                  <c:v>-0.0670872789843</c:v>
                </c:pt>
                <c:pt idx="69">
                  <c:v>0.251862731446</c:v>
                </c:pt>
                <c:pt idx="70">
                  <c:v>-0.173243236297</c:v>
                </c:pt>
                <c:pt idx="71">
                  <c:v>0.159973783108</c:v>
                </c:pt>
                <c:pt idx="72">
                  <c:v>-0.11558270371</c:v>
                </c:pt>
                <c:pt idx="73">
                  <c:v>-0.0126312888642</c:v>
                </c:pt>
                <c:pt idx="74">
                  <c:v>0.308736076627</c:v>
                </c:pt>
                <c:pt idx="75">
                  <c:v>-0.256946383725</c:v>
                </c:pt>
                <c:pt idx="76">
                  <c:v>0.294761898674</c:v>
                </c:pt>
                <c:pt idx="77">
                  <c:v>-0.190299441067</c:v>
                </c:pt>
                <c:pt idx="78">
                  <c:v>-0.0935301969571</c:v>
                </c:pt>
                <c:pt idx="79">
                  <c:v>-0.279682529875</c:v>
                </c:pt>
                <c:pt idx="80">
                  <c:v>-0.206950448324</c:v>
                </c:pt>
                <c:pt idx="81">
                  <c:v>-0.107432142778</c:v>
                </c:pt>
                <c:pt idx="82">
                  <c:v>-0.00596242121447</c:v>
                </c:pt>
                <c:pt idx="83">
                  <c:v>0.127559986768</c:v>
                </c:pt>
                <c:pt idx="84">
                  <c:v>-0.00797676558545</c:v>
                </c:pt>
                <c:pt idx="85">
                  <c:v>0.06693167627</c:v>
                </c:pt>
                <c:pt idx="86">
                  <c:v>0.0857975089264</c:v>
                </c:pt>
                <c:pt idx="87">
                  <c:v>-0.165200607232</c:v>
                </c:pt>
                <c:pt idx="88">
                  <c:v>0.200060329315</c:v>
                </c:pt>
                <c:pt idx="89">
                  <c:v>-0.318993530734</c:v>
                </c:pt>
                <c:pt idx="90">
                  <c:v>0.0357906066822</c:v>
                </c:pt>
                <c:pt idx="91">
                  <c:v>-0.247536253594</c:v>
                </c:pt>
                <c:pt idx="92">
                  <c:v>-0.053245868285</c:v>
                </c:pt>
                <c:pt idx="93">
                  <c:v>-0.124863391129</c:v>
                </c:pt>
                <c:pt idx="94">
                  <c:v>-0.0712004617927</c:v>
                </c:pt>
                <c:pt idx="95">
                  <c:v>-0.178214112634</c:v>
                </c:pt>
                <c:pt idx="96">
                  <c:v>0.0879195087842</c:v>
                </c:pt>
                <c:pt idx="97">
                  <c:v>-0.0182355918636</c:v>
                </c:pt>
                <c:pt idx="98">
                  <c:v>-0.0932677062656</c:v>
                </c:pt>
                <c:pt idx="99">
                  <c:v>0.0521690874242</c:v>
                </c:pt>
                <c:pt idx="100">
                  <c:v>-0.374910493482</c:v>
                </c:pt>
                <c:pt idx="101">
                  <c:v>0.171537188546</c:v>
                </c:pt>
                <c:pt idx="102">
                  <c:v>-0.288912914284</c:v>
                </c:pt>
                <c:pt idx="103">
                  <c:v>-0.169646836068</c:v>
                </c:pt>
                <c:pt idx="104">
                  <c:v>-0.167202046948</c:v>
                </c:pt>
                <c:pt idx="105">
                  <c:v>-0.0717909093779</c:v>
                </c:pt>
                <c:pt idx="106">
                  <c:v>0.235562175012</c:v>
                </c:pt>
                <c:pt idx="107">
                  <c:v>0.189113384571</c:v>
                </c:pt>
                <c:pt idx="108">
                  <c:v>-0.000523350122698</c:v>
                </c:pt>
                <c:pt idx="109">
                  <c:v>0.137826803148</c:v>
                </c:pt>
                <c:pt idx="110">
                  <c:v>-0.160615143803</c:v>
                </c:pt>
                <c:pt idx="111">
                  <c:v>-0.0749516509154</c:v>
                </c:pt>
                <c:pt idx="112">
                  <c:v>0.21416456365</c:v>
                </c:pt>
                <c:pt idx="113">
                  <c:v>0.0570124763924</c:v>
                </c:pt>
                <c:pt idx="114">
                  <c:v>0.0600744142492</c:v>
                </c:pt>
                <c:pt idx="115">
                  <c:v>-0.107544845792</c:v>
                </c:pt>
                <c:pt idx="116">
                  <c:v>0.045051988359</c:v>
                </c:pt>
                <c:pt idx="117">
                  <c:v>-0.169909347831</c:v>
                </c:pt>
                <c:pt idx="118">
                  <c:v>-0.388805508716</c:v>
                </c:pt>
                <c:pt idx="119">
                  <c:v>0.0101116269343</c:v>
                </c:pt>
                <c:pt idx="120">
                  <c:v>-0.258113658601</c:v>
                </c:pt>
                <c:pt idx="121">
                  <c:v>-0.0733034795797</c:v>
                </c:pt>
                <c:pt idx="122">
                  <c:v>0.0345616616647</c:v>
                </c:pt>
                <c:pt idx="123">
                  <c:v>0.352710835329</c:v>
                </c:pt>
                <c:pt idx="124">
                  <c:v>0.208935897957</c:v>
                </c:pt>
                <c:pt idx="125">
                  <c:v>-0.102429516257</c:v>
                </c:pt>
                <c:pt idx="126">
                  <c:v>-0.383044787408</c:v>
                </c:pt>
                <c:pt idx="127">
                  <c:v>-0.0888674349787</c:v>
                </c:pt>
                <c:pt idx="128">
                  <c:v>0.265548377779</c:v>
                </c:pt>
                <c:pt idx="129">
                  <c:v>0.190802466457</c:v>
                </c:pt>
                <c:pt idx="130">
                  <c:v>-0.106599494216</c:v>
                </c:pt>
                <c:pt idx="131">
                  <c:v>-0.352982189871</c:v>
                </c:pt>
                <c:pt idx="132">
                  <c:v>-0.0500510507346</c:v>
                </c:pt>
                <c:pt idx="133">
                  <c:v>0.246780585603</c:v>
                </c:pt>
                <c:pt idx="134">
                  <c:v>-0.330070007217</c:v>
                </c:pt>
                <c:pt idx="135">
                  <c:v>0.131106356425</c:v>
                </c:pt>
                <c:pt idx="136">
                  <c:v>0.0237360046466</c:v>
                </c:pt>
                <c:pt idx="137">
                  <c:v>-0.033173394765</c:v>
                </c:pt>
                <c:pt idx="138">
                  <c:v>0.440025674219</c:v>
                </c:pt>
                <c:pt idx="139">
                  <c:v>0.135635960862</c:v>
                </c:pt>
                <c:pt idx="140">
                  <c:v>0.0625894450494</c:v>
                </c:pt>
                <c:pt idx="141">
                  <c:v>-0.098529542565</c:v>
                </c:pt>
                <c:pt idx="142">
                  <c:v>-0.0593170416233</c:v>
                </c:pt>
                <c:pt idx="143">
                  <c:v>0.121792036885</c:v>
                </c:pt>
                <c:pt idx="144">
                  <c:v>0.283118529081</c:v>
                </c:pt>
                <c:pt idx="145">
                  <c:v>0.205294856153</c:v>
                </c:pt>
                <c:pt idx="146">
                  <c:v>0.0307357018863</c:v>
                </c:pt>
                <c:pt idx="147">
                  <c:v>-0.0897486328539</c:v>
                </c:pt>
                <c:pt idx="148">
                  <c:v>-0.0374695682478</c:v>
                </c:pt>
                <c:pt idx="149">
                  <c:v>0.312368626276</c:v>
                </c:pt>
                <c:pt idx="150">
                  <c:v>-0.181006063143</c:v>
                </c:pt>
                <c:pt idx="151">
                  <c:v>-0.0587400925303</c:v>
                </c:pt>
                <c:pt idx="152">
                  <c:v>0.422991491753</c:v>
                </c:pt>
                <c:pt idx="153">
                  <c:v>-0.185896282804</c:v>
                </c:pt>
                <c:pt idx="154">
                  <c:v>0.0641331451359</c:v>
                </c:pt>
                <c:pt idx="155">
                  <c:v>-0.11954045255</c:v>
                </c:pt>
                <c:pt idx="156">
                  <c:v>-0.0359608162206</c:v>
                </c:pt>
                <c:pt idx="157">
                  <c:v>-0.242606511956</c:v>
                </c:pt>
                <c:pt idx="158">
                  <c:v>0.111297101978</c:v>
                </c:pt>
                <c:pt idx="159">
                  <c:v>0.0236445887725</c:v>
                </c:pt>
                <c:pt idx="160">
                  <c:v>0.110886107085</c:v>
                </c:pt>
                <c:pt idx="161">
                  <c:v>0.20781672706</c:v>
                </c:pt>
                <c:pt idx="162">
                  <c:v>0.498027279538</c:v>
                </c:pt>
                <c:pt idx="163">
                  <c:v>0.159751401331</c:v>
                </c:pt>
                <c:pt idx="164">
                  <c:v>0.153549037685</c:v>
                </c:pt>
                <c:pt idx="165">
                  <c:v>-0.24522319426</c:v>
                </c:pt>
                <c:pt idx="166">
                  <c:v>-0.0595069320358</c:v>
                </c:pt>
                <c:pt idx="167">
                  <c:v>0.0833630577869</c:v>
                </c:pt>
                <c:pt idx="168">
                  <c:v>0.390584374189</c:v>
                </c:pt>
                <c:pt idx="169">
                  <c:v>-0.124155204449</c:v>
                </c:pt>
                <c:pt idx="170">
                  <c:v>-0.0656016518248</c:v>
                </c:pt>
                <c:pt idx="171">
                  <c:v>-0.418280548784</c:v>
                </c:pt>
                <c:pt idx="172">
                  <c:v>-0.228522440918</c:v>
                </c:pt>
                <c:pt idx="173">
                  <c:v>0.095462195985</c:v>
                </c:pt>
                <c:pt idx="174">
                  <c:v>0.41909754048</c:v>
                </c:pt>
                <c:pt idx="175">
                  <c:v>0.124751792758</c:v>
                </c:pt>
                <c:pt idx="176">
                  <c:v>0.240403071901</c:v>
                </c:pt>
                <c:pt idx="177">
                  <c:v>-0.0289415381391</c:v>
                </c:pt>
                <c:pt idx="178">
                  <c:v>0.108036873098</c:v>
                </c:pt>
                <c:pt idx="179">
                  <c:v>-0.00400160869839</c:v>
                </c:pt>
              </c:numCache>
            </c:numRef>
          </c:xVal>
          <c:yVal>
            <c:numRef>
              <c:f>'Chart Data'!$B$2:$B$181</c:f>
              <c:numCache>
                <c:formatCode>0</c:formatCode>
                <c:ptCount val="180"/>
                <c:pt idx="0">
                  <c:v>1.2482670725</c:v>
                </c:pt>
                <c:pt idx="1">
                  <c:v>-2.25794123146</c:v>
                </c:pt>
                <c:pt idx="2">
                  <c:v>0.585253141575</c:v>
                </c:pt>
                <c:pt idx="3">
                  <c:v>0.971967046978</c:v>
                </c:pt>
                <c:pt idx="4">
                  <c:v>0.0915348695975</c:v>
                </c:pt>
                <c:pt idx="5">
                  <c:v>-0.284441561101</c:v>
                </c:pt>
                <c:pt idx="6">
                  <c:v>3.33112096077</c:v>
                </c:pt>
                <c:pt idx="7">
                  <c:v>-4.94547576713</c:v>
                </c:pt>
                <c:pt idx="8">
                  <c:v>-0.256426985818</c:v>
                </c:pt>
                <c:pt idx="9">
                  <c:v>1.36933958768</c:v>
                </c:pt>
                <c:pt idx="10">
                  <c:v>0.855226052963</c:v>
                </c:pt>
                <c:pt idx="11">
                  <c:v>0.478468403362</c:v>
                </c:pt>
                <c:pt idx="12">
                  <c:v>1.50498987298</c:v>
                </c:pt>
                <c:pt idx="13">
                  <c:v>-1.63239252473</c:v>
                </c:pt>
                <c:pt idx="14">
                  <c:v>-2.13114985761</c:v>
                </c:pt>
                <c:pt idx="15">
                  <c:v>-0.98977157586</c:v>
                </c:pt>
                <c:pt idx="16">
                  <c:v>-3.41057649865</c:v>
                </c:pt>
                <c:pt idx="17">
                  <c:v>-4.98125716431</c:v>
                </c:pt>
                <c:pt idx="18">
                  <c:v>1.59811651236</c:v>
                </c:pt>
                <c:pt idx="19">
                  <c:v>-1.66248482876</c:v>
                </c:pt>
                <c:pt idx="20">
                  <c:v>2.79926717036</c:v>
                </c:pt>
                <c:pt idx="21">
                  <c:v>1.8131083529</c:v>
                </c:pt>
                <c:pt idx="22">
                  <c:v>4.99212703162</c:v>
                </c:pt>
                <c:pt idx="23">
                  <c:v>1.42086564732</c:v>
                </c:pt>
                <c:pt idx="24">
                  <c:v>3.27199852344</c:v>
                </c:pt>
                <c:pt idx="25">
                  <c:v>-3.33381700747</c:v>
                </c:pt>
                <c:pt idx="26">
                  <c:v>9.87756895649</c:v>
                </c:pt>
                <c:pt idx="27">
                  <c:v>4.00089466984</c:v>
                </c:pt>
                <c:pt idx="28">
                  <c:v>-1.02527946997</c:v>
                </c:pt>
                <c:pt idx="29">
                  <c:v>2.68356858063</c:v>
                </c:pt>
                <c:pt idx="30">
                  <c:v>-2.17343624746</c:v>
                </c:pt>
                <c:pt idx="31">
                  <c:v>-8.37031209894</c:v>
                </c:pt>
                <c:pt idx="32">
                  <c:v>1.36962996212</c:v>
                </c:pt>
                <c:pt idx="33">
                  <c:v>0.879055739799</c:v>
                </c:pt>
                <c:pt idx="34">
                  <c:v>2.49584388815</c:v>
                </c:pt>
                <c:pt idx="35">
                  <c:v>-1.52513177008</c:v>
                </c:pt>
                <c:pt idx="36">
                  <c:v>-7.35585651016</c:v>
                </c:pt>
                <c:pt idx="37">
                  <c:v>1.80005314747</c:v>
                </c:pt>
                <c:pt idx="38">
                  <c:v>-2.57009107956</c:v>
                </c:pt>
                <c:pt idx="39">
                  <c:v>-4.47591208863</c:v>
                </c:pt>
                <c:pt idx="40">
                  <c:v>2.27122662352</c:v>
                </c:pt>
                <c:pt idx="41">
                  <c:v>-0.27909373125</c:v>
                </c:pt>
                <c:pt idx="42">
                  <c:v>-5.09135660065</c:v>
                </c:pt>
                <c:pt idx="43">
                  <c:v>1.58500425628</c:v>
                </c:pt>
                <c:pt idx="44">
                  <c:v>4.34098640344</c:v>
                </c:pt>
                <c:pt idx="45">
                  <c:v>5.84046573404</c:v>
                </c:pt>
                <c:pt idx="46">
                  <c:v>-3.63430168574</c:v>
                </c:pt>
                <c:pt idx="47">
                  <c:v>5.74483068565</c:v>
                </c:pt>
                <c:pt idx="48">
                  <c:v>-3.93324294664</c:v>
                </c:pt>
                <c:pt idx="49">
                  <c:v>-0.217580608065</c:v>
                </c:pt>
                <c:pt idx="50">
                  <c:v>-3.10750364333</c:v>
                </c:pt>
                <c:pt idx="51">
                  <c:v>5.05925736539</c:v>
                </c:pt>
                <c:pt idx="52">
                  <c:v>-2.30197220678</c:v>
                </c:pt>
                <c:pt idx="53">
                  <c:v>-0.0897386407275</c:v>
                </c:pt>
                <c:pt idx="54">
                  <c:v>-2.43128822632</c:v>
                </c:pt>
                <c:pt idx="55">
                  <c:v>-8.99521285062</c:v>
                </c:pt>
                <c:pt idx="56">
                  <c:v>-4.85902225742</c:v>
                </c:pt>
                <c:pt idx="57">
                  <c:v>-0.553475538267</c:v>
                </c:pt>
                <c:pt idx="58">
                  <c:v>-6.79579735032</c:v>
                </c:pt>
                <c:pt idx="59">
                  <c:v>1.48899630501</c:v>
                </c:pt>
                <c:pt idx="60">
                  <c:v>-1.39026590431</c:v>
                </c:pt>
                <c:pt idx="61">
                  <c:v>-0.584576206985</c:v>
                </c:pt>
                <c:pt idx="62">
                  <c:v>-0.987439121746</c:v>
                </c:pt>
                <c:pt idx="63">
                  <c:v>-0.0605874017076</c:v>
                </c:pt>
                <c:pt idx="64">
                  <c:v>-0.320581266513</c:v>
                </c:pt>
                <c:pt idx="65">
                  <c:v>0.375952399966</c:v>
                </c:pt>
                <c:pt idx="66">
                  <c:v>4.44006807975</c:v>
                </c:pt>
                <c:pt idx="67">
                  <c:v>0.36743057406</c:v>
                </c:pt>
                <c:pt idx="68">
                  <c:v>1.49483533899</c:v>
                </c:pt>
                <c:pt idx="69">
                  <c:v>1.41484034037</c:v>
                </c:pt>
                <c:pt idx="70">
                  <c:v>-0.592283304635</c:v>
                </c:pt>
                <c:pt idx="71">
                  <c:v>-3.97734476644</c:v>
                </c:pt>
                <c:pt idx="72">
                  <c:v>5.0499217315</c:v>
                </c:pt>
                <c:pt idx="73">
                  <c:v>-5.44581967538</c:v>
                </c:pt>
                <c:pt idx="74">
                  <c:v>0.272539091338</c:v>
                </c:pt>
                <c:pt idx="75">
                  <c:v>-2.44481671258</c:v>
                </c:pt>
                <c:pt idx="76">
                  <c:v>-1.95135752</c:v>
                </c:pt>
                <c:pt idx="77">
                  <c:v>2.01226753808</c:v>
                </c:pt>
                <c:pt idx="78">
                  <c:v>-4.70396803523</c:v>
                </c:pt>
                <c:pt idx="79">
                  <c:v>4.52967685237</c:v>
                </c:pt>
                <c:pt idx="80">
                  <c:v>0.378622231341</c:v>
                </c:pt>
                <c:pt idx="81">
                  <c:v>-7.17869145275</c:v>
                </c:pt>
                <c:pt idx="82">
                  <c:v>1.1447304187</c:v>
                </c:pt>
                <c:pt idx="83">
                  <c:v>-1.72684347949</c:v>
                </c:pt>
                <c:pt idx="84">
                  <c:v>-2.07686629461</c:v>
                </c:pt>
                <c:pt idx="85">
                  <c:v>4.41638475601</c:v>
                </c:pt>
                <c:pt idx="86">
                  <c:v>2.41630575727</c:v>
                </c:pt>
                <c:pt idx="87">
                  <c:v>1.77526596148</c:v>
                </c:pt>
                <c:pt idx="88">
                  <c:v>-0.479542162844</c:v>
                </c:pt>
                <c:pt idx="89">
                  <c:v>-7.55878859847</c:v>
                </c:pt>
                <c:pt idx="90">
                  <c:v>-0.57902869595</c:v>
                </c:pt>
                <c:pt idx="91">
                  <c:v>1.81433770941</c:v>
                </c:pt>
                <c:pt idx="92">
                  <c:v>0.326624962648</c:v>
                </c:pt>
                <c:pt idx="93">
                  <c:v>-1.45098204372</c:v>
                </c:pt>
                <c:pt idx="94">
                  <c:v>-3.97250036806</c:v>
                </c:pt>
                <c:pt idx="95">
                  <c:v>2.36907399461</c:v>
                </c:pt>
                <c:pt idx="96">
                  <c:v>2.00755190723</c:v>
                </c:pt>
                <c:pt idx="97">
                  <c:v>-0.0987191644794</c:v>
                </c:pt>
                <c:pt idx="98">
                  <c:v>-0.23311933174</c:v>
                </c:pt>
                <c:pt idx="99">
                  <c:v>-1.15719331596</c:v>
                </c:pt>
                <c:pt idx="100">
                  <c:v>-1.34371670455</c:v>
                </c:pt>
                <c:pt idx="101">
                  <c:v>-0.442603966761</c:v>
                </c:pt>
                <c:pt idx="102">
                  <c:v>-1.44552292855</c:v>
                </c:pt>
                <c:pt idx="103">
                  <c:v>-5.02025897376</c:v>
                </c:pt>
                <c:pt idx="104">
                  <c:v>-0.141293932033</c:v>
                </c:pt>
                <c:pt idx="105">
                  <c:v>-2.73408446682</c:v>
                </c:pt>
                <c:pt idx="106">
                  <c:v>-1.533866299</c:v>
                </c:pt>
                <c:pt idx="107">
                  <c:v>-2.3978210387</c:v>
                </c:pt>
                <c:pt idx="108">
                  <c:v>1.02476701656</c:v>
                </c:pt>
                <c:pt idx="109">
                  <c:v>3.78900958599</c:v>
                </c:pt>
                <c:pt idx="110">
                  <c:v>3.40409274122</c:v>
                </c:pt>
                <c:pt idx="111">
                  <c:v>-3.14045886285</c:v>
                </c:pt>
                <c:pt idx="112">
                  <c:v>3.07072551326</c:v>
                </c:pt>
                <c:pt idx="113">
                  <c:v>-5.97432209869</c:v>
                </c:pt>
                <c:pt idx="114">
                  <c:v>2.5567985155</c:v>
                </c:pt>
                <c:pt idx="115">
                  <c:v>-0.211456910991</c:v>
                </c:pt>
                <c:pt idx="116">
                  <c:v>-0.398950081637</c:v>
                </c:pt>
                <c:pt idx="117">
                  <c:v>-2.18868827919</c:v>
                </c:pt>
                <c:pt idx="118">
                  <c:v>4.50907110405</c:v>
                </c:pt>
                <c:pt idx="119">
                  <c:v>-0.23975666859</c:v>
                </c:pt>
                <c:pt idx="120">
                  <c:v>-3.74796717259</c:v>
                </c:pt>
                <c:pt idx="121">
                  <c:v>-7.95992303446</c:v>
                </c:pt>
                <c:pt idx="122">
                  <c:v>-3.79402151112</c:v>
                </c:pt>
                <c:pt idx="123">
                  <c:v>0.655789153949</c:v>
                </c:pt>
                <c:pt idx="124">
                  <c:v>4.49784313964</c:v>
                </c:pt>
                <c:pt idx="125">
                  <c:v>-1.06464980059</c:v>
                </c:pt>
                <c:pt idx="126">
                  <c:v>5.15505395907</c:v>
                </c:pt>
                <c:pt idx="127">
                  <c:v>-6.68382766937</c:v>
                </c:pt>
                <c:pt idx="128">
                  <c:v>-3.95293594836</c:v>
                </c:pt>
                <c:pt idx="129">
                  <c:v>1.2239195058</c:v>
                </c:pt>
                <c:pt idx="130">
                  <c:v>1.34752599325</c:v>
                </c:pt>
                <c:pt idx="131">
                  <c:v>0.394725120743</c:v>
                </c:pt>
                <c:pt idx="132">
                  <c:v>-3.28846537786</c:v>
                </c:pt>
                <c:pt idx="133">
                  <c:v>-2.28224487184</c:v>
                </c:pt>
                <c:pt idx="134">
                  <c:v>2.4360750305</c:v>
                </c:pt>
                <c:pt idx="135">
                  <c:v>3.13102746114</c:v>
                </c:pt>
                <c:pt idx="136">
                  <c:v>0.598479271871</c:v>
                </c:pt>
                <c:pt idx="137">
                  <c:v>-2.8133600034</c:v>
                </c:pt>
                <c:pt idx="138">
                  <c:v>-1.94579348928</c:v>
                </c:pt>
                <c:pt idx="139">
                  <c:v>2.69556226701</c:v>
                </c:pt>
                <c:pt idx="140">
                  <c:v>0.204322909376</c:v>
                </c:pt>
                <c:pt idx="141">
                  <c:v>-4.00230681861</c:v>
                </c:pt>
                <c:pt idx="142">
                  <c:v>3.79369626948</c:v>
                </c:pt>
                <c:pt idx="143">
                  <c:v>-0.635472574874</c:v>
                </c:pt>
                <c:pt idx="144">
                  <c:v>-1.04472329937</c:v>
                </c:pt>
                <c:pt idx="145">
                  <c:v>0.449104345098</c:v>
                </c:pt>
                <c:pt idx="146">
                  <c:v>2.37860454114</c:v>
                </c:pt>
                <c:pt idx="147">
                  <c:v>1.03368085837</c:v>
                </c:pt>
                <c:pt idx="148">
                  <c:v>3.17553635326</c:v>
                </c:pt>
                <c:pt idx="149">
                  <c:v>-2.59379446288</c:v>
                </c:pt>
                <c:pt idx="150">
                  <c:v>2.44649196166</c:v>
                </c:pt>
                <c:pt idx="151">
                  <c:v>-4.40163355097</c:v>
                </c:pt>
                <c:pt idx="152">
                  <c:v>-1.00555835127</c:v>
                </c:pt>
                <c:pt idx="153">
                  <c:v>-0.574922546676</c:v>
                </c:pt>
                <c:pt idx="154">
                  <c:v>-3.18795318221</c:v>
                </c:pt>
                <c:pt idx="155">
                  <c:v>-2.0462779676</c:v>
                </c:pt>
                <c:pt idx="156">
                  <c:v>3.4945037145</c:v>
                </c:pt>
                <c:pt idx="157">
                  <c:v>1.8452782367</c:v>
                </c:pt>
                <c:pt idx="158">
                  <c:v>-6.88726502164</c:v>
                </c:pt>
                <c:pt idx="159">
                  <c:v>3.24090923801</c:v>
                </c:pt>
                <c:pt idx="160">
                  <c:v>-0.376825377525</c:v>
                </c:pt>
                <c:pt idx="161">
                  <c:v>-6.32409606</c:v>
                </c:pt>
                <c:pt idx="162">
                  <c:v>2.50042951402</c:v>
                </c:pt>
                <c:pt idx="163">
                  <c:v>-2.03960068663</c:v>
                </c:pt>
                <c:pt idx="164">
                  <c:v>0.464996391449</c:v>
                </c:pt>
                <c:pt idx="165">
                  <c:v>0.459468965087</c:v>
                </c:pt>
                <c:pt idx="166">
                  <c:v>-0.21792806715</c:v>
                </c:pt>
                <c:pt idx="167">
                  <c:v>1.57891584065</c:v>
                </c:pt>
                <c:pt idx="168">
                  <c:v>-0.953987393282</c:v>
                </c:pt>
                <c:pt idx="169">
                  <c:v>-3.43126614527</c:v>
                </c:pt>
                <c:pt idx="170">
                  <c:v>5.09674233168</c:v>
                </c:pt>
                <c:pt idx="171">
                  <c:v>1.44337064221</c:v>
                </c:pt>
                <c:pt idx="172">
                  <c:v>0.674980847642</c:v>
                </c:pt>
                <c:pt idx="173">
                  <c:v>-2.31893000614</c:v>
                </c:pt>
                <c:pt idx="174">
                  <c:v>2.5869272835</c:v>
                </c:pt>
                <c:pt idx="175">
                  <c:v>-2.56670026551</c:v>
                </c:pt>
                <c:pt idx="176">
                  <c:v>6.62208806006</c:v>
                </c:pt>
                <c:pt idx="177">
                  <c:v>-7.13566118443</c:v>
                </c:pt>
                <c:pt idx="178">
                  <c:v>2.86595681455</c:v>
                </c:pt>
                <c:pt idx="179">
                  <c:v>-3.54237923503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速度（cm/s）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Data'!$A$2:$A$302</c:f>
              <c:numCache>
                <c:formatCode>General</c:formatCode>
                <c:ptCount val="30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</c:numCache>
            </c:numRef>
          </c:xVal>
          <c:yVal>
            <c:numRef>
              <c:f>'Chart Data'!$B$2:$B$302</c:f>
              <c:numCache>
                <c:formatCode>0.0</c:formatCode>
                <c:ptCount val="301"/>
                <c:pt idx="0">
                  <c:v>2.37519380368</c:v>
                </c:pt>
                <c:pt idx="1">
                  <c:v>2.3929860495</c:v>
                </c:pt>
                <c:pt idx="2">
                  <c:v>2.41206434283</c:v>
                </c:pt>
                <c:pt idx="3">
                  <c:v>2.42842037988</c:v>
                </c:pt>
                <c:pt idx="4">
                  <c:v>2.43848250835</c:v>
                </c:pt>
                <c:pt idx="5">
                  <c:v>2.43983455277</c:v>
                </c:pt>
                <c:pt idx="6">
                  <c:v>2.43169078316</c:v>
                </c:pt>
                <c:pt idx="7">
                  <c:v>2.41504840597</c:v>
                </c:pt>
                <c:pt idx="8">
                  <c:v>2.39249691706</c:v>
                </c:pt>
                <c:pt idx="9">
                  <c:v>2.36771042378</c:v>
                </c:pt>
                <c:pt idx="10">
                  <c:v>2.34470934422</c:v>
                </c:pt>
                <c:pt idx="11">
                  <c:v>2.32704477249</c:v>
                </c:pt>
                <c:pt idx="12">
                  <c:v>2.31708660868</c:v>
                </c:pt>
                <c:pt idx="13">
                  <c:v>2.31556047794</c:v>
                </c:pt>
                <c:pt idx="14">
                  <c:v>2.32140996236</c:v>
                </c:pt>
                <c:pt idx="15">
                  <c:v>2.33200254826</c:v>
                </c:pt>
                <c:pt idx="16">
                  <c:v>2.34365010714</c:v>
                </c:pt>
                <c:pt idx="17">
                  <c:v>2.35235367982</c:v>
                </c:pt>
                <c:pt idx="18">
                  <c:v>2.35461686729</c:v>
                </c:pt>
                <c:pt idx="19">
                  <c:v>2.34814785336</c:v>
                </c:pt>
                <c:pt idx="20">
                  <c:v>2.33230873921</c:v>
                </c:pt>
                <c:pt idx="21">
                  <c:v>2.30823898936</c:v>
                </c:pt>
                <c:pt idx="22">
                  <c:v>2.27863633366</c:v>
                </c:pt>
                <c:pt idx="23">
                  <c:v>2.24722589447</c:v>
                </c:pt>
                <c:pt idx="24">
                  <c:v>2.21801036093</c:v>
                </c:pt>
                <c:pt idx="25">
                  <c:v>2.19445927067</c:v>
                </c:pt>
                <c:pt idx="26">
                  <c:v>2.17881726021</c:v>
                </c:pt>
                <c:pt idx="27">
                  <c:v>2.17166951944</c:v>
                </c:pt>
                <c:pt idx="28">
                  <c:v>2.17183330973</c:v>
                </c:pt>
                <c:pt idx="29">
                  <c:v>2.1765885297</c:v>
                </c:pt>
                <c:pt idx="30">
                  <c:v>2.18221430639</c:v>
                </c:pt>
                <c:pt idx="31">
                  <c:v>2.18473814365</c:v>
                </c:pt>
                <c:pt idx="32">
                  <c:v>2.1807408127</c:v>
                </c:pt>
                <c:pt idx="33">
                  <c:v>2.16803968444</c:v>
                </c:pt>
                <c:pt idx="34">
                  <c:v>2.14611419142</c:v>
                </c:pt>
                <c:pt idx="35">
                  <c:v>2.11620460352</c:v>
                </c:pt>
                <c:pt idx="36">
                  <c:v>2.08107087089</c:v>
                </c:pt>
                <c:pt idx="37">
                  <c:v>2.04444685626</c:v>
                </c:pt>
                <c:pt idx="38">
                  <c:v>2.01028864512</c:v>
                </c:pt>
                <c:pt idx="39">
                  <c:v>1.98197824709</c:v>
                </c:pt>
                <c:pt idx="40">
                  <c:v>1.96165907147</c:v>
                </c:pt>
                <c:pt idx="41">
                  <c:v>1.94983189543</c:v>
                </c:pt>
                <c:pt idx="42">
                  <c:v>1.94526954518</c:v>
                </c:pt>
                <c:pt idx="43">
                  <c:v>1.94525614593</c:v>
                </c:pt>
                <c:pt idx="44">
                  <c:v>1.94611632271</c:v>
                </c:pt>
                <c:pt idx="45">
                  <c:v>1.94394475085</c:v>
                </c:pt>
                <c:pt idx="46">
                  <c:v>1.93538664444</c:v>
                </c:pt>
                <c:pt idx="47">
                  <c:v>1.91829916499</c:v>
                </c:pt>
                <c:pt idx="48">
                  <c:v>1.89216155029</c:v>
                </c:pt>
                <c:pt idx="49">
                  <c:v>1.85816644049</c:v>
                </c:pt>
                <c:pt idx="50">
                  <c:v>1.81898056455</c:v>
                </c:pt>
                <c:pt idx="51">
                  <c:v>1.77821320074</c:v>
                </c:pt>
                <c:pt idx="52">
                  <c:v>1.73969362582</c:v>
                </c:pt>
                <c:pt idx="53">
                  <c:v>1.70671653818</c:v>
                </c:pt>
                <c:pt idx="54">
                  <c:v>1.68142213665</c:v>
                </c:pt>
                <c:pt idx="55">
                  <c:v>1.66442366231</c:v>
                </c:pt>
                <c:pt idx="56">
                  <c:v>1.65472303497</c:v>
                </c:pt>
                <c:pt idx="57">
                  <c:v>1.64990892373</c:v>
                </c:pt>
                <c:pt idx="58">
                  <c:v>1.64660664252</c:v>
                </c:pt>
                <c:pt idx="59">
                  <c:v>1.64111373747</c:v>
                </c:pt>
                <c:pt idx="60">
                  <c:v>1.63010489673</c:v>
                </c:pt>
                <c:pt idx="61">
                  <c:v>1.61125982583</c:v>
                </c:pt>
                <c:pt idx="62">
                  <c:v>1.58368613274</c:v>
                </c:pt>
                <c:pt idx="63">
                  <c:v>1.54806198116</c:v>
                </c:pt>
                <c:pt idx="64">
                  <c:v>1.50647891923</c:v>
                </c:pt>
                <c:pt idx="65">
                  <c:v>1.46201641901</c:v>
                </c:pt>
                <c:pt idx="66">
                  <c:v>1.41813594994</c:v>
                </c:pt>
                <c:pt idx="67">
                  <c:v>1.37803196722</c:v>
                </c:pt>
                <c:pt idx="68">
                  <c:v>1.34408405386</c:v>
                </c:pt>
                <c:pt idx="69">
                  <c:v>1.31750478001</c:v>
                </c:pt>
                <c:pt idx="70">
                  <c:v>1.2982066793</c:v>
                </c:pt>
                <c:pt idx="71">
                  <c:v>1.28486687671</c:v>
                </c:pt>
                <c:pt idx="72">
                  <c:v>1.27516056555</c:v>
                </c:pt>
                <c:pt idx="73">
                  <c:v>1.26613770453</c:v>
                </c:pt>
                <c:pt idx="74">
                  <c:v>1.25470298936</c:v>
                </c:pt>
                <c:pt idx="75">
                  <c:v>1.2381282482</c:v>
                </c:pt>
                <c:pt idx="76">
                  <c:v>1.21450398712</c:v>
                </c:pt>
                <c:pt idx="77">
                  <c:v>1.18304318834</c:v>
                </c:pt>
                <c:pt idx="78">
                  <c:v>1.14418266061</c:v>
                </c:pt>
                <c:pt idx="79">
                  <c:v>1.0994696443</c:v>
                </c:pt>
                <c:pt idx="80">
                  <c:v>1.05126438667</c:v>
                </c:pt>
                <c:pt idx="81">
                  <c:v>1.00232845133</c:v>
                </c:pt>
                <c:pt idx="82">
                  <c:v>0.955391631729</c:v>
                </c:pt>
                <c:pt idx="83">
                  <c:v>0.91278211934</c:v>
                </c:pt>
                <c:pt idx="84">
                  <c:v>0.876166420893</c:v>
                </c:pt>
                <c:pt idx="85">
                  <c:v>0.846401418587</c:v>
                </c:pt>
                <c:pt idx="86">
                  <c:v>0.823477208935</c:v>
                </c:pt>
                <c:pt idx="87">
                  <c:v>0.806533013965</c:v>
                </c:pt>
                <c:pt idx="88">
                  <c:v>0.793946685863</c:v>
                </c:pt>
                <c:pt idx="89">
                  <c:v>0.783511804418</c:v>
                </c:pt>
                <c:pt idx="90">
                  <c:v>0.772711639074</c:v>
                </c:pt>
                <c:pt idx="91">
                  <c:v>0.759075122072</c:v>
                </c:pt>
                <c:pt idx="92">
                  <c:v>0.740568118905</c:v>
                </c:pt>
                <c:pt idx="93">
                  <c:v>0.7159510452</c:v>
                </c:pt>
                <c:pt idx="94">
                  <c:v>0.685032046771</c:v>
                </c:pt>
                <c:pt idx="95">
                  <c:v>0.648761435856</c:v>
                </c:pt>
                <c:pt idx="96">
                  <c:v>0.609139067594</c:v>
                </c:pt>
                <c:pt idx="97">
                  <c:v>0.56893600193</c:v>
                </c:pt>
                <c:pt idx="98">
                  <c:v>0.531263111975</c:v>
                </c:pt>
                <c:pt idx="99">
                  <c:v>0.499048215255</c:v>
                </c:pt>
                <c:pt idx="100">
                  <c:v>0.474502650825</c:v>
                </c:pt>
                <c:pt idx="101">
                  <c:v>0.4586644357</c:v>
                </c:pt>
                <c:pt idx="102">
                  <c:v>0.451102739497</c:v>
                </c:pt>
                <c:pt idx="103">
                  <c:v>0.44986269597</c:v>
                </c:pt>
                <c:pt idx="104">
                  <c:v>0.451712544614</c:v>
                </c:pt>
                <c:pt idx="105">
                  <c:v>0.452705507072</c:v>
                </c:pt>
                <c:pt idx="106">
                  <c:v>0.448979533017</c:v>
                </c:pt>
                <c:pt idx="107">
                  <c:v>0.437624089275</c:v>
                </c:pt>
                <c:pt idx="108">
                  <c:v>0.417400270731</c:v>
                </c:pt>
                <c:pt idx="109">
                  <c:v>0.389127127858</c:v>
                </c:pt>
                <c:pt idx="110">
                  <c:v>0.355614312534</c:v>
                </c:pt>
                <c:pt idx="111">
                  <c:v>0.321108106473</c:v>
                </c:pt>
                <c:pt idx="112">
                  <c:v>0.290334304491</c:v>
                </c:pt>
                <c:pt idx="113">
                  <c:v>0.267352280854</c:v>
                </c:pt>
                <c:pt idx="114">
                  <c:v>0.25451234972</c:v>
                </c:pt>
                <c:pt idx="115">
                  <c:v>0.25178721845</c:v>
                </c:pt>
                <c:pt idx="116">
                  <c:v>0.256661987731</c:v>
                </c:pt>
                <c:pt idx="117">
                  <c:v>0.264660367351</c:v>
                </c:pt>
                <c:pt idx="118">
                  <c:v>0.270439558339</c:v>
                </c:pt>
                <c:pt idx="119">
                  <c:v>0.269196047725</c:v>
                </c:pt>
                <c:pt idx="120">
                  <c:v>0.257985869632</c:v>
                </c:pt>
                <c:pt idx="121">
                  <c:v>0.236579057389</c:v>
                </c:pt>
                <c:pt idx="122">
                  <c:v>0.207605996144</c:v>
                </c:pt>
                <c:pt idx="123">
                  <c:v>0.175921197439</c:v>
                </c:pt>
                <c:pt idx="124">
                  <c:v>0.147303356287</c:v>
                </c:pt>
                <c:pt idx="125">
                  <c:v>0.126835075547</c:v>
                </c:pt>
                <c:pt idx="126">
                  <c:v>0.11744539555</c:v>
                </c:pt>
                <c:pt idx="127">
                  <c:v>0.11904253917</c:v>
                </c:pt>
                <c:pt idx="128">
                  <c:v>0.128478943355</c:v>
                </c:pt>
                <c:pt idx="129">
                  <c:v>0.140388673157</c:v>
                </c:pt>
                <c:pt idx="130">
                  <c:v>0.148709811652</c:v>
                </c:pt>
                <c:pt idx="131">
                  <c:v>0.148456381007</c:v>
                </c:pt>
                <c:pt idx="132">
                  <c:v>0.13718880207</c:v>
                </c:pt>
                <c:pt idx="133">
                  <c:v>0.115747766704</c:v>
                </c:pt>
                <c:pt idx="134">
                  <c:v>0.0880491653563</c:v>
                </c:pt>
                <c:pt idx="135">
                  <c:v>0.0599715031683</c:v>
                </c:pt>
                <c:pt idx="136">
                  <c:v>0.0376251504937</c:v>
                </c:pt>
                <c:pt idx="137">
                  <c:v>0.0255312991392</c:v>
                </c:pt>
                <c:pt idx="138">
                  <c:v>0.0252813410776</c:v>
                </c:pt>
                <c:pt idx="139">
                  <c:v>0.0350591409185</c:v>
                </c:pt>
                <c:pt idx="140">
                  <c:v>0.0501527563619</c:v>
                </c:pt>
                <c:pt idx="141">
                  <c:v>0.0643376158174</c:v>
                </c:pt>
                <c:pt idx="142">
                  <c:v>0.0717429728325</c:v>
                </c:pt>
                <c:pt idx="143">
                  <c:v>0.0686142325629</c:v>
                </c:pt>
                <c:pt idx="144">
                  <c:v>0.0544267354423</c:v>
                </c:pt>
                <c:pt idx="145">
                  <c:v>0.0320466736439</c:v>
                </c:pt>
                <c:pt idx="146">
                  <c:v>0.00689653062589</c:v>
                </c:pt>
                <c:pt idx="147">
                  <c:v>-0.0146610158726</c:v>
                </c:pt>
                <c:pt idx="148">
                  <c:v>-0.0272391965026</c:v>
                </c:pt>
                <c:pt idx="149">
                  <c:v>-0.0280340696175</c:v>
                </c:pt>
                <c:pt idx="150">
                  <c:v>-0.0176457713299</c:v>
                </c:pt>
                <c:pt idx="151">
                  <c:v>9.6334375145E-05</c:v>
                </c:pt>
                <c:pt idx="152">
                  <c:v>0.0192628167971</c:v>
                </c:pt>
                <c:pt idx="153">
                  <c:v>0.033604277156</c:v>
                </c:pt>
                <c:pt idx="154">
                  <c:v>0.0384350026987</c:v>
                </c:pt>
                <c:pt idx="155">
                  <c:v>0.0320263871696</c:v>
                </c:pt>
                <c:pt idx="156">
                  <c:v>0.0161137592678</c:v>
                </c:pt>
                <c:pt idx="157">
                  <c:v>-0.0046116253957</c:v>
                </c:pt>
                <c:pt idx="158">
                  <c:v>-0.0239790799049</c:v>
                </c:pt>
                <c:pt idx="159">
                  <c:v>-0.0363118097974</c:v>
                </c:pt>
                <c:pt idx="160">
                  <c:v>-0.0380891464564</c:v>
                </c:pt>
                <c:pt idx="161">
                  <c:v>-0.0288912550045</c:v>
                </c:pt>
                <c:pt idx="162">
                  <c:v>-0.0114332801001</c:v>
                </c:pt>
                <c:pt idx="163">
                  <c:v>0.00927279196102</c:v>
                </c:pt>
                <c:pt idx="164">
                  <c:v>0.0273844538908</c:v>
                </c:pt>
                <c:pt idx="165">
                  <c:v>0.0378907055154</c:v>
                </c:pt>
                <c:pt idx="166">
                  <c:v>0.0379719998534</c:v>
                </c:pt>
                <c:pt idx="167">
                  <c:v>0.0276974008478</c:v>
                </c:pt>
                <c:pt idx="168">
                  <c:v>0.00992807346004</c:v>
                </c:pt>
                <c:pt idx="169">
                  <c:v>-0.0105112607162</c:v>
                </c:pt>
                <c:pt idx="170">
                  <c:v>-0.0281671450698</c:v>
                </c:pt>
                <c:pt idx="171">
                  <c:v>-0.0384231841848</c:v>
                </c:pt>
                <c:pt idx="172">
                  <c:v>-0.0386809248155</c:v>
                </c:pt>
                <c:pt idx="173">
                  <c:v>-0.0289629366031</c:v>
                </c:pt>
                <c:pt idx="174">
                  <c:v>-0.0118351227751</c:v>
                </c:pt>
                <c:pt idx="175">
                  <c:v>0.00830033355656</c:v>
                </c:pt>
                <c:pt idx="176">
                  <c:v>0.0263594439091</c:v>
                </c:pt>
                <c:pt idx="177">
                  <c:v>0.0378724230502</c:v>
                </c:pt>
                <c:pt idx="178">
                  <c:v>0.0400708522546</c:v>
                </c:pt>
                <c:pt idx="179">
                  <c:v>0.0325047580109</c:v>
                </c:pt>
                <c:pt idx="180">
                  <c:v>0.0170835565263</c:v>
                </c:pt>
                <c:pt idx="181">
                  <c:v>-0.00243545658739</c:v>
                </c:pt>
                <c:pt idx="182">
                  <c:v>-0.0213842427625</c:v>
                </c:pt>
                <c:pt idx="183">
                  <c:v>-0.035316304488</c:v>
                </c:pt>
                <c:pt idx="184">
                  <c:v>-0.0410428769296</c:v>
                </c:pt>
                <c:pt idx="185">
                  <c:v>-0.0373249988341</c:v>
                </c:pt>
                <c:pt idx="186">
                  <c:v>-0.0250934428908</c:v>
                </c:pt>
                <c:pt idx="187">
                  <c:v>-0.00718367998339</c:v>
                </c:pt>
                <c:pt idx="188">
                  <c:v>0.0123427090508</c:v>
                </c:pt>
                <c:pt idx="189">
                  <c:v>0.0291371225828</c:v>
                </c:pt>
                <c:pt idx="190">
                  <c:v>0.0395384562649</c:v>
                </c:pt>
                <c:pt idx="191">
                  <c:v>0.041350491128</c:v>
                </c:pt>
                <c:pt idx="192">
                  <c:v>0.0342638883178</c:v>
                </c:pt>
                <c:pt idx="193">
                  <c:v>0.0198663962659</c:v>
                </c:pt>
                <c:pt idx="194">
                  <c:v>0.00126291700664</c:v>
                </c:pt>
                <c:pt idx="195">
                  <c:v>-0.0176117604257</c:v>
                </c:pt>
                <c:pt idx="196">
                  <c:v>-0.0328396747019</c:v>
                </c:pt>
                <c:pt idx="197">
                  <c:v>-0.0413324645598</c:v>
                </c:pt>
                <c:pt idx="198">
                  <c:v>-0.0414326865593</c:v>
                </c:pt>
                <c:pt idx="199">
                  <c:v>-0.0331980625514</c:v>
                </c:pt>
                <c:pt idx="200">
                  <c:v>-0.0183414224116</c:v>
                </c:pt>
                <c:pt idx="201">
                  <c:v>0.000145530185412</c:v>
                </c:pt>
                <c:pt idx="202">
                  <c:v>0.0186100828805</c:v>
                </c:pt>
                <c:pt idx="203">
                  <c:v>0.0334725901086</c:v>
                </c:pt>
                <c:pt idx="204">
                  <c:v>0.0419189068495</c:v>
                </c:pt>
                <c:pt idx="205">
                  <c:v>0.0424103040105</c:v>
                </c:pt>
                <c:pt idx="206">
                  <c:v>0.0349286700162</c:v>
                </c:pt>
                <c:pt idx="207">
                  <c:v>0.0209363181926</c:v>
                </c:pt>
                <c:pt idx="208">
                  <c:v>0.00307207720999</c:v>
                </c:pt>
                <c:pt idx="209">
                  <c:v>-0.0153600109041</c:v>
                </c:pt>
                <c:pt idx="210">
                  <c:v>-0.0310135889706</c:v>
                </c:pt>
                <c:pt idx="211">
                  <c:v>-0.0411093186525</c:v>
                </c:pt>
                <c:pt idx="212">
                  <c:v>-0.0439119189195</c:v>
                </c:pt>
                <c:pt idx="213">
                  <c:v>-0.0389984878996</c:v>
                </c:pt>
                <c:pt idx="214">
                  <c:v>-0.0272919832889</c:v>
                </c:pt>
                <c:pt idx="215">
                  <c:v>-0.0108697001181</c:v>
                </c:pt>
                <c:pt idx="216">
                  <c:v>0.00741775163301</c:v>
                </c:pt>
                <c:pt idx="217">
                  <c:v>0.0244525670166</c:v>
                </c:pt>
                <c:pt idx="218">
                  <c:v>0.0373879606302</c:v>
                </c:pt>
                <c:pt idx="219">
                  <c:v>0.0441172221953</c:v>
                </c:pt>
                <c:pt idx="220">
                  <c:v>0.0435950381922</c:v>
                </c:pt>
                <c:pt idx="221">
                  <c:v>0.0359721441802</c:v>
                </c:pt>
                <c:pt idx="222">
                  <c:v>0.0225385404334</c:v>
                </c:pt>
                <c:pt idx="223">
                  <c:v>0.00549226202795</c:v>
                </c:pt>
                <c:pt idx="224">
                  <c:v>-0.0124302419558</c:v>
                </c:pt>
                <c:pt idx="225">
                  <c:v>-0.0284026450257</c:v>
                </c:pt>
                <c:pt idx="226">
                  <c:v>-0.0399577344981</c:v>
                </c:pt>
                <c:pt idx="227">
                  <c:v>-0.0453591615741</c:v>
                </c:pt>
                <c:pt idx="228">
                  <c:v>-0.043841337322</c:v>
                </c:pt>
                <c:pt idx="229">
                  <c:v>-0.0356940264219</c:v>
                </c:pt>
                <c:pt idx="230">
                  <c:v>-0.0221921076553</c:v>
                </c:pt>
                <c:pt idx="231">
                  <c:v>-0.00538583241856</c:v>
                </c:pt>
                <c:pt idx="232">
                  <c:v>0.0122187483183</c:v>
                </c:pt>
                <c:pt idx="233">
                  <c:v>0.0280413430441</c:v>
                </c:pt>
                <c:pt idx="234">
                  <c:v>0.0398086105275</c:v>
                </c:pt>
                <c:pt idx="235">
                  <c:v>0.0458732810967</c:v>
                </c:pt>
                <c:pt idx="236">
                  <c:v>0.0454271686258</c:v>
                </c:pt>
                <c:pt idx="237">
                  <c:v>0.038588210909</c:v>
                </c:pt>
                <c:pt idx="238">
                  <c:v>0.0263605649349</c:v>
                </c:pt>
                <c:pt idx="239">
                  <c:v>0.0104781460554</c:v>
                </c:pt>
                <c:pt idx="240">
                  <c:v>-0.00684792316027</c:v>
                </c:pt>
                <c:pt idx="241">
                  <c:v>-0.0232439718249</c:v>
                </c:pt>
                <c:pt idx="242">
                  <c:v>-0.0365034661785</c:v>
                </c:pt>
                <c:pt idx="243">
                  <c:v>-0.0448809659659</c:v>
                </c:pt>
                <c:pt idx="244">
                  <c:v>-0.0473096060236</c:v>
                </c:pt>
                <c:pt idx="245">
                  <c:v>-0.0435195918446</c:v>
                </c:pt>
                <c:pt idx="246">
                  <c:v>-0.0340519442526</c:v>
                </c:pt>
                <c:pt idx="247">
                  <c:v>-0.0201721596456</c:v>
                </c:pt>
                <c:pt idx="248">
                  <c:v>-0.00369545524805</c:v>
                </c:pt>
                <c:pt idx="249">
                  <c:v>0.0132558880827</c:v>
                </c:pt>
                <c:pt idx="250">
                  <c:v>0.0285312814791</c:v>
                </c:pt>
                <c:pt idx="251">
                  <c:v>0.04022668678</c:v>
                </c:pt>
                <c:pt idx="252">
                  <c:v>0.0469167495504</c:v>
                </c:pt>
                <c:pt idx="253">
                  <c:v>0.0478162897238</c:v>
                </c:pt>
                <c:pt idx="254">
                  <c:v>0.0428578175369</c:v>
                </c:pt>
                <c:pt idx="255">
                  <c:v>0.032683242961</c:v>
                </c:pt>
                <c:pt idx="256">
                  <c:v>0.0185546061183</c:v>
                </c:pt>
                <c:pt idx="257">
                  <c:v>0.00219381406835</c:v>
                </c:pt>
                <c:pt idx="258">
                  <c:v>-0.014431259627</c:v>
                </c:pt>
                <c:pt idx="259">
                  <c:v>-0.0293478393809</c:v>
                </c:pt>
                <c:pt idx="260">
                  <c:v>-0.0408138736327</c:v>
                </c:pt>
                <c:pt idx="261">
                  <c:v>-0.0475170448027</c:v>
                </c:pt>
                <c:pt idx="262">
                  <c:v>-0.0487148389468</c:v>
                </c:pt>
                <c:pt idx="263">
                  <c:v>-0.0443048288293</c:v>
                </c:pt>
                <c:pt idx="264">
                  <c:v>-0.034823298599</c:v>
                </c:pt>
                <c:pt idx="265">
                  <c:v>-0.0213754624477</c:v>
                </c:pt>
                <c:pt idx="266">
                  <c:v>-0.00550436537479</c:v>
                </c:pt>
                <c:pt idx="267">
                  <c:v>0.0109888063589</c:v>
                </c:pt>
                <c:pt idx="268">
                  <c:v>0.0262527359713</c:v>
                </c:pt>
                <c:pt idx="269">
                  <c:v>0.0385960224708</c:v>
                </c:pt>
                <c:pt idx="270">
                  <c:v>0.0466724824928</c:v>
                </c:pt>
                <c:pt idx="271">
                  <c:v>0.0496208151457</c:v>
                </c:pt>
                <c:pt idx="272">
                  <c:v>0.0471468757195</c:v>
                </c:pt>
                <c:pt idx="273">
                  <c:v>0.0395448276137</c:v>
                </c:pt>
                <c:pt idx="274">
                  <c:v>0.0276582834539</c:v>
                </c:pt>
                <c:pt idx="275">
                  <c:v>0.0127855259346</c:v>
                </c:pt>
                <c:pt idx="276">
                  <c:v>-0.00346321500613</c:v>
                </c:pt>
                <c:pt idx="277">
                  <c:v>-0.0193424385014</c:v>
                </c:pt>
                <c:pt idx="278">
                  <c:v>-0.0331616821341</c:v>
                </c:pt>
                <c:pt idx="279">
                  <c:v>-0.0434660268513</c:v>
                </c:pt>
                <c:pt idx="280">
                  <c:v>-0.0491856710879</c:v>
                </c:pt>
                <c:pt idx="281">
                  <c:v>-0.0497400984091</c:v>
                </c:pt>
                <c:pt idx="282">
                  <c:v>-0.0450898885146</c:v>
                </c:pt>
                <c:pt idx="283">
                  <c:v>-0.035734656034</c:v>
                </c:pt>
                <c:pt idx="284">
                  <c:v>-0.0226586030306</c:v>
                </c:pt>
                <c:pt idx="285">
                  <c:v>-0.00722771663678</c:v>
                </c:pt>
                <c:pt idx="286">
                  <c:v>0.00895316100271</c:v>
                </c:pt>
                <c:pt idx="287">
                  <c:v>0.0242092593811</c:v>
                </c:pt>
                <c:pt idx="288">
                  <c:v>0.0369714402492</c:v>
                </c:pt>
                <c:pt idx="289">
                  <c:v>0.0459374829772</c:v>
                </c:pt>
                <c:pt idx="290">
                  <c:v>0.0502014381449</c:v>
                </c:pt>
                <c:pt idx="291">
                  <c:v>0.049339689064</c:v>
                </c:pt>
                <c:pt idx="292">
                  <c:v>0.043448551052</c:v>
                </c:pt>
                <c:pt idx="293">
                  <c:v>0.0331322818323</c:v>
                </c:pt>
                <c:pt idx="294">
                  <c:v>0.0194426651011</c:v>
                </c:pt>
                <c:pt idx="295">
                  <c:v>0.00377389928345</c:v>
                </c:pt>
                <c:pt idx="296">
                  <c:v>-0.0122790194185</c:v>
                </c:pt>
                <c:pt idx="297">
                  <c:v>-0.027084393016</c:v>
                </c:pt>
                <c:pt idx="298">
                  <c:v>-0.0391416871184</c:v>
                </c:pt>
                <c:pt idx="299">
                  <c:v>-0.0472335799355</c:v>
                </c:pt>
                <c:pt idx="300">
                  <c:v>-0.0505461207541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6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3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-2.5</c:v>
                </c:pt>
                <c:pt idx="1">
                  <c:v>-2.45</c:v>
                </c:pt>
                <c:pt idx="2">
                  <c:v>-2.4</c:v>
                </c:pt>
                <c:pt idx="3">
                  <c:v>-2.35</c:v>
                </c:pt>
                <c:pt idx="4">
                  <c:v>-2.3</c:v>
                </c:pt>
                <c:pt idx="5">
                  <c:v>-2.25</c:v>
                </c:pt>
                <c:pt idx="6">
                  <c:v>-2.2</c:v>
                </c:pt>
                <c:pt idx="7">
                  <c:v>-2.15</c:v>
                </c:pt>
                <c:pt idx="8">
                  <c:v>-2.1</c:v>
                </c:pt>
                <c:pt idx="9">
                  <c:v>-2.05</c:v>
                </c:pt>
                <c:pt idx="10">
                  <c:v>-2</c:v>
                </c:pt>
                <c:pt idx="11">
                  <c:v>-1.95</c:v>
                </c:pt>
                <c:pt idx="12">
                  <c:v>-1.9</c:v>
                </c:pt>
                <c:pt idx="13">
                  <c:v>-1.85</c:v>
                </c:pt>
                <c:pt idx="14">
                  <c:v>-1.8</c:v>
                </c:pt>
                <c:pt idx="15">
                  <c:v>-1.75</c:v>
                </c:pt>
                <c:pt idx="16">
                  <c:v>-1.7</c:v>
                </c:pt>
                <c:pt idx="17">
                  <c:v>-1.65</c:v>
                </c:pt>
                <c:pt idx="18">
                  <c:v>-1.6</c:v>
                </c:pt>
                <c:pt idx="19">
                  <c:v>-1.55</c:v>
                </c:pt>
                <c:pt idx="20">
                  <c:v>-1.5</c:v>
                </c:pt>
                <c:pt idx="21">
                  <c:v>-1.45</c:v>
                </c:pt>
                <c:pt idx="22">
                  <c:v>-1.4</c:v>
                </c:pt>
                <c:pt idx="23">
                  <c:v>-1.35</c:v>
                </c:pt>
                <c:pt idx="24">
                  <c:v>-1.3</c:v>
                </c:pt>
                <c:pt idx="25">
                  <c:v>-1.25</c:v>
                </c:pt>
                <c:pt idx="26">
                  <c:v>-1.2</c:v>
                </c:pt>
                <c:pt idx="27">
                  <c:v>-1.15</c:v>
                </c:pt>
                <c:pt idx="28">
                  <c:v>-1.1</c:v>
                </c:pt>
                <c:pt idx="29">
                  <c:v>-1.05</c:v>
                </c:pt>
                <c:pt idx="30">
                  <c:v>-1</c:v>
                </c:pt>
                <c:pt idx="31">
                  <c:v>-0.95</c:v>
                </c:pt>
                <c:pt idx="32">
                  <c:v>-0.9</c:v>
                </c:pt>
                <c:pt idx="33">
                  <c:v>-0.85</c:v>
                </c:pt>
                <c:pt idx="34">
                  <c:v>-0.8</c:v>
                </c:pt>
                <c:pt idx="35">
                  <c:v>-0.75</c:v>
                </c:pt>
                <c:pt idx="36">
                  <c:v>-0.7</c:v>
                </c:pt>
                <c:pt idx="37">
                  <c:v>-0.65</c:v>
                </c:pt>
                <c:pt idx="38">
                  <c:v>-0.6</c:v>
                </c:pt>
                <c:pt idx="39">
                  <c:v>-0.55</c:v>
                </c:pt>
                <c:pt idx="40">
                  <c:v>-0.5</c:v>
                </c:pt>
                <c:pt idx="41">
                  <c:v>-0.45</c:v>
                </c:pt>
                <c:pt idx="42">
                  <c:v>-0.4</c:v>
                </c:pt>
                <c:pt idx="43">
                  <c:v>-0.35</c:v>
                </c:pt>
                <c:pt idx="44">
                  <c:v>-0.3</c:v>
                </c:pt>
                <c:pt idx="45">
                  <c:v>-0.25</c:v>
                </c:pt>
                <c:pt idx="46">
                  <c:v>-0.2</c:v>
                </c:pt>
                <c:pt idx="47">
                  <c:v>-0.15</c:v>
                </c:pt>
                <c:pt idx="48">
                  <c:v>-0.1</c:v>
                </c:pt>
                <c:pt idx="49">
                  <c:v>-0.05</c:v>
                </c:pt>
                <c:pt idx="50">
                  <c:v>0</c:v>
                </c:pt>
                <c:pt idx="51">
                  <c:v>0.05</c:v>
                </c:pt>
                <c:pt idx="52">
                  <c:v>0.1</c:v>
                </c:pt>
                <c:pt idx="53">
                  <c:v>0.15</c:v>
                </c:pt>
                <c:pt idx="54">
                  <c:v>0.2</c:v>
                </c:pt>
                <c:pt idx="55">
                  <c:v>0.25</c:v>
                </c:pt>
                <c:pt idx="56">
                  <c:v>0.3</c:v>
                </c:pt>
                <c:pt idx="57">
                  <c:v>0.35</c:v>
                </c:pt>
                <c:pt idx="58">
                  <c:v>0.4</c:v>
                </c:pt>
                <c:pt idx="59">
                  <c:v>0.45</c:v>
                </c:pt>
                <c:pt idx="60">
                  <c:v>0.5</c:v>
                </c:pt>
                <c:pt idx="61">
                  <c:v>0.55</c:v>
                </c:pt>
                <c:pt idx="62">
                  <c:v>0.6</c:v>
                </c:pt>
                <c:pt idx="63">
                  <c:v>0.65</c:v>
                </c:pt>
                <c:pt idx="64">
                  <c:v>0.7</c:v>
                </c:pt>
                <c:pt idx="65">
                  <c:v>0.75</c:v>
                </c:pt>
                <c:pt idx="66">
                  <c:v>0.8</c:v>
                </c:pt>
                <c:pt idx="67">
                  <c:v>0.85</c:v>
                </c:pt>
                <c:pt idx="68">
                  <c:v>0.9</c:v>
                </c:pt>
                <c:pt idx="69">
                  <c:v>0.95</c:v>
                </c:pt>
                <c:pt idx="70">
                  <c:v>1</c:v>
                </c:pt>
                <c:pt idx="71">
                  <c:v>1.05</c:v>
                </c:pt>
                <c:pt idx="72">
                  <c:v>1.1</c:v>
                </c:pt>
                <c:pt idx="73">
                  <c:v>1.15</c:v>
                </c:pt>
                <c:pt idx="74">
                  <c:v>1.2</c:v>
                </c:pt>
                <c:pt idx="75">
                  <c:v>1.25</c:v>
                </c:pt>
                <c:pt idx="76">
                  <c:v>1.3</c:v>
                </c:pt>
                <c:pt idx="77">
                  <c:v>1.35</c:v>
                </c:pt>
                <c:pt idx="78">
                  <c:v>1.4</c:v>
                </c:pt>
                <c:pt idx="79">
                  <c:v>1.45</c:v>
                </c:pt>
                <c:pt idx="80">
                  <c:v>1.5</c:v>
                </c:pt>
                <c:pt idx="81">
                  <c:v>1.55</c:v>
                </c:pt>
                <c:pt idx="82">
                  <c:v>1.6</c:v>
                </c:pt>
                <c:pt idx="83">
                  <c:v>1.65</c:v>
                </c:pt>
                <c:pt idx="84">
                  <c:v>1.7</c:v>
                </c:pt>
                <c:pt idx="85">
                  <c:v>1.75</c:v>
                </c:pt>
                <c:pt idx="86">
                  <c:v>1.8</c:v>
                </c:pt>
                <c:pt idx="87">
                  <c:v>1.85</c:v>
                </c:pt>
                <c:pt idx="88">
                  <c:v>1.9</c:v>
                </c:pt>
                <c:pt idx="89">
                  <c:v>1.95</c:v>
                </c:pt>
                <c:pt idx="90">
                  <c:v>2</c:v>
                </c:pt>
                <c:pt idx="91">
                  <c:v>2.05</c:v>
                </c:pt>
                <c:pt idx="92">
                  <c:v>2.1</c:v>
                </c:pt>
                <c:pt idx="93">
                  <c:v>2.15</c:v>
                </c:pt>
                <c:pt idx="94">
                  <c:v>2.2</c:v>
                </c:pt>
                <c:pt idx="95">
                  <c:v>2.25</c:v>
                </c:pt>
                <c:pt idx="96">
                  <c:v>2.3</c:v>
                </c:pt>
                <c:pt idx="97">
                  <c:v>2.35</c:v>
                </c:pt>
                <c:pt idx="98">
                  <c:v>2.4</c:v>
                </c:pt>
                <c:pt idx="99">
                  <c:v>2.45</c:v>
                </c:pt>
                <c:pt idx="100">
                  <c:v>2.5</c:v>
                </c:pt>
              </c:numCache>
            </c:numRef>
          </c:xVal>
          <c:yVal>
            <c:numRef>
              <c:f>'Chart Data'!$B$2:$B$102</c:f>
              <c:numCache>
                <c:formatCode>0</c:formatCode>
                <c:ptCount val="101"/>
                <c:pt idx="0">
                  <c:v>-0.0151496633981</c:v>
                </c:pt>
                <c:pt idx="1">
                  <c:v>-0.0217493206273</c:v>
                </c:pt>
                <c:pt idx="2">
                  <c:v>-0.0309967262406</c:v>
                </c:pt>
                <c:pt idx="3">
                  <c:v>-0.0438544208153</c:v>
                </c:pt>
                <c:pt idx="4">
                  <c:v>-0.0615939919025</c:v>
                </c:pt>
                <c:pt idx="5">
                  <c:v>-0.0858797444592</c:v>
                </c:pt>
                <c:pt idx="6">
                  <c:v>-0.118869532683</c:v>
                </c:pt>
                <c:pt idx="7">
                  <c:v>-0.163334447257</c:v>
                </c:pt>
                <c:pt idx="8">
                  <c:v>-0.222798590457</c:v>
                </c:pt>
                <c:pt idx="9">
                  <c:v>-0.301699444586</c:v>
                </c:pt>
                <c:pt idx="10">
                  <c:v>-0.40556829999</c:v>
                </c:pt>
                <c:pt idx="11">
                  <c:v>-0.541228819526</c:v>
                </c:pt>
                <c:pt idx="12">
                  <c:v>-0.717010054261</c:v>
                </c:pt>
                <c:pt idx="13">
                  <c:v>-0.942968091478</c:v>
                </c:pt>
                <c:pt idx="14">
                  <c:v>-1.23110804316</c:v>
                </c:pt>
                <c:pt idx="15">
                  <c:v>-1.59559534329</c:v>
                </c:pt>
                <c:pt idx="16">
                  <c:v>-2.05294243395</c:v>
                </c:pt>
                <c:pt idx="17">
                  <c:v>-2.62215405208</c:v>
                </c:pt>
                <c:pt idx="18">
                  <c:v>-3.32481170143</c:v>
                </c:pt>
                <c:pt idx="19">
                  <c:v>-4.18507577424</c:v>
                </c:pt>
                <c:pt idx="20">
                  <c:v>-5.22958247917</c:v>
                </c:pt>
                <c:pt idx="21">
                  <c:v>-6.48721255855</c:v>
                </c:pt>
                <c:pt idx="22">
                  <c:v>-7.98871006117</c:v>
                </c:pt>
                <c:pt idx="23">
                  <c:v>-9.76613246183</c:v>
                </c:pt>
                <c:pt idx="24">
                  <c:v>-11.8521184072</c:v>
                </c:pt>
                <c:pt idx="25">
                  <c:v>-14.278966433</c:v>
                </c:pt>
                <c:pt idx="26">
                  <c:v>-17.0775271196</c:v>
                </c:pt>
                <c:pt idx="27">
                  <c:v>-20.2759221309</c:v>
                </c:pt>
                <c:pt idx="28">
                  <c:v>-23.8981160418</c:v>
                </c:pt>
                <c:pt idx="29">
                  <c:v>-27.9623802028</c:v>
                </c:pt>
                <c:pt idx="30">
                  <c:v>-32.4797013563</c:v>
                </c:pt>
                <c:pt idx="31">
                  <c:v>-37.4522003661</c:v>
                </c:pt>
                <c:pt idx="32">
                  <c:v>-42.8716372081</c:v>
                </c:pt>
                <c:pt idx="33">
                  <c:v>-48.7180862173</c:v>
                </c:pt>
                <c:pt idx="34">
                  <c:v>-54.9588694504</c:v>
                </c:pt>
                <c:pt idx="35">
                  <c:v>-61.5478350214</c:v>
                </c:pt>
                <c:pt idx="36">
                  <c:v>-68.4250607393</c:v>
                </c:pt>
                <c:pt idx="37">
                  <c:v>-75.5170510133</c:v>
                </c:pt>
                <c:pt idx="38">
                  <c:v>-82.7374768687</c:v>
                </c:pt>
                <c:pt idx="39">
                  <c:v>-89.9884855884</c:v>
                </c:pt>
                <c:pt idx="40">
                  <c:v>-97.1625789484</c:v>
                </c:pt>
                <c:pt idx="41">
                  <c:v>-104.145028699</c:v>
                </c:pt>
                <c:pt idx="42">
                  <c:v>-110.816766634</c:v>
                </c:pt>
                <c:pt idx="43">
                  <c:v>-117.057656335</c:v>
                </c:pt>
                <c:pt idx="44">
                  <c:v>-122.750026606</c:v>
                </c:pt>
                <c:pt idx="45">
                  <c:v>-127.782324794</c:v>
                </c:pt>
                <c:pt idx="46">
                  <c:v>-132.052733435</c:v>
                </c:pt>
                <c:pt idx="47">
                  <c:v>-135.472587396</c:v>
                </c:pt>
                <c:pt idx="48">
                  <c:v>-137.969431754</c:v>
                </c:pt>
                <c:pt idx="49">
                  <c:v>-139.489573266</c:v>
                </c:pt>
                <c:pt idx="50">
                  <c:v>-140</c:v>
                </c:pt>
                <c:pt idx="51">
                  <c:v>-139.489573266</c:v>
                </c:pt>
                <c:pt idx="52">
                  <c:v>-137.969431754</c:v>
                </c:pt>
                <c:pt idx="53">
                  <c:v>-135.472587396</c:v>
                </c:pt>
                <c:pt idx="54">
                  <c:v>-132.052733435</c:v>
                </c:pt>
                <c:pt idx="55">
                  <c:v>-127.782324794</c:v>
                </c:pt>
                <c:pt idx="56">
                  <c:v>-122.750026606</c:v>
                </c:pt>
                <c:pt idx="57">
                  <c:v>-117.057656335</c:v>
                </c:pt>
                <c:pt idx="58">
                  <c:v>-110.816766634</c:v>
                </c:pt>
                <c:pt idx="59">
                  <c:v>-104.145028699</c:v>
                </c:pt>
                <c:pt idx="60">
                  <c:v>-97.1625789484</c:v>
                </c:pt>
                <c:pt idx="61">
                  <c:v>-89.9884855884</c:v>
                </c:pt>
                <c:pt idx="62">
                  <c:v>-82.7374768687</c:v>
                </c:pt>
                <c:pt idx="63">
                  <c:v>-75.5170510133</c:v>
                </c:pt>
                <c:pt idx="64">
                  <c:v>-68.4250607393</c:v>
                </c:pt>
                <c:pt idx="65">
                  <c:v>-61.5478350214</c:v>
                </c:pt>
                <c:pt idx="66">
                  <c:v>-54.9588694504</c:v>
                </c:pt>
                <c:pt idx="67">
                  <c:v>-48.7180862173</c:v>
                </c:pt>
                <c:pt idx="68">
                  <c:v>-42.8716372081</c:v>
                </c:pt>
                <c:pt idx="69">
                  <c:v>-37.4522003661</c:v>
                </c:pt>
                <c:pt idx="70">
                  <c:v>-32.4797013563</c:v>
                </c:pt>
                <c:pt idx="71">
                  <c:v>-27.9623802028</c:v>
                </c:pt>
                <c:pt idx="72">
                  <c:v>-23.8981160418</c:v>
                </c:pt>
                <c:pt idx="73">
                  <c:v>-20.2759221309</c:v>
                </c:pt>
                <c:pt idx="74">
                  <c:v>-17.0775271196</c:v>
                </c:pt>
                <c:pt idx="75">
                  <c:v>-14.278966433</c:v>
                </c:pt>
                <c:pt idx="76">
                  <c:v>-11.8521184072</c:v>
                </c:pt>
                <c:pt idx="77">
                  <c:v>-9.76613246183</c:v>
                </c:pt>
                <c:pt idx="78">
                  <c:v>-7.98871006117</c:v>
                </c:pt>
                <c:pt idx="79">
                  <c:v>-6.48721255855</c:v>
                </c:pt>
                <c:pt idx="80">
                  <c:v>-5.22958247917</c:v>
                </c:pt>
                <c:pt idx="81">
                  <c:v>-4.18507577424</c:v>
                </c:pt>
                <c:pt idx="82">
                  <c:v>-3.32481170143</c:v>
                </c:pt>
                <c:pt idx="83">
                  <c:v>-2.62215405208</c:v>
                </c:pt>
                <c:pt idx="84">
                  <c:v>-2.05294243395</c:v>
                </c:pt>
                <c:pt idx="85">
                  <c:v>-1.59559534329</c:v>
                </c:pt>
                <c:pt idx="86">
                  <c:v>-1.23110804316</c:v>
                </c:pt>
                <c:pt idx="87">
                  <c:v>-0.942968091478</c:v>
                </c:pt>
                <c:pt idx="88">
                  <c:v>-0.717010054261</c:v>
                </c:pt>
                <c:pt idx="89">
                  <c:v>-0.541228819526</c:v>
                </c:pt>
                <c:pt idx="90">
                  <c:v>-0.40556829999</c:v>
                </c:pt>
                <c:pt idx="91">
                  <c:v>-0.301699444586</c:v>
                </c:pt>
                <c:pt idx="92">
                  <c:v>-0.222798590457</c:v>
                </c:pt>
                <c:pt idx="93">
                  <c:v>-0.163334447257</c:v>
                </c:pt>
                <c:pt idx="94">
                  <c:v>-0.118869532683</c:v>
                </c:pt>
                <c:pt idx="95">
                  <c:v>-0.0858797444592</c:v>
                </c:pt>
                <c:pt idx="96">
                  <c:v>-0.0615939919025</c:v>
                </c:pt>
                <c:pt idx="97">
                  <c:v>-0.0438544208153</c:v>
                </c:pt>
                <c:pt idx="98">
                  <c:v>-0.0309967262406</c:v>
                </c:pt>
                <c:pt idx="99">
                  <c:v>-0.0217493206273</c:v>
                </c:pt>
                <c:pt idx="100">
                  <c:v>-0.0151496633981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8395A1"/>
            </a:solidFill>
            <a:ln xmlns:a="http://schemas.openxmlformats.org/drawingml/2006/main" w="28575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-2.5</c:v>
                </c:pt>
                <c:pt idx="1">
                  <c:v>2.5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21877A"/>
            </a:solidFill>
            <a:ln xmlns:a="http://schemas.openxmlformats.org/drawingml/2006/main" w="28575">
              <a:solidFill>
                <a:srgbClr val="21877A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-1</c:v>
                </c:pt>
                <c:pt idx="1">
                  <c:v>1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-45</c:v>
                </c:pt>
                <c:pt idx="1">
                  <c:v>-45</c:v>
                </c:pt>
              </c:numCache>
            </c:numRef>
          </c:yVal>
        </c:ser>
        <c:ser>
          <c:idx val="3"/>
          <c:order val="3"/>
          <c:spPr>
            <a:solidFill xmlns:a="http://schemas.openxmlformats.org/drawingml/2006/main">
              <a:srgbClr val="B44147"/>
            </a:solidFill>
            <a:ln xmlns:a="http://schemas.openxmlformats.org/drawingml/2006/main" w="28575">
              <a:solidFill>
                <a:srgbClr val="B44147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-1</c:v>
                </c:pt>
                <c:pt idx="1">
                  <c:v>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1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能量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移动阱中心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Data'!$A$2:$A$452</c:f>
              <c:numCache>
                <c:formatCode>General</c:formatCode>
                <c:ptCount val="45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  <c:pt idx="301">
                  <c:v>602</c:v>
                </c:pt>
                <c:pt idx="302">
                  <c:v>604</c:v>
                </c:pt>
                <c:pt idx="303">
                  <c:v>606</c:v>
                </c:pt>
                <c:pt idx="304">
                  <c:v>608</c:v>
                </c:pt>
                <c:pt idx="305">
                  <c:v>610</c:v>
                </c:pt>
                <c:pt idx="306">
                  <c:v>612</c:v>
                </c:pt>
                <c:pt idx="307">
                  <c:v>614</c:v>
                </c:pt>
                <c:pt idx="308">
                  <c:v>616</c:v>
                </c:pt>
                <c:pt idx="309">
                  <c:v>618</c:v>
                </c:pt>
                <c:pt idx="310">
                  <c:v>620</c:v>
                </c:pt>
                <c:pt idx="311">
                  <c:v>622</c:v>
                </c:pt>
                <c:pt idx="312">
                  <c:v>624</c:v>
                </c:pt>
                <c:pt idx="313">
                  <c:v>626</c:v>
                </c:pt>
                <c:pt idx="314">
                  <c:v>628</c:v>
                </c:pt>
                <c:pt idx="315">
                  <c:v>630</c:v>
                </c:pt>
                <c:pt idx="316">
                  <c:v>632</c:v>
                </c:pt>
                <c:pt idx="317">
                  <c:v>634</c:v>
                </c:pt>
                <c:pt idx="318">
                  <c:v>636</c:v>
                </c:pt>
                <c:pt idx="319">
                  <c:v>638</c:v>
                </c:pt>
                <c:pt idx="320">
                  <c:v>640</c:v>
                </c:pt>
                <c:pt idx="321">
                  <c:v>642</c:v>
                </c:pt>
                <c:pt idx="322">
                  <c:v>644</c:v>
                </c:pt>
                <c:pt idx="323">
                  <c:v>646</c:v>
                </c:pt>
                <c:pt idx="324">
                  <c:v>648</c:v>
                </c:pt>
                <c:pt idx="325">
                  <c:v>650</c:v>
                </c:pt>
                <c:pt idx="326">
                  <c:v>652</c:v>
                </c:pt>
                <c:pt idx="327">
                  <c:v>654</c:v>
                </c:pt>
                <c:pt idx="328">
                  <c:v>656</c:v>
                </c:pt>
                <c:pt idx="329">
                  <c:v>658</c:v>
                </c:pt>
                <c:pt idx="330">
                  <c:v>660</c:v>
                </c:pt>
                <c:pt idx="331">
                  <c:v>662</c:v>
                </c:pt>
                <c:pt idx="332">
                  <c:v>664</c:v>
                </c:pt>
                <c:pt idx="333">
                  <c:v>666</c:v>
                </c:pt>
                <c:pt idx="334">
                  <c:v>668</c:v>
                </c:pt>
                <c:pt idx="335">
                  <c:v>670</c:v>
                </c:pt>
                <c:pt idx="336">
                  <c:v>672</c:v>
                </c:pt>
                <c:pt idx="337">
                  <c:v>674</c:v>
                </c:pt>
                <c:pt idx="338">
                  <c:v>676</c:v>
                </c:pt>
                <c:pt idx="339">
                  <c:v>678</c:v>
                </c:pt>
                <c:pt idx="340">
                  <c:v>680</c:v>
                </c:pt>
                <c:pt idx="341">
                  <c:v>682</c:v>
                </c:pt>
                <c:pt idx="342">
                  <c:v>684</c:v>
                </c:pt>
                <c:pt idx="343">
                  <c:v>686</c:v>
                </c:pt>
                <c:pt idx="344">
                  <c:v>688</c:v>
                </c:pt>
                <c:pt idx="345">
                  <c:v>690</c:v>
                </c:pt>
                <c:pt idx="346">
                  <c:v>692</c:v>
                </c:pt>
                <c:pt idx="347">
                  <c:v>694</c:v>
                </c:pt>
                <c:pt idx="348">
                  <c:v>696</c:v>
                </c:pt>
                <c:pt idx="349">
                  <c:v>698</c:v>
                </c:pt>
                <c:pt idx="350">
                  <c:v>700</c:v>
                </c:pt>
                <c:pt idx="351">
                  <c:v>702</c:v>
                </c:pt>
                <c:pt idx="352">
                  <c:v>704</c:v>
                </c:pt>
                <c:pt idx="353">
                  <c:v>706</c:v>
                </c:pt>
                <c:pt idx="354">
                  <c:v>708</c:v>
                </c:pt>
                <c:pt idx="355">
                  <c:v>710</c:v>
                </c:pt>
                <c:pt idx="356">
                  <c:v>712</c:v>
                </c:pt>
                <c:pt idx="357">
                  <c:v>714</c:v>
                </c:pt>
                <c:pt idx="358">
                  <c:v>716</c:v>
                </c:pt>
                <c:pt idx="359">
                  <c:v>718</c:v>
                </c:pt>
                <c:pt idx="360">
                  <c:v>720</c:v>
                </c:pt>
                <c:pt idx="361">
                  <c:v>722</c:v>
                </c:pt>
                <c:pt idx="362">
                  <c:v>724</c:v>
                </c:pt>
                <c:pt idx="363">
                  <c:v>726</c:v>
                </c:pt>
                <c:pt idx="364">
                  <c:v>728</c:v>
                </c:pt>
                <c:pt idx="365">
                  <c:v>730</c:v>
                </c:pt>
                <c:pt idx="366">
                  <c:v>732</c:v>
                </c:pt>
                <c:pt idx="367">
                  <c:v>734</c:v>
                </c:pt>
                <c:pt idx="368">
                  <c:v>736</c:v>
                </c:pt>
                <c:pt idx="369">
                  <c:v>738</c:v>
                </c:pt>
                <c:pt idx="370">
                  <c:v>740</c:v>
                </c:pt>
                <c:pt idx="371">
                  <c:v>742</c:v>
                </c:pt>
                <c:pt idx="372">
                  <c:v>744</c:v>
                </c:pt>
                <c:pt idx="373">
                  <c:v>746</c:v>
                </c:pt>
                <c:pt idx="374">
                  <c:v>748</c:v>
                </c:pt>
                <c:pt idx="375">
                  <c:v>750</c:v>
                </c:pt>
                <c:pt idx="376">
                  <c:v>752</c:v>
                </c:pt>
                <c:pt idx="377">
                  <c:v>754</c:v>
                </c:pt>
                <c:pt idx="378">
                  <c:v>756</c:v>
                </c:pt>
                <c:pt idx="379">
                  <c:v>758</c:v>
                </c:pt>
                <c:pt idx="380">
                  <c:v>760</c:v>
                </c:pt>
                <c:pt idx="381">
                  <c:v>762</c:v>
                </c:pt>
                <c:pt idx="382">
                  <c:v>764</c:v>
                </c:pt>
                <c:pt idx="383">
                  <c:v>766</c:v>
                </c:pt>
                <c:pt idx="384">
                  <c:v>768</c:v>
                </c:pt>
                <c:pt idx="385">
                  <c:v>770</c:v>
                </c:pt>
                <c:pt idx="386">
                  <c:v>772</c:v>
                </c:pt>
                <c:pt idx="387">
                  <c:v>774</c:v>
                </c:pt>
                <c:pt idx="388">
                  <c:v>776</c:v>
                </c:pt>
                <c:pt idx="389">
                  <c:v>778</c:v>
                </c:pt>
                <c:pt idx="390">
                  <c:v>780</c:v>
                </c:pt>
                <c:pt idx="391">
                  <c:v>782</c:v>
                </c:pt>
                <c:pt idx="392">
                  <c:v>784</c:v>
                </c:pt>
                <c:pt idx="393">
                  <c:v>786</c:v>
                </c:pt>
                <c:pt idx="394">
                  <c:v>788</c:v>
                </c:pt>
                <c:pt idx="395">
                  <c:v>790</c:v>
                </c:pt>
                <c:pt idx="396">
                  <c:v>792</c:v>
                </c:pt>
                <c:pt idx="397">
                  <c:v>794</c:v>
                </c:pt>
                <c:pt idx="398">
                  <c:v>796</c:v>
                </c:pt>
                <c:pt idx="399">
                  <c:v>798</c:v>
                </c:pt>
                <c:pt idx="400">
                  <c:v>800</c:v>
                </c:pt>
                <c:pt idx="401">
                  <c:v>802</c:v>
                </c:pt>
                <c:pt idx="402">
                  <c:v>804</c:v>
                </c:pt>
                <c:pt idx="403">
                  <c:v>806</c:v>
                </c:pt>
                <c:pt idx="404">
                  <c:v>808</c:v>
                </c:pt>
                <c:pt idx="405">
                  <c:v>810</c:v>
                </c:pt>
                <c:pt idx="406">
                  <c:v>812</c:v>
                </c:pt>
                <c:pt idx="407">
                  <c:v>814</c:v>
                </c:pt>
                <c:pt idx="408">
                  <c:v>816</c:v>
                </c:pt>
                <c:pt idx="409">
                  <c:v>818</c:v>
                </c:pt>
                <c:pt idx="410">
                  <c:v>820</c:v>
                </c:pt>
                <c:pt idx="411">
                  <c:v>822</c:v>
                </c:pt>
                <c:pt idx="412">
                  <c:v>824</c:v>
                </c:pt>
                <c:pt idx="413">
                  <c:v>826</c:v>
                </c:pt>
                <c:pt idx="414">
                  <c:v>828</c:v>
                </c:pt>
                <c:pt idx="415">
                  <c:v>830</c:v>
                </c:pt>
                <c:pt idx="416">
                  <c:v>832</c:v>
                </c:pt>
                <c:pt idx="417">
                  <c:v>834</c:v>
                </c:pt>
                <c:pt idx="418">
                  <c:v>836</c:v>
                </c:pt>
                <c:pt idx="419">
                  <c:v>838</c:v>
                </c:pt>
                <c:pt idx="420">
                  <c:v>840</c:v>
                </c:pt>
                <c:pt idx="421">
                  <c:v>842</c:v>
                </c:pt>
                <c:pt idx="422">
                  <c:v>844</c:v>
                </c:pt>
                <c:pt idx="423">
                  <c:v>846</c:v>
                </c:pt>
                <c:pt idx="424">
                  <c:v>848</c:v>
                </c:pt>
                <c:pt idx="425">
                  <c:v>850</c:v>
                </c:pt>
                <c:pt idx="426">
                  <c:v>852</c:v>
                </c:pt>
                <c:pt idx="427">
                  <c:v>854</c:v>
                </c:pt>
                <c:pt idx="428">
                  <c:v>856</c:v>
                </c:pt>
                <c:pt idx="429">
                  <c:v>858</c:v>
                </c:pt>
                <c:pt idx="430">
                  <c:v>860</c:v>
                </c:pt>
                <c:pt idx="431">
                  <c:v>862</c:v>
                </c:pt>
                <c:pt idx="432">
                  <c:v>864</c:v>
                </c:pt>
                <c:pt idx="433">
                  <c:v>866</c:v>
                </c:pt>
                <c:pt idx="434">
                  <c:v>868</c:v>
                </c:pt>
                <c:pt idx="435">
                  <c:v>870</c:v>
                </c:pt>
                <c:pt idx="436">
                  <c:v>872</c:v>
                </c:pt>
                <c:pt idx="437">
                  <c:v>874</c:v>
                </c:pt>
                <c:pt idx="438">
                  <c:v>876</c:v>
                </c:pt>
                <c:pt idx="439">
                  <c:v>878</c:v>
                </c:pt>
                <c:pt idx="440">
                  <c:v>880</c:v>
                </c:pt>
                <c:pt idx="441">
                  <c:v>882</c:v>
                </c:pt>
                <c:pt idx="442">
                  <c:v>884</c:v>
                </c:pt>
                <c:pt idx="443">
                  <c:v>886</c:v>
                </c:pt>
                <c:pt idx="444">
                  <c:v>888</c:v>
                </c:pt>
                <c:pt idx="445">
                  <c:v>890</c:v>
                </c:pt>
                <c:pt idx="446">
                  <c:v>892</c:v>
                </c:pt>
                <c:pt idx="447">
                  <c:v>894</c:v>
                </c:pt>
                <c:pt idx="448">
                  <c:v>896</c:v>
                </c:pt>
                <c:pt idx="449">
                  <c:v>898</c:v>
                </c:pt>
                <c:pt idx="450">
                  <c:v>900</c:v>
                </c:pt>
              </c:numCache>
            </c:numRef>
          </c:xVal>
          <c:yVal>
            <c:numRef>
              <c:f>'Chart Data'!$B$2:$B$452</c:f>
              <c:numCache>
                <c:formatCode>0</c:formatCode>
                <c:ptCount val="45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0.000661413290851</c:v>
                </c:pt>
                <c:pt idx="98">
                  <c:v>0.00262858443332</c:v>
                </c:pt>
                <c:pt idx="99">
                  <c:v>0.00587591033227</c:v>
                </c:pt>
                <c:pt idx="100">
                  <c:v>0.0103777878926</c:v>
                </c:pt>
                <c:pt idx="101">
                  <c:v>0.0161086140191</c:v>
                </c:pt>
                <c:pt idx="102">
                  <c:v>0.0230427856168</c:v>
                </c:pt>
                <c:pt idx="103">
                  <c:v>0.0311546995904</c:v>
                </c:pt>
                <c:pt idx="104">
                  <c:v>0.0404187528448</c:v>
                </c:pt>
                <c:pt idx="105">
                  <c:v>0.0508093422849</c:v>
                </c:pt>
                <c:pt idx="106">
                  <c:v>0.0623008648157</c:v>
                </c:pt>
                <c:pt idx="107">
                  <c:v>0.0748677173418</c:v>
                </c:pt>
                <c:pt idx="108">
                  <c:v>0.0884842967683</c:v>
                </c:pt>
                <c:pt idx="109">
                  <c:v>0.103125</c:v>
                </c:pt>
                <c:pt idx="110">
                  <c:v>0.118764223942</c:v>
                </c:pt>
                <c:pt idx="111">
                  <c:v>0.135376365498</c:v>
                </c:pt>
                <c:pt idx="112">
                  <c:v>0.152935821575</c:v>
                </c:pt>
                <c:pt idx="113">
                  <c:v>0.171416989076</c:v>
                </c:pt>
                <c:pt idx="114">
                  <c:v>0.190794264907</c:v>
                </c:pt>
                <c:pt idx="115">
                  <c:v>0.211042045972</c:v>
                </c:pt>
                <c:pt idx="116">
                  <c:v>0.232134729176</c:v>
                </c:pt>
                <c:pt idx="117">
                  <c:v>0.254046711425</c:v>
                </c:pt>
                <c:pt idx="118">
                  <c:v>0.276752389622</c:v>
                </c:pt>
                <c:pt idx="119">
                  <c:v>0.300226160674</c:v>
                </c:pt>
                <c:pt idx="120">
                  <c:v>0.324442421484</c:v>
                </c:pt>
                <c:pt idx="121">
                  <c:v>0.349375568958</c:v>
                </c:pt>
                <c:pt idx="122">
                  <c:v>0.375</c:v>
                </c:pt>
                <c:pt idx="123">
                  <c:v>0.401290111516</c:v>
                </c:pt>
                <c:pt idx="124">
                  <c:v>0.42822030041</c:v>
                </c:pt>
                <c:pt idx="125">
                  <c:v>0.455764963587</c:v>
                </c:pt>
                <c:pt idx="126">
                  <c:v>0.483898497952</c:v>
                </c:pt>
                <c:pt idx="127">
                  <c:v>0.51259530041</c:v>
                </c:pt>
                <c:pt idx="128">
                  <c:v>0.541829767865</c:v>
                </c:pt>
                <c:pt idx="129">
                  <c:v>0.571576297223</c:v>
                </c:pt>
                <c:pt idx="130">
                  <c:v>0.601809285389</c:v>
                </c:pt>
                <c:pt idx="131">
                  <c:v>0.632503129267</c:v>
                </c:pt>
                <c:pt idx="132">
                  <c:v>0.663632225762</c:v>
                </c:pt>
                <c:pt idx="133">
                  <c:v>0.69517097178</c:v>
                </c:pt>
                <c:pt idx="134">
                  <c:v>0.727093764224</c:v>
                </c:pt>
                <c:pt idx="135">
                  <c:v>0.759375</c:v>
                </c:pt>
                <c:pt idx="136">
                  <c:v>0.791989076013</c:v>
                </c:pt>
                <c:pt idx="137">
                  <c:v>0.824910389167</c:v>
                </c:pt>
                <c:pt idx="138">
                  <c:v>0.858113336368</c:v>
                </c:pt>
                <c:pt idx="139">
                  <c:v>0.89157231452</c:v>
                </c:pt>
                <c:pt idx="140">
                  <c:v>0.925261720528</c:v>
                </c:pt>
                <c:pt idx="141">
                  <c:v>0.959155951297</c:v>
                </c:pt>
                <c:pt idx="142">
                  <c:v>0.993229403732</c:v>
                </c:pt>
                <c:pt idx="143">
                  <c:v>1.02745647474</c:v>
                </c:pt>
                <c:pt idx="144">
                  <c:v>1.06181156122</c:v>
                </c:pt>
                <c:pt idx="145">
                  <c:v>1.09626906008</c:v>
                </c:pt>
                <c:pt idx="146">
                  <c:v>1.13080336823</c:v>
                </c:pt>
                <c:pt idx="147">
                  <c:v>1.16538888257</c:v>
                </c:pt>
                <c:pt idx="148">
                  <c:v>1.2</c:v>
                </c:pt>
                <c:pt idx="149">
                  <c:v>1.23461111743</c:v>
                </c:pt>
                <c:pt idx="150">
                  <c:v>1.26919663177</c:v>
                </c:pt>
                <c:pt idx="151">
                  <c:v>1.30373093992</c:v>
                </c:pt>
                <c:pt idx="152">
                  <c:v>1.33818843878</c:v>
                </c:pt>
                <c:pt idx="153">
                  <c:v>1.37254352526</c:v>
                </c:pt>
                <c:pt idx="154">
                  <c:v>1.40677059627</c:v>
                </c:pt>
                <c:pt idx="155">
                  <c:v>1.4408440487</c:v>
                </c:pt>
                <c:pt idx="156">
                  <c:v>1.47473827947</c:v>
                </c:pt>
                <c:pt idx="157">
                  <c:v>1.50842768548</c:v>
                </c:pt>
                <c:pt idx="158">
                  <c:v>1.54188666363</c:v>
                </c:pt>
                <c:pt idx="159">
                  <c:v>1.57508961083</c:v>
                </c:pt>
                <c:pt idx="160">
                  <c:v>1.60801092399</c:v>
                </c:pt>
                <c:pt idx="161">
                  <c:v>1.640625</c:v>
                </c:pt>
                <c:pt idx="162">
                  <c:v>1.67290623578</c:v>
                </c:pt>
                <c:pt idx="163">
                  <c:v>1.70482902822</c:v>
                </c:pt>
                <c:pt idx="164">
                  <c:v>1.73636777424</c:v>
                </c:pt>
                <c:pt idx="165">
                  <c:v>1.76749687073</c:v>
                </c:pt>
                <c:pt idx="166">
                  <c:v>1.79819071461</c:v>
                </c:pt>
                <c:pt idx="167">
                  <c:v>1.82842370278</c:v>
                </c:pt>
                <c:pt idx="168">
                  <c:v>1.85817023213</c:v>
                </c:pt>
                <c:pt idx="169">
                  <c:v>1.88740469959</c:v>
                </c:pt>
                <c:pt idx="170">
                  <c:v>1.91610150205</c:v>
                </c:pt>
                <c:pt idx="171">
                  <c:v>1.94423503641</c:v>
                </c:pt>
                <c:pt idx="172">
                  <c:v>1.97177969959</c:v>
                </c:pt>
                <c:pt idx="173">
                  <c:v>1.99870988848</c:v>
                </c:pt>
                <c:pt idx="174">
                  <c:v>2.025</c:v>
                </c:pt>
                <c:pt idx="175">
                  <c:v>2.05062443104</c:v>
                </c:pt>
                <c:pt idx="176">
                  <c:v>2.07555757852</c:v>
                </c:pt>
                <c:pt idx="177">
                  <c:v>2.09977383933</c:v>
                </c:pt>
                <c:pt idx="178">
                  <c:v>2.12324761038</c:v>
                </c:pt>
                <c:pt idx="179">
                  <c:v>2.14595328858</c:v>
                </c:pt>
                <c:pt idx="180">
                  <c:v>2.16786527082</c:v>
                </c:pt>
                <c:pt idx="181">
                  <c:v>2.18895795403</c:v>
                </c:pt>
                <c:pt idx="182">
                  <c:v>2.20920573509</c:v>
                </c:pt>
                <c:pt idx="183">
                  <c:v>2.22858301092</c:v>
                </c:pt>
                <c:pt idx="184">
                  <c:v>2.24706417843</c:v>
                </c:pt>
                <c:pt idx="185">
                  <c:v>2.2646236345</c:v>
                </c:pt>
                <c:pt idx="186">
                  <c:v>2.28123577606</c:v>
                </c:pt>
                <c:pt idx="187">
                  <c:v>2.296875</c:v>
                </c:pt>
                <c:pt idx="188">
                  <c:v>2.31151570323</c:v>
                </c:pt>
                <c:pt idx="189">
                  <c:v>2.32513228266</c:v>
                </c:pt>
                <c:pt idx="190">
                  <c:v>2.33769913518</c:v>
                </c:pt>
                <c:pt idx="191">
                  <c:v>2.34919065772</c:v>
                </c:pt>
                <c:pt idx="192">
                  <c:v>2.35958124716</c:v>
                </c:pt>
                <c:pt idx="193">
                  <c:v>2.36884530041</c:v>
                </c:pt>
                <c:pt idx="194">
                  <c:v>2.37695721438</c:v>
                </c:pt>
                <c:pt idx="195">
                  <c:v>2.38389138598</c:v>
                </c:pt>
                <c:pt idx="196">
                  <c:v>2.38962221211</c:v>
                </c:pt>
                <c:pt idx="197">
                  <c:v>2.39412408967</c:v>
                </c:pt>
                <c:pt idx="198">
                  <c:v>2.39737141557</c:v>
                </c:pt>
                <c:pt idx="199">
                  <c:v>2.39933858671</c:v>
                </c:pt>
                <c:pt idx="200">
                  <c:v>2.4</c:v>
                </c:pt>
                <c:pt idx="201">
                  <c:v>2.4</c:v>
                </c:pt>
                <c:pt idx="202">
                  <c:v>2.4</c:v>
                </c:pt>
                <c:pt idx="203">
                  <c:v>2.4</c:v>
                </c:pt>
                <c:pt idx="204">
                  <c:v>2.4</c:v>
                </c:pt>
                <c:pt idx="205">
                  <c:v>2.4</c:v>
                </c:pt>
                <c:pt idx="206">
                  <c:v>2.4</c:v>
                </c:pt>
                <c:pt idx="207">
                  <c:v>2.4</c:v>
                </c:pt>
                <c:pt idx="208">
                  <c:v>2.4</c:v>
                </c:pt>
                <c:pt idx="209">
                  <c:v>2.4</c:v>
                </c:pt>
                <c:pt idx="210">
                  <c:v>2.4</c:v>
                </c:pt>
                <c:pt idx="211">
                  <c:v>2.4</c:v>
                </c:pt>
                <c:pt idx="212">
                  <c:v>2.4</c:v>
                </c:pt>
                <c:pt idx="213">
                  <c:v>2.4</c:v>
                </c:pt>
                <c:pt idx="214">
                  <c:v>2.4</c:v>
                </c:pt>
                <c:pt idx="215">
                  <c:v>2.4</c:v>
                </c:pt>
                <c:pt idx="216">
                  <c:v>2.4</c:v>
                </c:pt>
                <c:pt idx="217">
                  <c:v>2.4</c:v>
                </c:pt>
                <c:pt idx="218">
                  <c:v>2.4</c:v>
                </c:pt>
                <c:pt idx="219">
                  <c:v>2.4</c:v>
                </c:pt>
                <c:pt idx="220">
                  <c:v>2.4</c:v>
                </c:pt>
                <c:pt idx="221">
                  <c:v>2.4</c:v>
                </c:pt>
                <c:pt idx="222">
                  <c:v>2.4</c:v>
                </c:pt>
                <c:pt idx="223">
                  <c:v>2.4</c:v>
                </c:pt>
                <c:pt idx="224">
                  <c:v>2.4</c:v>
                </c:pt>
                <c:pt idx="225">
                  <c:v>2.4</c:v>
                </c:pt>
                <c:pt idx="226">
                  <c:v>2.4</c:v>
                </c:pt>
                <c:pt idx="227">
                  <c:v>2.4</c:v>
                </c:pt>
                <c:pt idx="228">
                  <c:v>2.4</c:v>
                </c:pt>
                <c:pt idx="229">
                  <c:v>2.4</c:v>
                </c:pt>
                <c:pt idx="230">
                  <c:v>2.4</c:v>
                </c:pt>
                <c:pt idx="231">
                  <c:v>2.4</c:v>
                </c:pt>
                <c:pt idx="232">
                  <c:v>2.4</c:v>
                </c:pt>
                <c:pt idx="233">
                  <c:v>2.4</c:v>
                </c:pt>
                <c:pt idx="234">
                  <c:v>2.4</c:v>
                </c:pt>
                <c:pt idx="235">
                  <c:v>2.4</c:v>
                </c:pt>
                <c:pt idx="236">
                  <c:v>2.4</c:v>
                </c:pt>
                <c:pt idx="237">
                  <c:v>2.4</c:v>
                </c:pt>
                <c:pt idx="238">
                  <c:v>2.4</c:v>
                </c:pt>
                <c:pt idx="239">
                  <c:v>2.4</c:v>
                </c:pt>
                <c:pt idx="240">
                  <c:v>2.4</c:v>
                </c:pt>
                <c:pt idx="241">
                  <c:v>2.4</c:v>
                </c:pt>
                <c:pt idx="242">
                  <c:v>2.4</c:v>
                </c:pt>
                <c:pt idx="243">
                  <c:v>2.4</c:v>
                </c:pt>
                <c:pt idx="244">
                  <c:v>2.4</c:v>
                </c:pt>
                <c:pt idx="245">
                  <c:v>2.4</c:v>
                </c:pt>
                <c:pt idx="246">
                  <c:v>2.4</c:v>
                </c:pt>
                <c:pt idx="247">
                  <c:v>2.4</c:v>
                </c:pt>
                <c:pt idx="248">
                  <c:v>2.4</c:v>
                </c:pt>
                <c:pt idx="249">
                  <c:v>2.4</c:v>
                </c:pt>
                <c:pt idx="250">
                  <c:v>2.4</c:v>
                </c:pt>
                <c:pt idx="251">
                  <c:v>2.39933858671</c:v>
                </c:pt>
                <c:pt idx="252">
                  <c:v>2.39737141557</c:v>
                </c:pt>
                <c:pt idx="253">
                  <c:v>2.39412408967</c:v>
                </c:pt>
                <c:pt idx="254">
                  <c:v>2.38962221211</c:v>
                </c:pt>
                <c:pt idx="255">
                  <c:v>2.38389138598</c:v>
                </c:pt>
                <c:pt idx="256">
                  <c:v>2.37695721438</c:v>
                </c:pt>
                <c:pt idx="257">
                  <c:v>2.36884530041</c:v>
                </c:pt>
                <c:pt idx="258">
                  <c:v>2.35958124716</c:v>
                </c:pt>
                <c:pt idx="259">
                  <c:v>2.34919065772</c:v>
                </c:pt>
                <c:pt idx="260">
                  <c:v>2.33769913518</c:v>
                </c:pt>
                <c:pt idx="261">
                  <c:v>2.32513228266</c:v>
                </c:pt>
                <c:pt idx="262">
                  <c:v>2.31151570323</c:v>
                </c:pt>
                <c:pt idx="263">
                  <c:v>2.296875</c:v>
                </c:pt>
                <c:pt idx="264">
                  <c:v>2.28123577606</c:v>
                </c:pt>
                <c:pt idx="265">
                  <c:v>2.2646236345</c:v>
                </c:pt>
                <c:pt idx="266">
                  <c:v>2.24706417843</c:v>
                </c:pt>
                <c:pt idx="267">
                  <c:v>2.22858301092</c:v>
                </c:pt>
                <c:pt idx="268">
                  <c:v>2.20920573509</c:v>
                </c:pt>
                <c:pt idx="269">
                  <c:v>2.18895795403</c:v>
                </c:pt>
                <c:pt idx="270">
                  <c:v>2.16786527082</c:v>
                </c:pt>
                <c:pt idx="271">
                  <c:v>2.14595328858</c:v>
                </c:pt>
                <c:pt idx="272">
                  <c:v>2.12324761038</c:v>
                </c:pt>
                <c:pt idx="273">
                  <c:v>2.09977383933</c:v>
                </c:pt>
                <c:pt idx="274">
                  <c:v>2.07555757852</c:v>
                </c:pt>
                <c:pt idx="275">
                  <c:v>2.05062443104</c:v>
                </c:pt>
                <c:pt idx="276">
                  <c:v>2.025</c:v>
                </c:pt>
                <c:pt idx="277">
                  <c:v>1.99870988848</c:v>
                </c:pt>
                <c:pt idx="278">
                  <c:v>1.97177969959</c:v>
                </c:pt>
                <c:pt idx="279">
                  <c:v>1.94423503641</c:v>
                </c:pt>
                <c:pt idx="280">
                  <c:v>1.91610150205</c:v>
                </c:pt>
                <c:pt idx="281">
                  <c:v>1.88740469959</c:v>
                </c:pt>
                <c:pt idx="282">
                  <c:v>1.85817023213</c:v>
                </c:pt>
                <c:pt idx="283">
                  <c:v>1.82842370278</c:v>
                </c:pt>
                <c:pt idx="284">
                  <c:v>1.79819071461</c:v>
                </c:pt>
                <c:pt idx="285">
                  <c:v>1.76749687073</c:v>
                </c:pt>
                <c:pt idx="286">
                  <c:v>1.73636777424</c:v>
                </c:pt>
                <c:pt idx="287">
                  <c:v>1.70482902822</c:v>
                </c:pt>
                <c:pt idx="288">
                  <c:v>1.67290623578</c:v>
                </c:pt>
                <c:pt idx="289">
                  <c:v>1.640625</c:v>
                </c:pt>
                <c:pt idx="290">
                  <c:v>1.60801092399</c:v>
                </c:pt>
                <c:pt idx="291">
                  <c:v>1.57508961083</c:v>
                </c:pt>
                <c:pt idx="292">
                  <c:v>1.54188666363</c:v>
                </c:pt>
                <c:pt idx="293">
                  <c:v>1.50842768548</c:v>
                </c:pt>
                <c:pt idx="294">
                  <c:v>1.47473827947</c:v>
                </c:pt>
                <c:pt idx="295">
                  <c:v>1.4408440487</c:v>
                </c:pt>
                <c:pt idx="296">
                  <c:v>1.40677059627</c:v>
                </c:pt>
                <c:pt idx="297">
                  <c:v>1.37254352526</c:v>
                </c:pt>
                <c:pt idx="298">
                  <c:v>1.33818843878</c:v>
                </c:pt>
                <c:pt idx="299">
                  <c:v>1.30373093992</c:v>
                </c:pt>
                <c:pt idx="300">
                  <c:v>1.26919663177</c:v>
                </c:pt>
                <c:pt idx="301">
                  <c:v>1.23461111743</c:v>
                </c:pt>
                <c:pt idx="302">
                  <c:v>1.2</c:v>
                </c:pt>
                <c:pt idx="303">
                  <c:v>1.16538888257</c:v>
                </c:pt>
                <c:pt idx="304">
                  <c:v>1.13080336823</c:v>
                </c:pt>
                <c:pt idx="305">
                  <c:v>1.09626906008</c:v>
                </c:pt>
                <c:pt idx="306">
                  <c:v>1.06181156122</c:v>
                </c:pt>
                <c:pt idx="307">
                  <c:v>1.02745647474</c:v>
                </c:pt>
                <c:pt idx="308">
                  <c:v>0.993229403732</c:v>
                </c:pt>
                <c:pt idx="309">
                  <c:v>0.959155951297</c:v>
                </c:pt>
                <c:pt idx="310">
                  <c:v>0.925261720528</c:v>
                </c:pt>
                <c:pt idx="311">
                  <c:v>0.89157231452</c:v>
                </c:pt>
                <c:pt idx="312">
                  <c:v>0.858113336368</c:v>
                </c:pt>
                <c:pt idx="313">
                  <c:v>0.824910389167</c:v>
                </c:pt>
                <c:pt idx="314">
                  <c:v>0.791989076013</c:v>
                </c:pt>
                <c:pt idx="315">
                  <c:v>0.759375</c:v>
                </c:pt>
                <c:pt idx="316">
                  <c:v>0.727093764224</c:v>
                </c:pt>
                <c:pt idx="317">
                  <c:v>0.69517097178</c:v>
                </c:pt>
                <c:pt idx="318">
                  <c:v>0.663632225762</c:v>
                </c:pt>
                <c:pt idx="319">
                  <c:v>0.632503129267</c:v>
                </c:pt>
                <c:pt idx="320">
                  <c:v>0.601809285389</c:v>
                </c:pt>
                <c:pt idx="321">
                  <c:v>0.571576297223</c:v>
                </c:pt>
                <c:pt idx="322">
                  <c:v>0.541829767865</c:v>
                </c:pt>
                <c:pt idx="323">
                  <c:v>0.51259530041</c:v>
                </c:pt>
                <c:pt idx="324">
                  <c:v>0.483898497952</c:v>
                </c:pt>
                <c:pt idx="325">
                  <c:v>0.455764963587</c:v>
                </c:pt>
                <c:pt idx="326">
                  <c:v>0.42822030041</c:v>
                </c:pt>
                <c:pt idx="327">
                  <c:v>0.401290111516</c:v>
                </c:pt>
                <c:pt idx="328">
                  <c:v>0.375</c:v>
                </c:pt>
                <c:pt idx="329">
                  <c:v>0.349375568958</c:v>
                </c:pt>
                <c:pt idx="330">
                  <c:v>0.324442421484</c:v>
                </c:pt>
                <c:pt idx="331">
                  <c:v>0.300226160674</c:v>
                </c:pt>
                <c:pt idx="332">
                  <c:v>0.276752389622</c:v>
                </c:pt>
                <c:pt idx="333">
                  <c:v>0.254046711425</c:v>
                </c:pt>
                <c:pt idx="334">
                  <c:v>0.232134729176</c:v>
                </c:pt>
                <c:pt idx="335">
                  <c:v>0.211042045972</c:v>
                </c:pt>
                <c:pt idx="336">
                  <c:v>0.190794264907</c:v>
                </c:pt>
                <c:pt idx="337">
                  <c:v>0.171416989076</c:v>
                </c:pt>
                <c:pt idx="338">
                  <c:v>0.152935821575</c:v>
                </c:pt>
                <c:pt idx="339">
                  <c:v>0.135376365498</c:v>
                </c:pt>
                <c:pt idx="340">
                  <c:v>0.118764223942</c:v>
                </c:pt>
                <c:pt idx="341">
                  <c:v>0.103125</c:v>
                </c:pt>
                <c:pt idx="342">
                  <c:v>0.0884842967683</c:v>
                </c:pt>
                <c:pt idx="343">
                  <c:v>0.0748677173418</c:v>
                </c:pt>
                <c:pt idx="344">
                  <c:v>0.0623008648157</c:v>
                </c:pt>
                <c:pt idx="345">
                  <c:v>0.0508093422849</c:v>
                </c:pt>
                <c:pt idx="346">
                  <c:v>0.0404187528448</c:v>
                </c:pt>
                <c:pt idx="347">
                  <c:v>0.0311546995904</c:v>
                </c:pt>
                <c:pt idx="348">
                  <c:v>0.0230427856168</c:v>
                </c:pt>
                <c:pt idx="349">
                  <c:v>0.0161086140191</c:v>
                </c:pt>
                <c:pt idx="350">
                  <c:v>0.0103777878926</c:v>
                </c:pt>
                <c:pt idx="351">
                  <c:v>0.00587591033227</c:v>
                </c:pt>
                <c:pt idx="352">
                  <c:v>0.00262858443332</c:v>
                </c:pt>
                <c:pt idx="353">
                  <c:v>0.000661413290851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900"/>
          <c:min val="0"/>
        </c:scaling>
        <c:delete val="0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静止阱</c:v>
          </c:tx>
          <c:spPr>
            <a:solidFill xmlns:a="http://schemas.openxmlformats.org/drawingml/2006/main">
              <a:srgbClr val="8395A1"/>
            </a:solidFill>
            <a:ln xmlns:a="http://schemas.openxmlformats.org/drawingml/2006/main" w="28575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Data'!$A$2:$A$452</c:f>
              <c:numCache>
                <c:formatCode>General</c:formatCode>
                <c:ptCount val="45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  <c:pt idx="301">
                  <c:v>602</c:v>
                </c:pt>
                <c:pt idx="302">
                  <c:v>604</c:v>
                </c:pt>
                <c:pt idx="303">
                  <c:v>606</c:v>
                </c:pt>
                <c:pt idx="304">
                  <c:v>608</c:v>
                </c:pt>
                <c:pt idx="305">
                  <c:v>610</c:v>
                </c:pt>
                <c:pt idx="306">
                  <c:v>612</c:v>
                </c:pt>
                <c:pt idx="307">
                  <c:v>614</c:v>
                </c:pt>
                <c:pt idx="308">
                  <c:v>616</c:v>
                </c:pt>
                <c:pt idx="309">
                  <c:v>618</c:v>
                </c:pt>
                <c:pt idx="310">
                  <c:v>620</c:v>
                </c:pt>
                <c:pt idx="311">
                  <c:v>622</c:v>
                </c:pt>
                <c:pt idx="312">
                  <c:v>624</c:v>
                </c:pt>
                <c:pt idx="313">
                  <c:v>626</c:v>
                </c:pt>
                <c:pt idx="314">
                  <c:v>628</c:v>
                </c:pt>
                <c:pt idx="315">
                  <c:v>630</c:v>
                </c:pt>
                <c:pt idx="316">
                  <c:v>632</c:v>
                </c:pt>
                <c:pt idx="317">
                  <c:v>634</c:v>
                </c:pt>
                <c:pt idx="318">
                  <c:v>636</c:v>
                </c:pt>
                <c:pt idx="319">
                  <c:v>638</c:v>
                </c:pt>
                <c:pt idx="320">
                  <c:v>640</c:v>
                </c:pt>
                <c:pt idx="321">
                  <c:v>642</c:v>
                </c:pt>
                <c:pt idx="322">
                  <c:v>644</c:v>
                </c:pt>
                <c:pt idx="323">
                  <c:v>646</c:v>
                </c:pt>
                <c:pt idx="324">
                  <c:v>648</c:v>
                </c:pt>
                <c:pt idx="325">
                  <c:v>650</c:v>
                </c:pt>
                <c:pt idx="326">
                  <c:v>652</c:v>
                </c:pt>
                <c:pt idx="327">
                  <c:v>654</c:v>
                </c:pt>
                <c:pt idx="328">
                  <c:v>656</c:v>
                </c:pt>
                <c:pt idx="329">
                  <c:v>658</c:v>
                </c:pt>
                <c:pt idx="330">
                  <c:v>660</c:v>
                </c:pt>
                <c:pt idx="331">
                  <c:v>662</c:v>
                </c:pt>
                <c:pt idx="332">
                  <c:v>664</c:v>
                </c:pt>
                <c:pt idx="333">
                  <c:v>666</c:v>
                </c:pt>
                <c:pt idx="334">
                  <c:v>668</c:v>
                </c:pt>
                <c:pt idx="335">
                  <c:v>670</c:v>
                </c:pt>
                <c:pt idx="336">
                  <c:v>672</c:v>
                </c:pt>
                <c:pt idx="337">
                  <c:v>674</c:v>
                </c:pt>
                <c:pt idx="338">
                  <c:v>676</c:v>
                </c:pt>
                <c:pt idx="339">
                  <c:v>678</c:v>
                </c:pt>
                <c:pt idx="340">
                  <c:v>680</c:v>
                </c:pt>
                <c:pt idx="341">
                  <c:v>682</c:v>
                </c:pt>
                <c:pt idx="342">
                  <c:v>684</c:v>
                </c:pt>
                <c:pt idx="343">
                  <c:v>686</c:v>
                </c:pt>
                <c:pt idx="344">
                  <c:v>688</c:v>
                </c:pt>
                <c:pt idx="345">
                  <c:v>690</c:v>
                </c:pt>
                <c:pt idx="346">
                  <c:v>692</c:v>
                </c:pt>
                <c:pt idx="347">
                  <c:v>694</c:v>
                </c:pt>
                <c:pt idx="348">
                  <c:v>696</c:v>
                </c:pt>
                <c:pt idx="349">
                  <c:v>698</c:v>
                </c:pt>
                <c:pt idx="350">
                  <c:v>700</c:v>
                </c:pt>
                <c:pt idx="351">
                  <c:v>702</c:v>
                </c:pt>
                <c:pt idx="352">
                  <c:v>704</c:v>
                </c:pt>
                <c:pt idx="353">
                  <c:v>706</c:v>
                </c:pt>
                <c:pt idx="354">
                  <c:v>708</c:v>
                </c:pt>
                <c:pt idx="355">
                  <c:v>710</c:v>
                </c:pt>
                <c:pt idx="356">
                  <c:v>712</c:v>
                </c:pt>
                <c:pt idx="357">
                  <c:v>714</c:v>
                </c:pt>
                <c:pt idx="358">
                  <c:v>716</c:v>
                </c:pt>
                <c:pt idx="359">
                  <c:v>718</c:v>
                </c:pt>
                <c:pt idx="360">
                  <c:v>720</c:v>
                </c:pt>
                <c:pt idx="361">
                  <c:v>722</c:v>
                </c:pt>
                <c:pt idx="362">
                  <c:v>724</c:v>
                </c:pt>
                <c:pt idx="363">
                  <c:v>726</c:v>
                </c:pt>
                <c:pt idx="364">
                  <c:v>728</c:v>
                </c:pt>
                <c:pt idx="365">
                  <c:v>730</c:v>
                </c:pt>
                <c:pt idx="366">
                  <c:v>732</c:v>
                </c:pt>
                <c:pt idx="367">
                  <c:v>734</c:v>
                </c:pt>
                <c:pt idx="368">
                  <c:v>736</c:v>
                </c:pt>
                <c:pt idx="369">
                  <c:v>738</c:v>
                </c:pt>
                <c:pt idx="370">
                  <c:v>740</c:v>
                </c:pt>
                <c:pt idx="371">
                  <c:v>742</c:v>
                </c:pt>
                <c:pt idx="372">
                  <c:v>744</c:v>
                </c:pt>
                <c:pt idx="373">
                  <c:v>746</c:v>
                </c:pt>
                <c:pt idx="374">
                  <c:v>748</c:v>
                </c:pt>
                <c:pt idx="375">
                  <c:v>750</c:v>
                </c:pt>
                <c:pt idx="376">
                  <c:v>752</c:v>
                </c:pt>
                <c:pt idx="377">
                  <c:v>754</c:v>
                </c:pt>
                <c:pt idx="378">
                  <c:v>756</c:v>
                </c:pt>
                <c:pt idx="379">
                  <c:v>758</c:v>
                </c:pt>
                <c:pt idx="380">
                  <c:v>760</c:v>
                </c:pt>
                <c:pt idx="381">
                  <c:v>762</c:v>
                </c:pt>
                <c:pt idx="382">
                  <c:v>764</c:v>
                </c:pt>
                <c:pt idx="383">
                  <c:v>766</c:v>
                </c:pt>
                <c:pt idx="384">
                  <c:v>768</c:v>
                </c:pt>
                <c:pt idx="385">
                  <c:v>770</c:v>
                </c:pt>
                <c:pt idx="386">
                  <c:v>772</c:v>
                </c:pt>
                <c:pt idx="387">
                  <c:v>774</c:v>
                </c:pt>
                <c:pt idx="388">
                  <c:v>776</c:v>
                </c:pt>
                <c:pt idx="389">
                  <c:v>778</c:v>
                </c:pt>
                <c:pt idx="390">
                  <c:v>780</c:v>
                </c:pt>
                <c:pt idx="391">
                  <c:v>782</c:v>
                </c:pt>
                <c:pt idx="392">
                  <c:v>784</c:v>
                </c:pt>
                <c:pt idx="393">
                  <c:v>786</c:v>
                </c:pt>
                <c:pt idx="394">
                  <c:v>788</c:v>
                </c:pt>
                <c:pt idx="395">
                  <c:v>790</c:v>
                </c:pt>
                <c:pt idx="396">
                  <c:v>792</c:v>
                </c:pt>
                <c:pt idx="397">
                  <c:v>794</c:v>
                </c:pt>
                <c:pt idx="398">
                  <c:v>796</c:v>
                </c:pt>
                <c:pt idx="399">
                  <c:v>798</c:v>
                </c:pt>
                <c:pt idx="400">
                  <c:v>800</c:v>
                </c:pt>
                <c:pt idx="401">
                  <c:v>802</c:v>
                </c:pt>
                <c:pt idx="402">
                  <c:v>804</c:v>
                </c:pt>
                <c:pt idx="403">
                  <c:v>806</c:v>
                </c:pt>
                <c:pt idx="404">
                  <c:v>808</c:v>
                </c:pt>
                <c:pt idx="405">
                  <c:v>810</c:v>
                </c:pt>
                <c:pt idx="406">
                  <c:v>812</c:v>
                </c:pt>
                <c:pt idx="407">
                  <c:v>814</c:v>
                </c:pt>
                <c:pt idx="408">
                  <c:v>816</c:v>
                </c:pt>
                <c:pt idx="409">
                  <c:v>818</c:v>
                </c:pt>
                <c:pt idx="410">
                  <c:v>820</c:v>
                </c:pt>
                <c:pt idx="411">
                  <c:v>822</c:v>
                </c:pt>
                <c:pt idx="412">
                  <c:v>824</c:v>
                </c:pt>
                <c:pt idx="413">
                  <c:v>826</c:v>
                </c:pt>
                <c:pt idx="414">
                  <c:v>828</c:v>
                </c:pt>
                <c:pt idx="415">
                  <c:v>830</c:v>
                </c:pt>
                <c:pt idx="416">
                  <c:v>832</c:v>
                </c:pt>
                <c:pt idx="417">
                  <c:v>834</c:v>
                </c:pt>
                <c:pt idx="418">
                  <c:v>836</c:v>
                </c:pt>
                <c:pt idx="419">
                  <c:v>838</c:v>
                </c:pt>
                <c:pt idx="420">
                  <c:v>840</c:v>
                </c:pt>
                <c:pt idx="421">
                  <c:v>842</c:v>
                </c:pt>
                <c:pt idx="422">
                  <c:v>844</c:v>
                </c:pt>
                <c:pt idx="423">
                  <c:v>846</c:v>
                </c:pt>
                <c:pt idx="424">
                  <c:v>848</c:v>
                </c:pt>
                <c:pt idx="425">
                  <c:v>850</c:v>
                </c:pt>
                <c:pt idx="426">
                  <c:v>852</c:v>
                </c:pt>
                <c:pt idx="427">
                  <c:v>854</c:v>
                </c:pt>
                <c:pt idx="428">
                  <c:v>856</c:v>
                </c:pt>
                <c:pt idx="429">
                  <c:v>858</c:v>
                </c:pt>
                <c:pt idx="430">
                  <c:v>860</c:v>
                </c:pt>
                <c:pt idx="431">
                  <c:v>862</c:v>
                </c:pt>
                <c:pt idx="432">
                  <c:v>864</c:v>
                </c:pt>
                <c:pt idx="433">
                  <c:v>866</c:v>
                </c:pt>
                <c:pt idx="434">
                  <c:v>868</c:v>
                </c:pt>
                <c:pt idx="435">
                  <c:v>870</c:v>
                </c:pt>
                <c:pt idx="436">
                  <c:v>872</c:v>
                </c:pt>
                <c:pt idx="437">
                  <c:v>874</c:v>
                </c:pt>
                <c:pt idx="438">
                  <c:v>876</c:v>
                </c:pt>
                <c:pt idx="439">
                  <c:v>878</c:v>
                </c:pt>
                <c:pt idx="440">
                  <c:v>880</c:v>
                </c:pt>
                <c:pt idx="441">
                  <c:v>882</c:v>
                </c:pt>
                <c:pt idx="442">
                  <c:v>884</c:v>
                </c:pt>
                <c:pt idx="443">
                  <c:v>886</c:v>
                </c:pt>
                <c:pt idx="444">
                  <c:v>888</c:v>
                </c:pt>
                <c:pt idx="445">
                  <c:v>890</c:v>
                </c:pt>
                <c:pt idx="446">
                  <c:v>892</c:v>
                </c:pt>
                <c:pt idx="447">
                  <c:v>894</c:v>
                </c:pt>
                <c:pt idx="448">
                  <c:v>896</c:v>
                </c:pt>
                <c:pt idx="449">
                  <c:v>898</c:v>
                </c:pt>
                <c:pt idx="450">
                  <c:v>900</c:v>
                </c:pt>
              </c:numCache>
            </c:numRef>
          </c:xVal>
          <c:yVal>
            <c:numRef>
              <c:f>'Chart Data'!$B$2:$B$452</c:f>
              <c:numCache>
                <c:formatCode>0</c:formatCode>
                <c:ptCount val="451"/>
                <c:pt idx="0">
                  <c:v>140</c:v>
                </c:pt>
                <c:pt idx="1">
                  <c:v>140</c:v>
                </c:pt>
                <c:pt idx="2">
                  <c:v>140</c:v>
                </c:pt>
                <c:pt idx="3">
                  <c:v>140</c:v>
                </c:pt>
                <c:pt idx="4">
                  <c:v>140</c:v>
                </c:pt>
                <c:pt idx="5">
                  <c:v>140</c:v>
                </c:pt>
                <c:pt idx="6">
                  <c:v>140</c:v>
                </c:pt>
                <c:pt idx="7">
                  <c:v>140</c:v>
                </c:pt>
                <c:pt idx="8">
                  <c:v>140</c:v>
                </c:pt>
                <c:pt idx="9">
                  <c:v>140</c:v>
                </c:pt>
                <c:pt idx="10">
                  <c:v>140</c:v>
                </c:pt>
                <c:pt idx="11">
                  <c:v>140</c:v>
                </c:pt>
                <c:pt idx="12">
                  <c:v>140</c:v>
                </c:pt>
                <c:pt idx="13">
                  <c:v>140</c:v>
                </c:pt>
                <c:pt idx="14">
                  <c:v>140</c:v>
                </c:pt>
                <c:pt idx="15">
                  <c:v>140</c:v>
                </c:pt>
                <c:pt idx="16">
                  <c:v>140</c:v>
                </c:pt>
                <c:pt idx="17">
                  <c:v>140</c:v>
                </c:pt>
                <c:pt idx="18">
                  <c:v>140</c:v>
                </c:pt>
                <c:pt idx="19">
                  <c:v>140</c:v>
                </c:pt>
                <c:pt idx="20">
                  <c:v>140</c:v>
                </c:pt>
                <c:pt idx="21">
                  <c:v>140</c:v>
                </c:pt>
                <c:pt idx="22">
                  <c:v>140</c:v>
                </c:pt>
                <c:pt idx="23">
                  <c:v>140</c:v>
                </c:pt>
                <c:pt idx="24">
                  <c:v>140</c:v>
                </c:pt>
                <c:pt idx="25">
                  <c:v>140</c:v>
                </c:pt>
                <c:pt idx="26">
                  <c:v>140</c:v>
                </c:pt>
                <c:pt idx="27">
                  <c:v>140</c:v>
                </c:pt>
                <c:pt idx="28">
                  <c:v>140</c:v>
                </c:pt>
                <c:pt idx="29">
                  <c:v>140</c:v>
                </c:pt>
                <c:pt idx="30">
                  <c:v>140</c:v>
                </c:pt>
                <c:pt idx="31">
                  <c:v>140</c:v>
                </c:pt>
                <c:pt idx="32">
                  <c:v>140</c:v>
                </c:pt>
                <c:pt idx="33">
                  <c:v>140</c:v>
                </c:pt>
                <c:pt idx="34">
                  <c:v>140</c:v>
                </c:pt>
                <c:pt idx="35">
                  <c:v>140</c:v>
                </c:pt>
                <c:pt idx="36">
                  <c:v>140</c:v>
                </c:pt>
                <c:pt idx="37">
                  <c:v>140</c:v>
                </c:pt>
                <c:pt idx="38">
                  <c:v>140</c:v>
                </c:pt>
                <c:pt idx="39">
                  <c:v>140</c:v>
                </c:pt>
                <c:pt idx="40">
                  <c:v>140</c:v>
                </c:pt>
                <c:pt idx="41">
                  <c:v>140</c:v>
                </c:pt>
                <c:pt idx="42">
                  <c:v>140</c:v>
                </c:pt>
                <c:pt idx="43">
                  <c:v>140</c:v>
                </c:pt>
                <c:pt idx="44">
                  <c:v>140</c:v>
                </c:pt>
                <c:pt idx="45">
                  <c:v>140</c:v>
                </c:pt>
                <c:pt idx="46">
                  <c:v>140</c:v>
                </c:pt>
                <c:pt idx="47">
                  <c:v>140</c:v>
                </c:pt>
                <c:pt idx="48">
                  <c:v>140</c:v>
                </c:pt>
                <c:pt idx="49">
                  <c:v>140</c:v>
                </c:pt>
                <c:pt idx="50">
                  <c:v>140</c:v>
                </c:pt>
                <c:pt idx="51">
                  <c:v>140</c:v>
                </c:pt>
                <c:pt idx="52">
                  <c:v>140</c:v>
                </c:pt>
                <c:pt idx="53">
                  <c:v>140</c:v>
                </c:pt>
                <c:pt idx="54">
                  <c:v>140</c:v>
                </c:pt>
                <c:pt idx="55">
                  <c:v>140</c:v>
                </c:pt>
                <c:pt idx="56">
                  <c:v>140</c:v>
                </c:pt>
                <c:pt idx="57">
                  <c:v>140</c:v>
                </c:pt>
                <c:pt idx="58">
                  <c:v>140</c:v>
                </c:pt>
                <c:pt idx="59">
                  <c:v>140</c:v>
                </c:pt>
                <c:pt idx="60">
                  <c:v>140</c:v>
                </c:pt>
                <c:pt idx="61">
                  <c:v>140</c:v>
                </c:pt>
                <c:pt idx="62">
                  <c:v>140</c:v>
                </c:pt>
                <c:pt idx="63">
                  <c:v>140</c:v>
                </c:pt>
                <c:pt idx="64">
                  <c:v>140</c:v>
                </c:pt>
                <c:pt idx="65">
                  <c:v>140</c:v>
                </c:pt>
                <c:pt idx="66">
                  <c:v>140</c:v>
                </c:pt>
                <c:pt idx="67">
                  <c:v>140</c:v>
                </c:pt>
                <c:pt idx="68">
                  <c:v>140</c:v>
                </c:pt>
                <c:pt idx="69">
                  <c:v>140</c:v>
                </c:pt>
                <c:pt idx="70">
                  <c:v>140</c:v>
                </c:pt>
                <c:pt idx="71">
                  <c:v>140</c:v>
                </c:pt>
                <c:pt idx="72">
                  <c:v>140</c:v>
                </c:pt>
                <c:pt idx="73">
                  <c:v>140</c:v>
                </c:pt>
                <c:pt idx="74">
                  <c:v>140</c:v>
                </c:pt>
                <c:pt idx="75">
                  <c:v>140</c:v>
                </c:pt>
                <c:pt idx="76">
                  <c:v>140</c:v>
                </c:pt>
                <c:pt idx="77">
                  <c:v>140</c:v>
                </c:pt>
                <c:pt idx="78">
                  <c:v>140</c:v>
                </c:pt>
                <c:pt idx="79">
                  <c:v>140</c:v>
                </c:pt>
                <c:pt idx="80">
                  <c:v>140</c:v>
                </c:pt>
                <c:pt idx="81">
                  <c:v>140</c:v>
                </c:pt>
                <c:pt idx="82">
                  <c:v>140</c:v>
                </c:pt>
                <c:pt idx="83">
                  <c:v>140</c:v>
                </c:pt>
                <c:pt idx="84">
                  <c:v>140</c:v>
                </c:pt>
                <c:pt idx="85">
                  <c:v>140</c:v>
                </c:pt>
                <c:pt idx="86">
                  <c:v>140</c:v>
                </c:pt>
                <c:pt idx="87">
                  <c:v>140</c:v>
                </c:pt>
                <c:pt idx="88">
                  <c:v>140</c:v>
                </c:pt>
                <c:pt idx="89">
                  <c:v>140</c:v>
                </c:pt>
                <c:pt idx="90">
                  <c:v>140</c:v>
                </c:pt>
                <c:pt idx="91">
                  <c:v>140</c:v>
                </c:pt>
                <c:pt idx="92">
                  <c:v>140</c:v>
                </c:pt>
                <c:pt idx="93">
                  <c:v>140</c:v>
                </c:pt>
                <c:pt idx="94">
                  <c:v>140</c:v>
                </c:pt>
                <c:pt idx="95">
                  <c:v>140</c:v>
                </c:pt>
                <c:pt idx="96">
                  <c:v>140</c:v>
                </c:pt>
                <c:pt idx="97">
                  <c:v>140</c:v>
                </c:pt>
                <c:pt idx="98">
                  <c:v>140</c:v>
                </c:pt>
                <c:pt idx="99">
                  <c:v>140</c:v>
                </c:pt>
                <c:pt idx="100">
                  <c:v>140</c:v>
                </c:pt>
                <c:pt idx="101">
                  <c:v>140</c:v>
                </c:pt>
                <c:pt idx="102">
                  <c:v>140</c:v>
                </c:pt>
                <c:pt idx="103">
                  <c:v>140</c:v>
                </c:pt>
                <c:pt idx="104">
                  <c:v>140</c:v>
                </c:pt>
                <c:pt idx="105">
                  <c:v>140</c:v>
                </c:pt>
                <c:pt idx="106">
                  <c:v>140</c:v>
                </c:pt>
                <c:pt idx="107">
                  <c:v>140</c:v>
                </c:pt>
                <c:pt idx="108">
                  <c:v>140</c:v>
                </c:pt>
                <c:pt idx="109">
                  <c:v>140</c:v>
                </c:pt>
                <c:pt idx="110">
                  <c:v>140</c:v>
                </c:pt>
                <c:pt idx="111">
                  <c:v>140</c:v>
                </c:pt>
                <c:pt idx="112">
                  <c:v>140</c:v>
                </c:pt>
                <c:pt idx="113">
                  <c:v>140</c:v>
                </c:pt>
                <c:pt idx="114">
                  <c:v>140</c:v>
                </c:pt>
                <c:pt idx="115">
                  <c:v>140</c:v>
                </c:pt>
                <c:pt idx="116">
                  <c:v>140</c:v>
                </c:pt>
                <c:pt idx="117">
                  <c:v>140</c:v>
                </c:pt>
                <c:pt idx="118">
                  <c:v>140</c:v>
                </c:pt>
                <c:pt idx="119">
                  <c:v>140</c:v>
                </c:pt>
                <c:pt idx="120">
                  <c:v>140</c:v>
                </c:pt>
                <c:pt idx="121">
                  <c:v>140</c:v>
                </c:pt>
                <c:pt idx="122">
                  <c:v>140</c:v>
                </c:pt>
                <c:pt idx="123">
                  <c:v>140</c:v>
                </c:pt>
                <c:pt idx="124">
                  <c:v>140</c:v>
                </c:pt>
                <c:pt idx="125">
                  <c:v>140</c:v>
                </c:pt>
                <c:pt idx="126">
                  <c:v>140</c:v>
                </c:pt>
                <c:pt idx="127">
                  <c:v>140</c:v>
                </c:pt>
                <c:pt idx="128">
                  <c:v>140</c:v>
                </c:pt>
                <c:pt idx="129">
                  <c:v>140</c:v>
                </c:pt>
                <c:pt idx="130">
                  <c:v>140</c:v>
                </c:pt>
                <c:pt idx="131">
                  <c:v>140</c:v>
                </c:pt>
                <c:pt idx="132">
                  <c:v>140</c:v>
                </c:pt>
                <c:pt idx="133">
                  <c:v>140</c:v>
                </c:pt>
                <c:pt idx="134">
                  <c:v>140</c:v>
                </c:pt>
                <c:pt idx="135">
                  <c:v>140</c:v>
                </c:pt>
                <c:pt idx="136">
                  <c:v>140</c:v>
                </c:pt>
                <c:pt idx="137">
                  <c:v>140</c:v>
                </c:pt>
                <c:pt idx="138">
                  <c:v>140</c:v>
                </c:pt>
                <c:pt idx="139">
                  <c:v>140</c:v>
                </c:pt>
                <c:pt idx="140">
                  <c:v>140</c:v>
                </c:pt>
                <c:pt idx="141">
                  <c:v>140</c:v>
                </c:pt>
                <c:pt idx="142">
                  <c:v>140</c:v>
                </c:pt>
                <c:pt idx="143">
                  <c:v>140</c:v>
                </c:pt>
                <c:pt idx="144">
                  <c:v>140</c:v>
                </c:pt>
                <c:pt idx="145">
                  <c:v>140</c:v>
                </c:pt>
                <c:pt idx="146">
                  <c:v>140</c:v>
                </c:pt>
                <c:pt idx="147">
                  <c:v>140</c:v>
                </c:pt>
                <c:pt idx="148">
                  <c:v>140</c:v>
                </c:pt>
                <c:pt idx="149">
                  <c:v>140</c:v>
                </c:pt>
                <c:pt idx="150">
                  <c:v>140</c:v>
                </c:pt>
                <c:pt idx="151">
                  <c:v>140</c:v>
                </c:pt>
                <c:pt idx="152">
                  <c:v>140</c:v>
                </c:pt>
                <c:pt idx="153">
                  <c:v>140</c:v>
                </c:pt>
                <c:pt idx="154">
                  <c:v>140</c:v>
                </c:pt>
                <c:pt idx="155">
                  <c:v>140</c:v>
                </c:pt>
                <c:pt idx="156">
                  <c:v>140</c:v>
                </c:pt>
                <c:pt idx="157">
                  <c:v>140</c:v>
                </c:pt>
                <c:pt idx="158">
                  <c:v>140</c:v>
                </c:pt>
                <c:pt idx="159">
                  <c:v>140</c:v>
                </c:pt>
                <c:pt idx="160">
                  <c:v>140</c:v>
                </c:pt>
                <c:pt idx="161">
                  <c:v>140</c:v>
                </c:pt>
                <c:pt idx="162">
                  <c:v>140</c:v>
                </c:pt>
                <c:pt idx="163">
                  <c:v>140</c:v>
                </c:pt>
                <c:pt idx="164">
                  <c:v>140</c:v>
                </c:pt>
                <c:pt idx="165">
                  <c:v>140</c:v>
                </c:pt>
                <c:pt idx="166">
                  <c:v>140</c:v>
                </c:pt>
                <c:pt idx="167">
                  <c:v>140</c:v>
                </c:pt>
                <c:pt idx="168">
                  <c:v>140</c:v>
                </c:pt>
                <c:pt idx="169">
                  <c:v>140</c:v>
                </c:pt>
                <c:pt idx="170">
                  <c:v>140</c:v>
                </c:pt>
                <c:pt idx="171">
                  <c:v>140</c:v>
                </c:pt>
                <c:pt idx="172">
                  <c:v>140</c:v>
                </c:pt>
                <c:pt idx="173">
                  <c:v>140</c:v>
                </c:pt>
                <c:pt idx="174">
                  <c:v>140</c:v>
                </c:pt>
                <c:pt idx="175">
                  <c:v>140</c:v>
                </c:pt>
                <c:pt idx="176">
                  <c:v>140</c:v>
                </c:pt>
                <c:pt idx="177">
                  <c:v>140</c:v>
                </c:pt>
                <c:pt idx="178">
                  <c:v>140</c:v>
                </c:pt>
                <c:pt idx="179">
                  <c:v>140</c:v>
                </c:pt>
                <c:pt idx="180">
                  <c:v>140</c:v>
                </c:pt>
                <c:pt idx="181">
                  <c:v>140</c:v>
                </c:pt>
                <c:pt idx="182">
                  <c:v>140</c:v>
                </c:pt>
                <c:pt idx="183">
                  <c:v>140</c:v>
                </c:pt>
                <c:pt idx="184">
                  <c:v>140</c:v>
                </c:pt>
                <c:pt idx="185">
                  <c:v>140</c:v>
                </c:pt>
                <c:pt idx="186">
                  <c:v>140</c:v>
                </c:pt>
                <c:pt idx="187">
                  <c:v>140</c:v>
                </c:pt>
                <c:pt idx="188">
                  <c:v>140</c:v>
                </c:pt>
                <c:pt idx="189">
                  <c:v>140</c:v>
                </c:pt>
                <c:pt idx="190">
                  <c:v>140</c:v>
                </c:pt>
                <c:pt idx="191">
                  <c:v>140</c:v>
                </c:pt>
                <c:pt idx="192">
                  <c:v>140</c:v>
                </c:pt>
                <c:pt idx="193">
                  <c:v>140</c:v>
                </c:pt>
                <c:pt idx="194">
                  <c:v>140</c:v>
                </c:pt>
                <c:pt idx="195">
                  <c:v>140</c:v>
                </c:pt>
                <c:pt idx="196">
                  <c:v>140</c:v>
                </c:pt>
                <c:pt idx="197">
                  <c:v>140</c:v>
                </c:pt>
                <c:pt idx="198">
                  <c:v>140</c:v>
                </c:pt>
                <c:pt idx="199">
                  <c:v>140</c:v>
                </c:pt>
                <c:pt idx="200">
                  <c:v>140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140</c:v>
                </c:pt>
                <c:pt idx="251">
                  <c:v>140</c:v>
                </c:pt>
                <c:pt idx="252">
                  <c:v>140</c:v>
                </c:pt>
                <c:pt idx="253">
                  <c:v>140</c:v>
                </c:pt>
                <c:pt idx="254">
                  <c:v>140</c:v>
                </c:pt>
                <c:pt idx="255">
                  <c:v>140</c:v>
                </c:pt>
                <c:pt idx="256">
                  <c:v>140</c:v>
                </c:pt>
                <c:pt idx="257">
                  <c:v>140</c:v>
                </c:pt>
                <c:pt idx="258">
                  <c:v>140</c:v>
                </c:pt>
                <c:pt idx="259">
                  <c:v>140</c:v>
                </c:pt>
                <c:pt idx="260">
                  <c:v>140</c:v>
                </c:pt>
                <c:pt idx="261">
                  <c:v>140</c:v>
                </c:pt>
                <c:pt idx="262">
                  <c:v>140</c:v>
                </c:pt>
                <c:pt idx="263">
                  <c:v>140</c:v>
                </c:pt>
                <c:pt idx="264">
                  <c:v>140</c:v>
                </c:pt>
                <c:pt idx="265">
                  <c:v>140</c:v>
                </c:pt>
                <c:pt idx="266">
                  <c:v>140</c:v>
                </c:pt>
                <c:pt idx="267">
                  <c:v>140</c:v>
                </c:pt>
                <c:pt idx="268">
                  <c:v>140</c:v>
                </c:pt>
                <c:pt idx="269">
                  <c:v>140</c:v>
                </c:pt>
                <c:pt idx="270">
                  <c:v>140</c:v>
                </c:pt>
                <c:pt idx="271">
                  <c:v>140</c:v>
                </c:pt>
                <c:pt idx="272">
                  <c:v>140</c:v>
                </c:pt>
                <c:pt idx="273">
                  <c:v>140</c:v>
                </c:pt>
                <c:pt idx="274">
                  <c:v>140</c:v>
                </c:pt>
                <c:pt idx="275">
                  <c:v>140</c:v>
                </c:pt>
                <c:pt idx="276">
                  <c:v>140</c:v>
                </c:pt>
                <c:pt idx="277">
                  <c:v>140</c:v>
                </c:pt>
                <c:pt idx="278">
                  <c:v>140</c:v>
                </c:pt>
                <c:pt idx="279">
                  <c:v>140</c:v>
                </c:pt>
                <c:pt idx="280">
                  <c:v>140</c:v>
                </c:pt>
                <c:pt idx="281">
                  <c:v>140</c:v>
                </c:pt>
                <c:pt idx="282">
                  <c:v>140</c:v>
                </c:pt>
                <c:pt idx="283">
                  <c:v>140</c:v>
                </c:pt>
                <c:pt idx="284">
                  <c:v>140</c:v>
                </c:pt>
                <c:pt idx="285">
                  <c:v>140</c:v>
                </c:pt>
                <c:pt idx="286">
                  <c:v>140</c:v>
                </c:pt>
                <c:pt idx="287">
                  <c:v>140</c:v>
                </c:pt>
                <c:pt idx="288">
                  <c:v>140</c:v>
                </c:pt>
                <c:pt idx="289">
                  <c:v>140</c:v>
                </c:pt>
                <c:pt idx="290">
                  <c:v>140</c:v>
                </c:pt>
                <c:pt idx="291">
                  <c:v>140</c:v>
                </c:pt>
                <c:pt idx="292">
                  <c:v>140</c:v>
                </c:pt>
                <c:pt idx="293">
                  <c:v>140</c:v>
                </c:pt>
                <c:pt idx="294">
                  <c:v>140</c:v>
                </c:pt>
                <c:pt idx="295">
                  <c:v>140</c:v>
                </c:pt>
                <c:pt idx="296">
                  <c:v>140</c:v>
                </c:pt>
                <c:pt idx="297">
                  <c:v>140</c:v>
                </c:pt>
                <c:pt idx="298">
                  <c:v>140</c:v>
                </c:pt>
                <c:pt idx="299">
                  <c:v>140</c:v>
                </c:pt>
                <c:pt idx="300">
                  <c:v>140</c:v>
                </c:pt>
                <c:pt idx="301">
                  <c:v>140</c:v>
                </c:pt>
                <c:pt idx="302">
                  <c:v>140</c:v>
                </c:pt>
                <c:pt idx="303">
                  <c:v>140</c:v>
                </c:pt>
                <c:pt idx="304">
                  <c:v>140</c:v>
                </c:pt>
                <c:pt idx="305">
                  <c:v>140</c:v>
                </c:pt>
                <c:pt idx="306">
                  <c:v>140</c:v>
                </c:pt>
                <c:pt idx="307">
                  <c:v>140</c:v>
                </c:pt>
                <c:pt idx="308">
                  <c:v>140</c:v>
                </c:pt>
                <c:pt idx="309">
                  <c:v>140</c:v>
                </c:pt>
                <c:pt idx="310">
                  <c:v>140</c:v>
                </c:pt>
                <c:pt idx="311">
                  <c:v>140</c:v>
                </c:pt>
                <c:pt idx="312">
                  <c:v>140</c:v>
                </c:pt>
                <c:pt idx="313">
                  <c:v>140</c:v>
                </c:pt>
                <c:pt idx="314">
                  <c:v>140</c:v>
                </c:pt>
                <c:pt idx="315">
                  <c:v>140</c:v>
                </c:pt>
                <c:pt idx="316">
                  <c:v>140</c:v>
                </c:pt>
                <c:pt idx="317">
                  <c:v>140</c:v>
                </c:pt>
                <c:pt idx="318">
                  <c:v>140</c:v>
                </c:pt>
                <c:pt idx="319">
                  <c:v>140</c:v>
                </c:pt>
                <c:pt idx="320">
                  <c:v>140</c:v>
                </c:pt>
                <c:pt idx="321">
                  <c:v>140</c:v>
                </c:pt>
                <c:pt idx="322">
                  <c:v>140</c:v>
                </c:pt>
                <c:pt idx="323">
                  <c:v>140</c:v>
                </c:pt>
                <c:pt idx="324">
                  <c:v>140</c:v>
                </c:pt>
                <c:pt idx="325">
                  <c:v>140</c:v>
                </c:pt>
                <c:pt idx="326">
                  <c:v>140</c:v>
                </c:pt>
                <c:pt idx="327">
                  <c:v>140</c:v>
                </c:pt>
                <c:pt idx="328">
                  <c:v>140</c:v>
                </c:pt>
                <c:pt idx="329">
                  <c:v>140</c:v>
                </c:pt>
                <c:pt idx="330">
                  <c:v>140</c:v>
                </c:pt>
                <c:pt idx="331">
                  <c:v>140</c:v>
                </c:pt>
                <c:pt idx="332">
                  <c:v>140</c:v>
                </c:pt>
                <c:pt idx="333">
                  <c:v>140</c:v>
                </c:pt>
                <c:pt idx="334">
                  <c:v>140</c:v>
                </c:pt>
                <c:pt idx="335">
                  <c:v>140</c:v>
                </c:pt>
                <c:pt idx="336">
                  <c:v>140</c:v>
                </c:pt>
                <c:pt idx="337">
                  <c:v>140</c:v>
                </c:pt>
                <c:pt idx="338">
                  <c:v>140</c:v>
                </c:pt>
                <c:pt idx="339">
                  <c:v>140</c:v>
                </c:pt>
                <c:pt idx="340">
                  <c:v>140</c:v>
                </c:pt>
                <c:pt idx="341">
                  <c:v>140</c:v>
                </c:pt>
                <c:pt idx="342">
                  <c:v>140</c:v>
                </c:pt>
                <c:pt idx="343">
                  <c:v>140</c:v>
                </c:pt>
                <c:pt idx="344">
                  <c:v>140</c:v>
                </c:pt>
                <c:pt idx="345">
                  <c:v>140</c:v>
                </c:pt>
                <c:pt idx="346">
                  <c:v>140</c:v>
                </c:pt>
                <c:pt idx="347">
                  <c:v>140</c:v>
                </c:pt>
                <c:pt idx="348">
                  <c:v>140</c:v>
                </c:pt>
                <c:pt idx="349">
                  <c:v>140</c:v>
                </c:pt>
                <c:pt idx="350">
                  <c:v>140</c:v>
                </c:pt>
                <c:pt idx="351">
                  <c:v>140</c:v>
                </c:pt>
                <c:pt idx="352">
                  <c:v>140</c:v>
                </c:pt>
                <c:pt idx="353">
                  <c:v>140</c:v>
                </c:pt>
                <c:pt idx="354">
                  <c:v>140</c:v>
                </c:pt>
                <c:pt idx="355">
                  <c:v>140</c:v>
                </c:pt>
                <c:pt idx="356">
                  <c:v>140</c:v>
                </c:pt>
                <c:pt idx="357">
                  <c:v>140</c:v>
                </c:pt>
                <c:pt idx="358">
                  <c:v>140</c:v>
                </c:pt>
                <c:pt idx="359">
                  <c:v>140</c:v>
                </c:pt>
                <c:pt idx="360">
                  <c:v>140</c:v>
                </c:pt>
                <c:pt idx="361">
                  <c:v>140</c:v>
                </c:pt>
                <c:pt idx="362">
                  <c:v>140</c:v>
                </c:pt>
                <c:pt idx="363">
                  <c:v>140</c:v>
                </c:pt>
                <c:pt idx="364">
                  <c:v>140</c:v>
                </c:pt>
                <c:pt idx="365">
                  <c:v>140</c:v>
                </c:pt>
                <c:pt idx="366">
                  <c:v>140</c:v>
                </c:pt>
                <c:pt idx="367">
                  <c:v>140</c:v>
                </c:pt>
                <c:pt idx="368">
                  <c:v>140</c:v>
                </c:pt>
                <c:pt idx="369">
                  <c:v>140</c:v>
                </c:pt>
                <c:pt idx="370">
                  <c:v>140</c:v>
                </c:pt>
                <c:pt idx="371">
                  <c:v>140</c:v>
                </c:pt>
                <c:pt idx="372">
                  <c:v>140</c:v>
                </c:pt>
                <c:pt idx="373">
                  <c:v>140</c:v>
                </c:pt>
                <c:pt idx="374">
                  <c:v>140</c:v>
                </c:pt>
                <c:pt idx="375">
                  <c:v>140</c:v>
                </c:pt>
                <c:pt idx="376">
                  <c:v>140</c:v>
                </c:pt>
                <c:pt idx="377">
                  <c:v>140</c:v>
                </c:pt>
                <c:pt idx="378">
                  <c:v>140</c:v>
                </c:pt>
                <c:pt idx="379">
                  <c:v>140</c:v>
                </c:pt>
                <c:pt idx="380">
                  <c:v>140</c:v>
                </c:pt>
                <c:pt idx="381">
                  <c:v>140</c:v>
                </c:pt>
                <c:pt idx="382">
                  <c:v>140</c:v>
                </c:pt>
                <c:pt idx="383">
                  <c:v>140</c:v>
                </c:pt>
                <c:pt idx="384">
                  <c:v>140</c:v>
                </c:pt>
                <c:pt idx="385">
                  <c:v>140</c:v>
                </c:pt>
                <c:pt idx="386">
                  <c:v>140</c:v>
                </c:pt>
                <c:pt idx="387">
                  <c:v>140</c:v>
                </c:pt>
                <c:pt idx="388">
                  <c:v>140</c:v>
                </c:pt>
                <c:pt idx="389">
                  <c:v>140</c:v>
                </c:pt>
                <c:pt idx="390">
                  <c:v>140</c:v>
                </c:pt>
                <c:pt idx="391">
                  <c:v>140</c:v>
                </c:pt>
                <c:pt idx="392">
                  <c:v>140</c:v>
                </c:pt>
                <c:pt idx="393">
                  <c:v>140</c:v>
                </c:pt>
                <c:pt idx="394">
                  <c:v>140</c:v>
                </c:pt>
                <c:pt idx="395">
                  <c:v>140</c:v>
                </c:pt>
                <c:pt idx="396">
                  <c:v>140</c:v>
                </c:pt>
                <c:pt idx="397">
                  <c:v>140</c:v>
                </c:pt>
                <c:pt idx="398">
                  <c:v>140</c:v>
                </c:pt>
                <c:pt idx="399">
                  <c:v>140</c:v>
                </c:pt>
                <c:pt idx="400">
                  <c:v>140</c:v>
                </c:pt>
                <c:pt idx="401">
                  <c:v>140</c:v>
                </c:pt>
                <c:pt idx="402">
                  <c:v>140</c:v>
                </c:pt>
                <c:pt idx="403">
                  <c:v>140</c:v>
                </c:pt>
                <c:pt idx="404">
                  <c:v>140</c:v>
                </c:pt>
                <c:pt idx="405">
                  <c:v>140</c:v>
                </c:pt>
                <c:pt idx="406">
                  <c:v>140</c:v>
                </c:pt>
                <c:pt idx="407">
                  <c:v>140</c:v>
                </c:pt>
                <c:pt idx="408">
                  <c:v>140</c:v>
                </c:pt>
                <c:pt idx="409">
                  <c:v>140</c:v>
                </c:pt>
                <c:pt idx="410">
                  <c:v>140</c:v>
                </c:pt>
                <c:pt idx="411">
                  <c:v>140</c:v>
                </c:pt>
                <c:pt idx="412">
                  <c:v>140</c:v>
                </c:pt>
                <c:pt idx="413">
                  <c:v>140</c:v>
                </c:pt>
                <c:pt idx="414">
                  <c:v>140</c:v>
                </c:pt>
                <c:pt idx="415">
                  <c:v>140</c:v>
                </c:pt>
                <c:pt idx="416">
                  <c:v>140</c:v>
                </c:pt>
                <c:pt idx="417">
                  <c:v>140</c:v>
                </c:pt>
                <c:pt idx="418">
                  <c:v>140</c:v>
                </c:pt>
                <c:pt idx="419">
                  <c:v>140</c:v>
                </c:pt>
                <c:pt idx="420">
                  <c:v>140</c:v>
                </c:pt>
                <c:pt idx="421">
                  <c:v>140</c:v>
                </c:pt>
                <c:pt idx="422">
                  <c:v>140</c:v>
                </c:pt>
                <c:pt idx="423">
                  <c:v>140</c:v>
                </c:pt>
                <c:pt idx="424">
                  <c:v>140</c:v>
                </c:pt>
                <c:pt idx="425">
                  <c:v>140</c:v>
                </c:pt>
                <c:pt idx="426">
                  <c:v>140</c:v>
                </c:pt>
                <c:pt idx="427">
                  <c:v>140</c:v>
                </c:pt>
                <c:pt idx="428">
                  <c:v>140</c:v>
                </c:pt>
                <c:pt idx="429">
                  <c:v>140</c:v>
                </c:pt>
                <c:pt idx="430">
                  <c:v>140</c:v>
                </c:pt>
                <c:pt idx="431">
                  <c:v>140</c:v>
                </c:pt>
                <c:pt idx="432">
                  <c:v>140</c:v>
                </c:pt>
                <c:pt idx="433">
                  <c:v>140</c:v>
                </c:pt>
                <c:pt idx="434">
                  <c:v>140</c:v>
                </c:pt>
                <c:pt idx="435">
                  <c:v>140</c:v>
                </c:pt>
                <c:pt idx="436">
                  <c:v>140</c:v>
                </c:pt>
                <c:pt idx="437">
                  <c:v>140</c:v>
                </c:pt>
                <c:pt idx="438">
                  <c:v>140</c:v>
                </c:pt>
                <c:pt idx="439">
                  <c:v>140</c:v>
                </c:pt>
                <c:pt idx="440">
                  <c:v>140</c:v>
                </c:pt>
                <c:pt idx="441">
                  <c:v>140</c:v>
                </c:pt>
                <c:pt idx="442">
                  <c:v>140</c:v>
                </c:pt>
                <c:pt idx="443">
                  <c:v>140</c:v>
                </c:pt>
                <c:pt idx="444">
                  <c:v>140</c:v>
                </c:pt>
                <c:pt idx="445">
                  <c:v>140</c:v>
                </c:pt>
                <c:pt idx="446">
                  <c:v>140</c:v>
                </c:pt>
                <c:pt idx="447">
                  <c:v>140</c:v>
                </c:pt>
                <c:pt idx="448">
                  <c:v>140</c:v>
                </c:pt>
                <c:pt idx="449">
                  <c:v>140</c:v>
                </c:pt>
                <c:pt idx="450">
                  <c:v>140</c:v>
                </c:pt>
              </c:numCache>
            </c:numRef>
          </c:yVal>
        </c:ser>
        <c:ser>
          <c:idx val="1"/>
          <c:order val="1"/>
          <c:tx>
            <c:v>移动阱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Data'!$C$2:$C$452</c:f>
              <c:numCache>
                <c:formatCode>General</c:formatCode>
                <c:ptCount val="45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  <c:pt idx="301">
                  <c:v>602</c:v>
                </c:pt>
                <c:pt idx="302">
                  <c:v>604</c:v>
                </c:pt>
                <c:pt idx="303">
                  <c:v>606</c:v>
                </c:pt>
                <c:pt idx="304">
                  <c:v>608</c:v>
                </c:pt>
                <c:pt idx="305">
                  <c:v>610</c:v>
                </c:pt>
                <c:pt idx="306">
                  <c:v>612</c:v>
                </c:pt>
                <c:pt idx="307">
                  <c:v>614</c:v>
                </c:pt>
                <c:pt idx="308">
                  <c:v>616</c:v>
                </c:pt>
                <c:pt idx="309">
                  <c:v>618</c:v>
                </c:pt>
                <c:pt idx="310">
                  <c:v>620</c:v>
                </c:pt>
                <c:pt idx="311">
                  <c:v>622</c:v>
                </c:pt>
                <c:pt idx="312">
                  <c:v>624</c:v>
                </c:pt>
                <c:pt idx="313">
                  <c:v>626</c:v>
                </c:pt>
                <c:pt idx="314">
                  <c:v>628</c:v>
                </c:pt>
                <c:pt idx="315">
                  <c:v>630</c:v>
                </c:pt>
                <c:pt idx="316">
                  <c:v>632</c:v>
                </c:pt>
                <c:pt idx="317">
                  <c:v>634</c:v>
                </c:pt>
                <c:pt idx="318">
                  <c:v>636</c:v>
                </c:pt>
                <c:pt idx="319">
                  <c:v>638</c:v>
                </c:pt>
                <c:pt idx="320">
                  <c:v>640</c:v>
                </c:pt>
                <c:pt idx="321">
                  <c:v>642</c:v>
                </c:pt>
                <c:pt idx="322">
                  <c:v>644</c:v>
                </c:pt>
                <c:pt idx="323">
                  <c:v>646</c:v>
                </c:pt>
                <c:pt idx="324">
                  <c:v>648</c:v>
                </c:pt>
                <c:pt idx="325">
                  <c:v>650</c:v>
                </c:pt>
                <c:pt idx="326">
                  <c:v>652</c:v>
                </c:pt>
                <c:pt idx="327">
                  <c:v>654</c:v>
                </c:pt>
                <c:pt idx="328">
                  <c:v>656</c:v>
                </c:pt>
                <c:pt idx="329">
                  <c:v>658</c:v>
                </c:pt>
                <c:pt idx="330">
                  <c:v>660</c:v>
                </c:pt>
                <c:pt idx="331">
                  <c:v>662</c:v>
                </c:pt>
                <c:pt idx="332">
                  <c:v>664</c:v>
                </c:pt>
                <c:pt idx="333">
                  <c:v>666</c:v>
                </c:pt>
                <c:pt idx="334">
                  <c:v>668</c:v>
                </c:pt>
                <c:pt idx="335">
                  <c:v>670</c:v>
                </c:pt>
                <c:pt idx="336">
                  <c:v>672</c:v>
                </c:pt>
                <c:pt idx="337">
                  <c:v>674</c:v>
                </c:pt>
                <c:pt idx="338">
                  <c:v>676</c:v>
                </c:pt>
                <c:pt idx="339">
                  <c:v>678</c:v>
                </c:pt>
                <c:pt idx="340">
                  <c:v>680</c:v>
                </c:pt>
                <c:pt idx="341">
                  <c:v>682</c:v>
                </c:pt>
                <c:pt idx="342">
                  <c:v>684</c:v>
                </c:pt>
                <c:pt idx="343">
                  <c:v>686</c:v>
                </c:pt>
                <c:pt idx="344">
                  <c:v>688</c:v>
                </c:pt>
                <c:pt idx="345">
                  <c:v>690</c:v>
                </c:pt>
                <c:pt idx="346">
                  <c:v>692</c:v>
                </c:pt>
                <c:pt idx="347">
                  <c:v>694</c:v>
                </c:pt>
                <c:pt idx="348">
                  <c:v>696</c:v>
                </c:pt>
                <c:pt idx="349">
                  <c:v>698</c:v>
                </c:pt>
                <c:pt idx="350">
                  <c:v>700</c:v>
                </c:pt>
                <c:pt idx="351">
                  <c:v>702</c:v>
                </c:pt>
                <c:pt idx="352">
                  <c:v>704</c:v>
                </c:pt>
                <c:pt idx="353">
                  <c:v>706</c:v>
                </c:pt>
                <c:pt idx="354">
                  <c:v>708</c:v>
                </c:pt>
                <c:pt idx="355">
                  <c:v>710</c:v>
                </c:pt>
                <c:pt idx="356">
                  <c:v>712</c:v>
                </c:pt>
                <c:pt idx="357">
                  <c:v>714</c:v>
                </c:pt>
                <c:pt idx="358">
                  <c:v>716</c:v>
                </c:pt>
                <c:pt idx="359">
                  <c:v>718</c:v>
                </c:pt>
                <c:pt idx="360">
                  <c:v>720</c:v>
                </c:pt>
                <c:pt idx="361">
                  <c:v>722</c:v>
                </c:pt>
                <c:pt idx="362">
                  <c:v>724</c:v>
                </c:pt>
                <c:pt idx="363">
                  <c:v>726</c:v>
                </c:pt>
                <c:pt idx="364">
                  <c:v>728</c:v>
                </c:pt>
                <c:pt idx="365">
                  <c:v>730</c:v>
                </c:pt>
                <c:pt idx="366">
                  <c:v>732</c:v>
                </c:pt>
                <c:pt idx="367">
                  <c:v>734</c:v>
                </c:pt>
                <c:pt idx="368">
                  <c:v>736</c:v>
                </c:pt>
                <c:pt idx="369">
                  <c:v>738</c:v>
                </c:pt>
                <c:pt idx="370">
                  <c:v>740</c:v>
                </c:pt>
                <c:pt idx="371">
                  <c:v>742</c:v>
                </c:pt>
                <c:pt idx="372">
                  <c:v>744</c:v>
                </c:pt>
                <c:pt idx="373">
                  <c:v>746</c:v>
                </c:pt>
                <c:pt idx="374">
                  <c:v>748</c:v>
                </c:pt>
                <c:pt idx="375">
                  <c:v>750</c:v>
                </c:pt>
                <c:pt idx="376">
                  <c:v>752</c:v>
                </c:pt>
                <c:pt idx="377">
                  <c:v>754</c:v>
                </c:pt>
                <c:pt idx="378">
                  <c:v>756</c:v>
                </c:pt>
                <c:pt idx="379">
                  <c:v>758</c:v>
                </c:pt>
                <c:pt idx="380">
                  <c:v>760</c:v>
                </c:pt>
                <c:pt idx="381">
                  <c:v>762</c:v>
                </c:pt>
                <c:pt idx="382">
                  <c:v>764</c:v>
                </c:pt>
                <c:pt idx="383">
                  <c:v>766</c:v>
                </c:pt>
                <c:pt idx="384">
                  <c:v>768</c:v>
                </c:pt>
                <c:pt idx="385">
                  <c:v>770</c:v>
                </c:pt>
                <c:pt idx="386">
                  <c:v>772</c:v>
                </c:pt>
                <c:pt idx="387">
                  <c:v>774</c:v>
                </c:pt>
                <c:pt idx="388">
                  <c:v>776</c:v>
                </c:pt>
                <c:pt idx="389">
                  <c:v>778</c:v>
                </c:pt>
                <c:pt idx="390">
                  <c:v>780</c:v>
                </c:pt>
                <c:pt idx="391">
                  <c:v>782</c:v>
                </c:pt>
                <c:pt idx="392">
                  <c:v>784</c:v>
                </c:pt>
                <c:pt idx="393">
                  <c:v>786</c:v>
                </c:pt>
                <c:pt idx="394">
                  <c:v>788</c:v>
                </c:pt>
                <c:pt idx="395">
                  <c:v>790</c:v>
                </c:pt>
                <c:pt idx="396">
                  <c:v>792</c:v>
                </c:pt>
                <c:pt idx="397">
                  <c:v>794</c:v>
                </c:pt>
                <c:pt idx="398">
                  <c:v>796</c:v>
                </c:pt>
                <c:pt idx="399">
                  <c:v>798</c:v>
                </c:pt>
                <c:pt idx="400">
                  <c:v>800</c:v>
                </c:pt>
                <c:pt idx="401">
                  <c:v>802</c:v>
                </c:pt>
                <c:pt idx="402">
                  <c:v>804</c:v>
                </c:pt>
                <c:pt idx="403">
                  <c:v>806</c:v>
                </c:pt>
                <c:pt idx="404">
                  <c:v>808</c:v>
                </c:pt>
                <c:pt idx="405">
                  <c:v>810</c:v>
                </c:pt>
                <c:pt idx="406">
                  <c:v>812</c:v>
                </c:pt>
                <c:pt idx="407">
                  <c:v>814</c:v>
                </c:pt>
                <c:pt idx="408">
                  <c:v>816</c:v>
                </c:pt>
                <c:pt idx="409">
                  <c:v>818</c:v>
                </c:pt>
                <c:pt idx="410">
                  <c:v>820</c:v>
                </c:pt>
                <c:pt idx="411">
                  <c:v>822</c:v>
                </c:pt>
                <c:pt idx="412">
                  <c:v>824</c:v>
                </c:pt>
                <c:pt idx="413">
                  <c:v>826</c:v>
                </c:pt>
                <c:pt idx="414">
                  <c:v>828</c:v>
                </c:pt>
                <c:pt idx="415">
                  <c:v>830</c:v>
                </c:pt>
                <c:pt idx="416">
                  <c:v>832</c:v>
                </c:pt>
                <c:pt idx="417">
                  <c:v>834</c:v>
                </c:pt>
                <c:pt idx="418">
                  <c:v>836</c:v>
                </c:pt>
                <c:pt idx="419">
                  <c:v>838</c:v>
                </c:pt>
                <c:pt idx="420">
                  <c:v>840</c:v>
                </c:pt>
                <c:pt idx="421">
                  <c:v>842</c:v>
                </c:pt>
                <c:pt idx="422">
                  <c:v>844</c:v>
                </c:pt>
                <c:pt idx="423">
                  <c:v>846</c:v>
                </c:pt>
                <c:pt idx="424">
                  <c:v>848</c:v>
                </c:pt>
                <c:pt idx="425">
                  <c:v>850</c:v>
                </c:pt>
                <c:pt idx="426">
                  <c:v>852</c:v>
                </c:pt>
                <c:pt idx="427">
                  <c:v>854</c:v>
                </c:pt>
                <c:pt idx="428">
                  <c:v>856</c:v>
                </c:pt>
                <c:pt idx="429">
                  <c:v>858</c:v>
                </c:pt>
                <c:pt idx="430">
                  <c:v>860</c:v>
                </c:pt>
                <c:pt idx="431">
                  <c:v>862</c:v>
                </c:pt>
                <c:pt idx="432">
                  <c:v>864</c:v>
                </c:pt>
                <c:pt idx="433">
                  <c:v>866</c:v>
                </c:pt>
                <c:pt idx="434">
                  <c:v>868</c:v>
                </c:pt>
                <c:pt idx="435">
                  <c:v>870</c:v>
                </c:pt>
                <c:pt idx="436">
                  <c:v>872</c:v>
                </c:pt>
                <c:pt idx="437">
                  <c:v>874</c:v>
                </c:pt>
                <c:pt idx="438">
                  <c:v>876</c:v>
                </c:pt>
                <c:pt idx="439">
                  <c:v>878</c:v>
                </c:pt>
                <c:pt idx="440">
                  <c:v>880</c:v>
                </c:pt>
                <c:pt idx="441">
                  <c:v>882</c:v>
                </c:pt>
                <c:pt idx="442">
                  <c:v>884</c:v>
                </c:pt>
                <c:pt idx="443">
                  <c:v>886</c:v>
                </c:pt>
                <c:pt idx="444">
                  <c:v>888</c:v>
                </c:pt>
                <c:pt idx="445">
                  <c:v>890</c:v>
                </c:pt>
                <c:pt idx="446">
                  <c:v>892</c:v>
                </c:pt>
                <c:pt idx="447">
                  <c:v>894</c:v>
                </c:pt>
                <c:pt idx="448">
                  <c:v>896</c:v>
                </c:pt>
                <c:pt idx="449">
                  <c:v>898</c:v>
                </c:pt>
                <c:pt idx="450">
                  <c:v>900</c:v>
                </c:pt>
              </c:numCache>
            </c:numRef>
          </c:xVal>
          <c:yVal>
            <c:numRef>
              <c:f>'Chart Data'!$D$2:$D$452</c:f>
              <c:numCache>
                <c:formatCode>0</c:formatCode>
                <c:ptCount val="451"/>
                <c:pt idx="0">
                  <c:v>0</c:v>
                </c:pt>
                <c:pt idx="1">
                  <c:v>0.0303819444444</c:v>
                </c:pt>
                <c:pt idx="2">
                  <c:v>0.121527777778</c:v>
                </c:pt>
                <c:pt idx="3">
                  <c:v>0.2734375</c:v>
                </c:pt>
                <c:pt idx="4">
                  <c:v>0.486111111111</c:v>
                </c:pt>
                <c:pt idx="5">
                  <c:v>0.759548611111</c:v>
                </c:pt>
                <c:pt idx="6">
                  <c:v>1.09375</c:v>
                </c:pt>
                <c:pt idx="7">
                  <c:v>1.48871527778</c:v>
                </c:pt>
                <c:pt idx="8">
                  <c:v>1.94444444444</c:v>
                </c:pt>
                <c:pt idx="9">
                  <c:v>2.4609375</c:v>
                </c:pt>
                <c:pt idx="10">
                  <c:v>3.03819444444</c:v>
                </c:pt>
                <c:pt idx="11">
                  <c:v>3.67621527778</c:v>
                </c:pt>
                <c:pt idx="12">
                  <c:v>4.375</c:v>
                </c:pt>
                <c:pt idx="13">
                  <c:v>5.13454861111</c:v>
                </c:pt>
                <c:pt idx="14">
                  <c:v>5.95486111111</c:v>
                </c:pt>
                <c:pt idx="15">
                  <c:v>6.8359375</c:v>
                </c:pt>
                <c:pt idx="16">
                  <c:v>7.77777777778</c:v>
                </c:pt>
                <c:pt idx="17">
                  <c:v>8.78038194444</c:v>
                </c:pt>
                <c:pt idx="18">
                  <c:v>9.84375</c:v>
                </c:pt>
                <c:pt idx="19">
                  <c:v>10.9678819444</c:v>
                </c:pt>
                <c:pt idx="20">
                  <c:v>12.1527777778</c:v>
                </c:pt>
                <c:pt idx="21">
                  <c:v>13.3984375</c:v>
                </c:pt>
                <c:pt idx="22">
                  <c:v>14.7048611111</c:v>
                </c:pt>
                <c:pt idx="23">
                  <c:v>16.0720486111</c:v>
                </c:pt>
                <c:pt idx="24">
                  <c:v>17.5</c:v>
                </c:pt>
                <c:pt idx="25">
                  <c:v>18.9887152778</c:v>
                </c:pt>
                <c:pt idx="26">
                  <c:v>20.5381944444</c:v>
                </c:pt>
                <c:pt idx="27">
                  <c:v>22.1484375</c:v>
                </c:pt>
                <c:pt idx="28">
                  <c:v>23.8194444444</c:v>
                </c:pt>
                <c:pt idx="29">
                  <c:v>25.5512152778</c:v>
                </c:pt>
                <c:pt idx="30">
                  <c:v>27.34375</c:v>
                </c:pt>
                <c:pt idx="31">
                  <c:v>29.1970486111</c:v>
                </c:pt>
                <c:pt idx="32">
                  <c:v>31.1111111111</c:v>
                </c:pt>
                <c:pt idx="33">
                  <c:v>33.0859375</c:v>
                </c:pt>
                <c:pt idx="34">
                  <c:v>35.1215277778</c:v>
                </c:pt>
                <c:pt idx="35">
                  <c:v>37.2178819444</c:v>
                </c:pt>
                <c:pt idx="36">
                  <c:v>39.375</c:v>
                </c:pt>
                <c:pt idx="37">
                  <c:v>41.5928819444</c:v>
                </c:pt>
                <c:pt idx="38">
                  <c:v>43.8715277778</c:v>
                </c:pt>
                <c:pt idx="39">
                  <c:v>46.2109375</c:v>
                </c:pt>
                <c:pt idx="40">
                  <c:v>48.6111111111</c:v>
                </c:pt>
                <c:pt idx="41">
                  <c:v>51.0720486111</c:v>
                </c:pt>
                <c:pt idx="42">
                  <c:v>53.59375</c:v>
                </c:pt>
                <c:pt idx="43">
                  <c:v>56.1762152778</c:v>
                </c:pt>
                <c:pt idx="44">
                  <c:v>58.8194444444</c:v>
                </c:pt>
                <c:pt idx="45">
                  <c:v>61.5234375</c:v>
                </c:pt>
                <c:pt idx="46">
                  <c:v>64.2881944444</c:v>
                </c:pt>
                <c:pt idx="47">
                  <c:v>67.1137152778</c:v>
                </c:pt>
                <c:pt idx="48">
                  <c:v>70</c:v>
                </c:pt>
                <c:pt idx="49">
                  <c:v>72.9470486111</c:v>
                </c:pt>
                <c:pt idx="50">
                  <c:v>75.9548611111</c:v>
                </c:pt>
                <c:pt idx="51">
                  <c:v>79.0234375</c:v>
                </c:pt>
                <c:pt idx="52">
                  <c:v>82.1527777778</c:v>
                </c:pt>
                <c:pt idx="53">
                  <c:v>85.3428819444</c:v>
                </c:pt>
                <c:pt idx="54">
                  <c:v>88.59375</c:v>
                </c:pt>
                <c:pt idx="55">
                  <c:v>91.9053819444</c:v>
                </c:pt>
                <c:pt idx="56">
                  <c:v>95.2777777778</c:v>
                </c:pt>
                <c:pt idx="57">
                  <c:v>98.7109375</c:v>
                </c:pt>
                <c:pt idx="58">
                  <c:v>102.204861111</c:v>
                </c:pt>
                <c:pt idx="59">
                  <c:v>105.759548611</c:v>
                </c:pt>
                <c:pt idx="60">
                  <c:v>109.375</c:v>
                </c:pt>
                <c:pt idx="61">
                  <c:v>113.051215278</c:v>
                </c:pt>
                <c:pt idx="62">
                  <c:v>116.788194444</c:v>
                </c:pt>
                <c:pt idx="63">
                  <c:v>120.5859375</c:v>
                </c:pt>
                <c:pt idx="64">
                  <c:v>124.444444444</c:v>
                </c:pt>
                <c:pt idx="65">
                  <c:v>128.363715278</c:v>
                </c:pt>
                <c:pt idx="66">
                  <c:v>132.34375</c:v>
                </c:pt>
                <c:pt idx="67">
                  <c:v>136.384548611</c:v>
                </c:pt>
                <c:pt idx="68">
                  <c:v>140.486111111</c:v>
                </c:pt>
                <c:pt idx="69">
                  <c:v>144.6484375</c:v>
                </c:pt>
                <c:pt idx="70">
                  <c:v>148.871527778</c:v>
                </c:pt>
                <c:pt idx="71">
                  <c:v>153.155381944</c:v>
                </c:pt>
                <c:pt idx="72">
                  <c:v>157.5</c:v>
                </c:pt>
                <c:pt idx="73">
                  <c:v>161.905381944</c:v>
                </c:pt>
                <c:pt idx="74">
                  <c:v>166.371527778</c:v>
                </c:pt>
                <c:pt idx="75">
                  <c:v>170.8984375</c:v>
                </c:pt>
                <c:pt idx="76">
                  <c:v>175.486111111</c:v>
                </c:pt>
                <c:pt idx="77">
                  <c:v>180.134548611</c:v>
                </c:pt>
                <c:pt idx="78">
                  <c:v>184.84375</c:v>
                </c:pt>
                <c:pt idx="79">
                  <c:v>189.613715278</c:v>
                </c:pt>
                <c:pt idx="80">
                  <c:v>194.444444444</c:v>
                </c:pt>
                <c:pt idx="81">
                  <c:v>199.3359375</c:v>
                </c:pt>
                <c:pt idx="82">
                  <c:v>204.288194444</c:v>
                </c:pt>
                <c:pt idx="83">
                  <c:v>209.301215278</c:v>
                </c:pt>
                <c:pt idx="84">
                  <c:v>214.375</c:v>
                </c:pt>
                <c:pt idx="85">
                  <c:v>219.509548611</c:v>
                </c:pt>
                <c:pt idx="86">
                  <c:v>224.704861111</c:v>
                </c:pt>
                <c:pt idx="87">
                  <c:v>229.9609375</c:v>
                </c:pt>
                <c:pt idx="88">
                  <c:v>235.277777778</c:v>
                </c:pt>
                <c:pt idx="89">
                  <c:v>240.655381944</c:v>
                </c:pt>
                <c:pt idx="90">
                  <c:v>246.09375</c:v>
                </c:pt>
                <c:pt idx="91">
                  <c:v>251.592881944</c:v>
                </c:pt>
                <c:pt idx="92">
                  <c:v>257.152777778</c:v>
                </c:pt>
                <c:pt idx="93">
                  <c:v>262.7734375</c:v>
                </c:pt>
                <c:pt idx="94">
                  <c:v>268.454861111</c:v>
                </c:pt>
                <c:pt idx="95">
                  <c:v>274.197048611</c:v>
                </c:pt>
                <c:pt idx="96">
                  <c:v>280</c:v>
                </c:pt>
                <c:pt idx="97">
                  <c:v>280</c:v>
                </c:pt>
                <c:pt idx="98">
                  <c:v>280</c:v>
                </c:pt>
                <c:pt idx="99">
                  <c:v>280</c:v>
                </c:pt>
                <c:pt idx="100">
                  <c:v>280</c:v>
                </c:pt>
                <c:pt idx="101">
                  <c:v>280</c:v>
                </c:pt>
                <c:pt idx="102">
                  <c:v>280</c:v>
                </c:pt>
                <c:pt idx="103">
                  <c:v>280</c:v>
                </c:pt>
                <c:pt idx="104">
                  <c:v>280</c:v>
                </c:pt>
                <c:pt idx="105">
                  <c:v>280</c:v>
                </c:pt>
                <c:pt idx="106">
                  <c:v>280</c:v>
                </c:pt>
                <c:pt idx="107">
                  <c:v>280</c:v>
                </c:pt>
                <c:pt idx="108">
                  <c:v>280</c:v>
                </c:pt>
                <c:pt idx="109">
                  <c:v>280</c:v>
                </c:pt>
                <c:pt idx="110">
                  <c:v>280</c:v>
                </c:pt>
                <c:pt idx="111">
                  <c:v>280</c:v>
                </c:pt>
                <c:pt idx="112">
                  <c:v>280</c:v>
                </c:pt>
                <c:pt idx="113">
                  <c:v>280</c:v>
                </c:pt>
                <c:pt idx="114">
                  <c:v>280</c:v>
                </c:pt>
                <c:pt idx="115">
                  <c:v>280</c:v>
                </c:pt>
                <c:pt idx="116">
                  <c:v>280</c:v>
                </c:pt>
                <c:pt idx="117">
                  <c:v>280</c:v>
                </c:pt>
                <c:pt idx="118">
                  <c:v>280</c:v>
                </c:pt>
                <c:pt idx="119">
                  <c:v>280</c:v>
                </c:pt>
                <c:pt idx="120">
                  <c:v>280</c:v>
                </c:pt>
                <c:pt idx="121">
                  <c:v>280</c:v>
                </c:pt>
                <c:pt idx="122">
                  <c:v>280</c:v>
                </c:pt>
                <c:pt idx="123">
                  <c:v>280</c:v>
                </c:pt>
                <c:pt idx="124">
                  <c:v>280</c:v>
                </c:pt>
                <c:pt idx="125">
                  <c:v>280</c:v>
                </c:pt>
                <c:pt idx="126">
                  <c:v>280</c:v>
                </c:pt>
                <c:pt idx="127">
                  <c:v>280</c:v>
                </c:pt>
                <c:pt idx="128">
                  <c:v>280</c:v>
                </c:pt>
                <c:pt idx="129">
                  <c:v>280</c:v>
                </c:pt>
                <c:pt idx="130">
                  <c:v>280</c:v>
                </c:pt>
                <c:pt idx="131">
                  <c:v>280</c:v>
                </c:pt>
                <c:pt idx="132">
                  <c:v>280</c:v>
                </c:pt>
                <c:pt idx="133">
                  <c:v>280</c:v>
                </c:pt>
                <c:pt idx="134">
                  <c:v>280</c:v>
                </c:pt>
                <c:pt idx="135">
                  <c:v>280</c:v>
                </c:pt>
                <c:pt idx="136">
                  <c:v>280</c:v>
                </c:pt>
                <c:pt idx="137">
                  <c:v>280</c:v>
                </c:pt>
                <c:pt idx="138">
                  <c:v>280</c:v>
                </c:pt>
                <c:pt idx="139">
                  <c:v>280</c:v>
                </c:pt>
                <c:pt idx="140">
                  <c:v>280</c:v>
                </c:pt>
                <c:pt idx="141">
                  <c:v>280</c:v>
                </c:pt>
                <c:pt idx="142">
                  <c:v>280</c:v>
                </c:pt>
                <c:pt idx="143">
                  <c:v>280</c:v>
                </c:pt>
                <c:pt idx="144">
                  <c:v>280</c:v>
                </c:pt>
                <c:pt idx="145">
                  <c:v>280</c:v>
                </c:pt>
                <c:pt idx="146">
                  <c:v>280</c:v>
                </c:pt>
                <c:pt idx="147">
                  <c:v>280</c:v>
                </c:pt>
                <c:pt idx="148">
                  <c:v>280</c:v>
                </c:pt>
                <c:pt idx="149">
                  <c:v>280</c:v>
                </c:pt>
                <c:pt idx="150">
                  <c:v>280</c:v>
                </c:pt>
                <c:pt idx="151">
                  <c:v>280</c:v>
                </c:pt>
                <c:pt idx="152">
                  <c:v>280</c:v>
                </c:pt>
                <c:pt idx="153">
                  <c:v>280</c:v>
                </c:pt>
                <c:pt idx="154">
                  <c:v>280</c:v>
                </c:pt>
                <c:pt idx="155">
                  <c:v>280</c:v>
                </c:pt>
                <c:pt idx="156">
                  <c:v>280</c:v>
                </c:pt>
                <c:pt idx="157">
                  <c:v>280</c:v>
                </c:pt>
                <c:pt idx="158">
                  <c:v>280</c:v>
                </c:pt>
                <c:pt idx="159">
                  <c:v>280</c:v>
                </c:pt>
                <c:pt idx="160">
                  <c:v>280</c:v>
                </c:pt>
                <c:pt idx="161">
                  <c:v>280</c:v>
                </c:pt>
                <c:pt idx="162">
                  <c:v>280</c:v>
                </c:pt>
                <c:pt idx="163">
                  <c:v>280</c:v>
                </c:pt>
                <c:pt idx="164">
                  <c:v>280</c:v>
                </c:pt>
                <c:pt idx="165">
                  <c:v>280</c:v>
                </c:pt>
                <c:pt idx="166">
                  <c:v>280</c:v>
                </c:pt>
                <c:pt idx="167">
                  <c:v>280</c:v>
                </c:pt>
                <c:pt idx="168">
                  <c:v>280</c:v>
                </c:pt>
                <c:pt idx="169">
                  <c:v>280</c:v>
                </c:pt>
                <c:pt idx="170">
                  <c:v>280</c:v>
                </c:pt>
                <c:pt idx="171">
                  <c:v>280</c:v>
                </c:pt>
                <c:pt idx="172">
                  <c:v>280</c:v>
                </c:pt>
                <c:pt idx="173">
                  <c:v>280</c:v>
                </c:pt>
                <c:pt idx="174">
                  <c:v>280</c:v>
                </c:pt>
                <c:pt idx="175">
                  <c:v>280</c:v>
                </c:pt>
                <c:pt idx="176">
                  <c:v>280</c:v>
                </c:pt>
                <c:pt idx="177">
                  <c:v>280</c:v>
                </c:pt>
                <c:pt idx="178">
                  <c:v>280</c:v>
                </c:pt>
                <c:pt idx="179">
                  <c:v>280</c:v>
                </c:pt>
                <c:pt idx="180">
                  <c:v>280</c:v>
                </c:pt>
                <c:pt idx="181">
                  <c:v>280</c:v>
                </c:pt>
                <c:pt idx="182">
                  <c:v>280</c:v>
                </c:pt>
                <c:pt idx="183">
                  <c:v>280</c:v>
                </c:pt>
                <c:pt idx="184">
                  <c:v>280</c:v>
                </c:pt>
                <c:pt idx="185">
                  <c:v>280</c:v>
                </c:pt>
                <c:pt idx="186">
                  <c:v>280</c:v>
                </c:pt>
                <c:pt idx="187">
                  <c:v>280</c:v>
                </c:pt>
                <c:pt idx="188">
                  <c:v>280</c:v>
                </c:pt>
                <c:pt idx="189">
                  <c:v>280</c:v>
                </c:pt>
                <c:pt idx="190">
                  <c:v>280</c:v>
                </c:pt>
                <c:pt idx="191">
                  <c:v>280</c:v>
                </c:pt>
                <c:pt idx="192">
                  <c:v>280</c:v>
                </c:pt>
                <c:pt idx="193">
                  <c:v>280</c:v>
                </c:pt>
                <c:pt idx="194">
                  <c:v>280</c:v>
                </c:pt>
                <c:pt idx="195">
                  <c:v>280</c:v>
                </c:pt>
                <c:pt idx="196">
                  <c:v>280</c:v>
                </c:pt>
                <c:pt idx="197">
                  <c:v>280</c:v>
                </c:pt>
                <c:pt idx="198">
                  <c:v>280</c:v>
                </c:pt>
                <c:pt idx="199">
                  <c:v>280</c:v>
                </c:pt>
                <c:pt idx="200">
                  <c:v>280</c:v>
                </c:pt>
                <c:pt idx="201">
                  <c:v>280</c:v>
                </c:pt>
                <c:pt idx="202">
                  <c:v>280</c:v>
                </c:pt>
                <c:pt idx="203">
                  <c:v>280</c:v>
                </c:pt>
                <c:pt idx="204">
                  <c:v>280</c:v>
                </c:pt>
                <c:pt idx="205">
                  <c:v>280</c:v>
                </c:pt>
                <c:pt idx="206">
                  <c:v>280</c:v>
                </c:pt>
                <c:pt idx="207">
                  <c:v>280</c:v>
                </c:pt>
                <c:pt idx="208">
                  <c:v>280</c:v>
                </c:pt>
                <c:pt idx="209">
                  <c:v>280</c:v>
                </c:pt>
                <c:pt idx="210">
                  <c:v>280</c:v>
                </c:pt>
                <c:pt idx="211">
                  <c:v>280</c:v>
                </c:pt>
                <c:pt idx="212">
                  <c:v>280</c:v>
                </c:pt>
                <c:pt idx="213">
                  <c:v>280</c:v>
                </c:pt>
                <c:pt idx="214">
                  <c:v>280</c:v>
                </c:pt>
                <c:pt idx="215">
                  <c:v>280</c:v>
                </c:pt>
                <c:pt idx="216">
                  <c:v>280</c:v>
                </c:pt>
                <c:pt idx="217">
                  <c:v>280</c:v>
                </c:pt>
                <c:pt idx="218">
                  <c:v>280</c:v>
                </c:pt>
                <c:pt idx="219">
                  <c:v>280</c:v>
                </c:pt>
                <c:pt idx="220">
                  <c:v>280</c:v>
                </c:pt>
                <c:pt idx="221">
                  <c:v>280</c:v>
                </c:pt>
                <c:pt idx="222">
                  <c:v>280</c:v>
                </c:pt>
                <c:pt idx="223">
                  <c:v>280</c:v>
                </c:pt>
                <c:pt idx="224">
                  <c:v>280</c:v>
                </c:pt>
                <c:pt idx="225">
                  <c:v>280</c:v>
                </c:pt>
                <c:pt idx="226">
                  <c:v>280</c:v>
                </c:pt>
                <c:pt idx="227">
                  <c:v>280</c:v>
                </c:pt>
                <c:pt idx="228">
                  <c:v>280</c:v>
                </c:pt>
                <c:pt idx="229">
                  <c:v>280</c:v>
                </c:pt>
                <c:pt idx="230">
                  <c:v>280</c:v>
                </c:pt>
                <c:pt idx="231">
                  <c:v>280</c:v>
                </c:pt>
                <c:pt idx="232">
                  <c:v>280</c:v>
                </c:pt>
                <c:pt idx="233">
                  <c:v>280</c:v>
                </c:pt>
                <c:pt idx="234">
                  <c:v>280</c:v>
                </c:pt>
                <c:pt idx="235">
                  <c:v>280</c:v>
                </c:pt>
                <c:pt idx="236">
                  <c:v>280</c:v>
                </c:pt>
                <c:pt idx="237">
                  <c:v>280</c:v>
                </c:pt>
                <c:pt idx="238">
                  <c:v>280</c:v>
                </c:pt>
                <c:pt idx="239">
                  <c:v>280</c:v>
                </c:pt>
                <c:pt idx="240">
                  <c:v>280</c:v>
                </c:pt>
                <c:pt idx="241">
                  <c:v>280</c:v>
                </c:pt>
                <c:pt idx="242">
                  <c:v>280</c:v>
                </c:pt>
                <c:pt idx="243">
                  <c:v>280</c:v>
                </c:pt>
                <c:pt idx="244">
                  <c:v>280</c:v>
                </c:pt>
                <c:pt idx="245">
                  <c:v>280</c:v>
                </c:pt>
                <c:pt idx="246">
                  <c:v>280</c:v>
                </c:pt>
                <c:pt idx="247">
                  <c:v>280</c:v>
                </c:pt>
                <c:pt idx="248">
                  <c:v>280</c:v>
                </c:pt>
                <c:pt idx="249">
                  <c:v>280</c:v>
                </c:pt>
                <c:pt idx="250">
                  <c:v>280</c:v>
                </c:pt>
                <c:pt idx="251">
                  <c:v>280</c:v>
                </c:pt>
                <c:pt idx="252">
                  <c:v>280</c:v>
                </c:pt>
                <c:pt idx="253">
                  <c:v>280</c:v>
                </c:pt>
                <c:pt idx="254">
                  <c:v>280</c:v>
                </c:pt>
                <c:pt idx="255">
                  <c:v>280</c:v>
                </c:pt>
                <c:pt idx="256">
                  <c:v>280</c:v>
                </c:pt>
                <c:pt idx="257">
                  <c:v>280</c:v>
                </c:pt>
                <c:pt idx="258">
                  <c:v>280</c:v>
                </c:pt>
                <c:pt idx="259">
                  <c:v>280</c:v>
                </c:pt>
                <c:pt idx="260">
                  <c:v>280</c:v>
                </c:pt>
                <c:pt idx="261">
                  <c:v>280</c:v>
                </c:pt>
                <c:pt idx="262">
                  <c:v>280</c:v>
                </c:pt>
                <c:pt idx="263">
                  <c:v>280</c:v>
                </c:pt>
                <c:pt idx="264">
                  <c:v>280</c:v>
                </c:pt>
                <c:pt idx="265">
                  <c:v>280</c:v>
                </c:pt>
                <c:pt idx="266">
                  <c:v>280</c:v>
                </c:pt>
                <c:pt idx="267">
                  <c:v>280</c:v>
                </c:pt>
                <c:pt idx="268">
                  <c:v>280</c:v>
                </c:pt>
                <c:pt idx="269">
                  <c:v>280</c:v>
                </c:pt>
                <c:pt idx="270">
                  <c:v>280</c:v>
                </c:pt>
                <c:pt idx="271">
                  <c:v>280</c:v>
                </c:pt>
                <c:pt idx="272">
                  <c:v>280</c:v>
                </c:pt>
                <c:pt idx="273">
                  <c:v>280</c:v>
                </c:pt>
                <c:pt idx="274">
                  <c:v>280</c:v>
                </c:pt>
                <c:pt idx="275">
                  <c:v>280</c:v>
                </c:pt>
                <c:pt idx="276">
                  <c:v>280</c:v>
                </c:pt>
                <c:pt idx="277">
                  <c:v>280</c:v>
                </c:pt>
                <c:pt idx="278">
                  <c:v>280</c:v>
                </c:pt>
                <c:pt idx="279">
                  <c:v>280</c:v>
                </c:pt>
                <c:pt idx="280">
                  <c:v>280</c:v>
                </c:pt>
                <c:pt idx="281">
                  <c:v>280</c:v>
                </c:pt>
                <c:pt idx="282">
                  <c:v>280</c:v>
                </c:pt>
                <c:pt idx="283">
                  <c:v>280</c:v>
                </c:pt>
                <c:pt idx="284">
                  <c:v>280</c:v>
                </c:pt>
                <c:pt idx="285">
                  <c:v>280</c:v>
                </c:pt>
                <c:pt idx="286">
                  <c:v>280</c:v>
                </c:pt>
                <c:pt idx="287">
                  <c:v>280</c:v>
                </c:pt>
                <c:pt idx="288">
                  <c:v>280</c:v>
                </c:pt>
                <c:pt idx="289">
                  <c:v>280</c:v>
                </c:pt>
                <c:pt idx="290">
                  <c:v>280</c:v>
                </c:pt>
                <c:pt idx="291">
                  <c:v>280</c:v>
                </c:pt>
                <c:pt idx="292">
                  <c:v>280</c:v>
                </c:pt>
                <c:pt idx="293">
                  <c:v>280</c:v>
                </c:pt>
                <c:pt idx="294">
                  <c:v>280</c:v>
                </c:pt>
                <c:pt idx="295">
                  <c:v>280</c:v>
                </c:pt>
                <c:pt idx="296">
                  <c:v>280</c:v>
                </c:pt>
                <c:pt idx="297">
                  <c:v>280</c:v>
                </c:pt>
                <c:pt idx="298">
                  <c:v>280</c:v>
                </c:pt>
                <c:pt idx="299">
                  <c:v>280</c:v>
                </c:pt>
                <c:pt idx="300">
                  <c:v>280</c:v>
                </c:pt>
                <c:pt idx="301">
                  <c:v>280</c:v>
                </c:pt>
                <c:pt idx="302">
                  <c:v>280</c:v>
                </c:pt>
                <c:pt idx="303">
                  <c:v>280</c:v>
                </c:pt>
                <c:pt idx="304">
                  <c:v>280</c:v>
                </c:pt>
                <c:pt idx="305">
                  <c:v>280</c:v>
                </c:pt>
                <c:pt idx="306">
                  <c:v>280</c:v>
                </c:pt>
                <c:pt idx="307">
                  <c:v>280</c:v>
                </c:pt>
                <c:pt idx="308">
                  <c:v>280</c:v>
                </c:pt>
                <c:pt idx="309">
                  <c:v>280</c:v>
                </c:pt>
                <c:pt idx="310">
                  <c:v>280</c:v>
                </c:pt>
                <c:pt idx="311">
                  <c:v>280</c:v>
                </c:pt>
                <c:pt idx="312">
                  <c:v>280</c:v>
                </c:pt>
                <c:pt idx="313">
                  <c:v>280</c:v>
                </c:pt>
                <c:pt idx="314">
                  <c:v>280</c:v>
                </c:pt>
                <c:pt idx="315">
                  <c:v>280</c:v>
                </c:pt>
                <c:pt idx="316">
                  <c:v>280</c:v>
                </c:pt>
                <c:pt idx="317">
                  <c:v>280</c:v>
                </c:pt>
                <c:pt idx="318">
                  <c:v>280</c:v>
                </c:pt>
                <c:pt idx="319">
                  <c:v>280</c:v>
                </c:pt>
                <c:pt idx="320">
                  <c:v>280</c:v>
                </c:pt>
                <c:pt idx="321">
                  <c:v>280</c:v>
                </c:pt>
                <c:pt idx="322">
                  <c:v>280</c:v>
                </c:pt>
                <c:pt idx="323">
                  <c:v>280</c:v>
                </c:pt>
                <c:pt idx="324">
                  <c:v>280</c:v>
                </c:pt>
                <c:pt idx="325">
                  <c:v>280</c:v>
                </c:pt>
                <c:pt idx="326">
                  <c:v>280</c:v>
                </c:pt>
                <c:pt idx="327">
                  <c:v>280</c:v>
                </c:pt>
                <c:pt idx="328">
                  <c:v>280</c:v>
                </c:pt>
                <c:pt idx="329">
                  <c:v>280</c:v>
                </c:pt>
                <c:pt idx="330">
                  <c:v>280</c:v>
                </c:pt>
                <c:pt idx="331">
                  <c:v>280</c:v>
                </c:pt>
                <c:pt idx="332">
                  <c:v>280</c:v>
                </c:pt>
                <c:pt idx="333">
                  <c:v>280</c:v>
                </c:pt>
                <c:pt idx="334">
                  <c:v>280</c:v>
                </c:pt>
                <c:pt idx="335">
                  <c:v>280</c:v>
                </c:pt>
                <c:pt idx="336">
                  <c:v>280</c:v>
                </c:pt>
                <c:pt idx="337">
                  <c:v>280</c:v>
                </c:pt>
                <c:pt idx="338">
                  <c:v>280</c:v>
                </c:pt>
                <c:pt idx="339">
                  <c:v>280</c:v>
                </c:pt>
                <c:pt idx="340">
                  <c:v>280</c:v>
                </c:pt>
                <c:pt idx="341">
                  <c:v>280</c:v>
                </c:pt>
                <c:pt idx="342">
                  <c:v>280</c:v>
                </c:pt>
                <c:pt idx="343">
                  <c:v>280</c:v>
                </c:pt>
                <c:pt idx="344">
                  <c:v>280</c:v>
                </c:pt>
                <c:pt idx="345">
                  <c:v>280</c:v>
                </c:pt>
                <c:pt idx="346">
                  <c:v>280</c:v>
                </c:pt>
                <c:pt idx="347">
                  <c:v>280</c:v>
                </c:pt>
                <c:pt idx="348">
                  <c:v>280</c:v>
                </c:pt>
                <c:pt idx="349">
                  <c:v>280</c:v>
                </c:pt>
                <c:pt idx="350">
                  <c:v>280</c:v>
                </c:pt>
                <c:pt idx="351">
                  <c:v>280</c:v>
                </c:pt>
                <c:pt idx="352">
                  <c:v>280</c:v>
                </c:pt>
                <c:pt idx="353">
                  <c:v>280</c:v>
                </c:pt>
                <c:pt idx="354">
                  <c:v>280</c:v>
                </c:pt>
                <c:pt idx="355">
                  <c:v>274.197048611</c:v>
                </c:pt>
                <c:pt idx="356">
                  <c:v>268.454861111</c:v>
                </c:pt>
                <c:pt idx="357">
                  <c:v>262.7734375</c:v>
                </c:pt>
                <c:pt idx="358">
                  <c:v>257.152777778</c:v>
                </c:pt>
                <c:pt idx="359">
                  <c:v>251.592881944</c:v>
                </c:pt>
                <c:pt idx="360">
                  <c:v>246.09375</c:v>
                </c:pt>
                <c:pt idx="361">
                  <c:v>240.655381944</c:v>
                </c:pt>
                <c:pt idx="362">
                  <c:v>235.277777778</c:v>
                </c:pt>
                <c:pt idx="363">
                  <c:v>229.9609375</c:v>
                </c:pt>
                <c:pt idx="364">
                  <c:v>224.704861111</c:v>
                </c:pt>
                <c:pt idx="365">
                  <c:v>219.509548611</c:v>
                </c:pt>
                <c:pt idx="366">
                  <c:v>214.375</c:v>
                </c:pt>
                <c:pt idx="367">
                  <c:v>209.301215278</c:v>
                </c:pt>
                <c:pt idx="368">
                  <c:v>204.288194444</c:v>
                </c:pt>
                <c:pt idx="369">
                  <c:v>199.3359375</c:v>
                </c:pt>
                <c:pt idx="370">
                  <c:v>194.444444444</c:v>
                </c:pt>
                <c:pt idx="371">
                  <c:v>189.613715278</c:v>
                </c:pt>
                <c:pt idx="372">
                  <c:v>184.84375</c:v>
                </c:pt>
                <c:pt idx="373">
                  <c:v>180.134548611</c:v>
                </c:pt>
                <c:pt idx="374">
                  <c:v>175.486111111</c:v>
                </c:pt>
                <c:pt idx="375">
                  <c:v>170.8984375</c:v>
                </c:pt>
                <c:pt idx="376">
                  <c:v>166.371527778</c:v>
                </c:pt>
                <c:pt idx="377">
                  <c:v>161.905381944</c:v>
                </c:pt>
                <c:pt idx="378">
                  <c:v>157.5</c:v>
                </c:pt>
                <c:pt idx="379">
                  <c:v>153.155381944</c:v>
                </c:pt>
                <c:pt idx="380">
                  <c:v>148.871527778</c:v>
                </c:pt>
                <c:pt idx="381">
                  <c:v>144.6484375</c:v>
                </c:pt>
                <c:pt idx="382">
                  <c:v>140.486111111</c:v>
                </c:pt>
                <c:pt idx="383">
                  <c:v>136.384548611</c:v>
                </c:pt>
                <c:pt idx="384">
                  <c:v>132.34375</c:v>
                </c:pt>
                <c:pt idx="385">
                  <c:v>128.363715278</c:v>
                </c:pt>
                <c:pt idx="386">
                  <c:v>124.444444444</c:v>
                </c:pt>
                <c:pt idx="387">
                  <c:v>120.5859375</c:v>
                </c:pt>
                <c:pt idx="388">
                  <c:v>116.788194444</c:v>
                </c:pt>
                <c:pt idx="389">
                  <c:v>113.051215278</c:v>
                </c:pt>
                <c:pt idx="390">
                  <c:v>109.375</c:v>
                </c:pt>
                <c:pt idx="391">
                  <c:v>105.759548611</c:v>
                </c:pt>
                <c:pt idx="392">
                  <c:v>102.204861111</c:v>
                </c:pt>
                <c:pt idx="393">
                  <c:v>98.7109375</c:v>
                </c:pt>
                <c:pt idx="394">
                  <c:v>95.2777777778</c:v>
                </c:pt>
                <c:pt idx="395">
                  <c:v>91.9053819444</c:v>
                </c:pt>
                <c:pt idx="396">
                  <c:v>88.59375</c:v>
                </c:pt>
                <c:pt idx="397">
                  <c:v>85.3428819444</c:v>
                </c:pt>
                <c:pt idx="398">
                  <c:v>82.1527777778</c:v>
                </c:pt>
                <c:pt idx="399">
                  <c:v>79.0234375</c:v>
                </c:pt>
                <c:pt idx="400">
                  <c:v>75.9548611111</c:v>
                </c:pt>
                <c:pt idx="401">
                  <c:v>72.9470486111</c:v>
                </c:pt>
                <c:pt idx="402">
                  <c:v>70</c:v>
                </c:pt>
                <c:pt idx="403">
                  <c:v>67.1137152778</c:v>
                </c:pt>
                <c:pt idx="404">
                  <c:v>64.2881944444</c:v>
                </c:pt>
                <c:pt idx="405">
                  <c:v>61.5234375</c:v>
                </c:pt>
                <c:pt idx="406">
                  <c:v>58.8194444444</c:v>
                </c:pt>
                <c:pt idx="407">
                  <c:v>56.1762152778</c:v>
                </c:pt>
                <c:pt idx="408">
                  <c:v>53.59375</c:v>
                </c:pt>
                <c:pt idx="409">
                  <c:v>51.0720486111</c:v>
                </c:pt>
                <c:pt idx="410">
                  <c:v>48.6111111111</c:v>
                </c:pt>
                <c:pt idx="411">
                  <c:v>46.2109375</c:v>
                </c:pt>
                <c:pt idx="412">
                  <c:v>43.8715277778</c:v>
                </c:pt>
                <c:pt idx="413">
                  <c:v>41.5928819444</c:v>
                </c:pt>
                <c:pt idx="414">
                  <c:v>39.375</c:v>
                </c:pt>
                <c:pt idx="415">
                  <c:v>37.2178819444</c:v>
                </c:pt>
                <c:pt idx="416">
                  <c:v>35.1215277778</c:v>
                </c:pt>
                <c:pt idx="417">
                  <c:v>33.0859375</c:v>
                </c:pt>
                <c:pt idx="418">
                  <c:v>31.1111111111</c:v>
                </c:pt>
                <c:pt idx="419">
                  <c:v>29.1970486111</c:v>
                </c:pt>
                <c:pt idx="420">
                  <c:v>27.34375</c:v>
                </c:pt>
                <c:pt idx="421">
                  <c:v>25.5512152778</c:v>
                </c:pt>
                <c:pt idx="422">
                  <c:v>23.8194444444</c:v>
                </c:pt>
                <c:pt idx="423">
                  <c:v>22.1484375</c:v>
                </c:pt>
                <c:pt idx="424">
                  <c:v>20.5381944444</c:v>
                </c:pt>
                <c:pt idx="425">
                  <c:v>18.9887152778</c:v>
                </c:pt>
                <c:pt idx="426">
                  <c:v>17.5</c:v>
                </c:pt>
                <c:pt idx="427">
                  <c:v>16.0720486111</c:v>
                </c:pt>
                <c:pt idx="428">
                  <c:v>14.7048611111</c:v>
                </c:pt>
                <c:pt idx="429">
                  <c:v>13.3984375</c:v>
                </c:pt>
                <c:pt idx="430">
                  <c:v>12.1527777778</c:v>
                </c:pt>
                <c:pt idx="431">
                  <c:v>10.9678819444</c:v>
                </c:pt>
                <c:pt idx="432">
                  <c:v>9.84375</c:v>
                </c:pt>
                <c:pt idx="433">
                  <c:v>8.78038194444</c:v>
                </c:pt>
                <c:pt idx="434">
                  <c:v>7.77777777778</c:v>
                </c:pt>
                <c:pt idx="435">
                  <c:v>6.8359375</c:v>
                </c:pt>
                <c:pt idx="436">
                  <c:v>5.95486111111</c:v>
                </c:pt>
                <c:pt idx="437">
                  <c:v>5.13454861111</c:v>
                </c:pt>
                <c:pt idx="438">
                  <c:v>4.375</c:v>
                </c:pt>
                <c:pt idx="439">
                  <c:v>3.67621527778</c:v>
                </c:pt>
                <c:pt idx="440">
                  <c:v>3.03819444444</c:v>
                </c:pt>
                <c:pt idx="441">
                  <c:v>2.4609375</c:v>
                </c:pt>
                <c:pt idx="442">
                  <c:v>1.94444444444</c:v>
                </c:pt>
                <c:pt idx="443">
                  <c:v>1.48871527778</c:v>
                </c:pt>
                <c:pt idx="444">
                  <c:v>1.09375</c:v>
                </c:pt>
                <c:pt idx="445">
                  <c:v>0.759548611111</c:v>
                </c:pt>
                <c:pt idx="446">
                  <c:v>0.486111111111</c:v>
                </c:pt>
                <c:pt idx="447">
                  <c:v>0.2734375</c:v>
                </c:pt>
                <c:pt idx="448">
                  <c:v>0.121527777778</c:v>
                </c:pt>
                <c:pt idx="449">
                  <c:v>0.0303819444444</c:v>
                </c:pt>
                <c:pt idx="45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阱深（μK）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9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总势能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Data'!$A$2:$A$110</c:f>
              <c:numCache>
                <c:formatCode>General</c:formatCode>
                <c:ptCount val="109"/>
                <c:pt idx="0">
                  <c:v>-1.4</c:v>
                </c:pt>
                <c:pt idx="1">
                  <c:v>-1.35</c:v>
                </c:pt>
                <c:pt idx="2">
                  <c:v>-1.3</c:v>
                </c:pt>
                <c:pt idx="3">
                  <c:v>-1.25</c:v>
                </c:pt>
                <c:pt idx="4">
                  <c:v>-1.2</c:v>
                </c:pt>
                <c:pt idx="5">
                  <c:v>-1.15</c:v>
                </c:pt>
                <c:pt idx="6">
                  <c:v>-1.1</c:v>
                </c:pt>
                <c:pt idx="7">
                  <c:v>-1.05</c:v>
                </c:pt>
                <c:pt idx="8">
                  <c:v>-1</c:v>
                </c:pt>
                <c:pt idx="9">
                  <c:v>-0.95</c:v>
                </c:pt>
                <c:pt idx="10">
                  <c:v>-0.9</c:v>
                </c:pt>
                <c:pt idx="11">
                  <c:v>-0.85</c:v>
                </c:pt>
                <c:pt idx="12">
                  <c:v>-0.8</c:v>
                </c:pt>
                <c:pt idx="13">
                  <c:v>-0.75</c:v>
                </c:pt>
                <c:pt idx="14">
                  <c:v>-0.7</c:v>
                </c:pt>
                <c:pt idx="15">
                  <c:v>-0.65</c:v>
                </c:pt>
                <c:pt idx="16">
                  <c:v>-0.6</c:v>
                </c:pt>
                <c:pt idx="17">
                  <c:v>-0.55</c:v>
                </c:pt>
                <c:pt idx="18">
                  <c:v>-0.5</c:v>
                </c:pt>
                <c:pt idx="19">
                  <c:v>-0.45</c:v>
                </c:pt>
                <c:pt idx="20">
                  <c:v>-0.4</c:v>
                </c:pt>
                <c:pt idx="21">
                  <c:v>-0.35</c:v>
                </c:pt>
                <c:pt idx="22">
                  <c:v>-0.3</c:v>
                </c:pt>
                <c:pt idx="23">
                  <c:v>-0.25</c:v>
                </c:pt>
                <c:pt idx="24">
                  <c:v>-0.2</c:v>
                </c:pt>
                <c:pt idx="25">
                  <c:v>-0.15</c:v>
                </c:pt>
                <c:pt idx="26">
                  <c:v>-0.1</c:v>
                </c:pt>
                <c:pt idx="27">
                  <c:v>-0.05</c:v>
                </c:pt>
                <c:pt idx="28">
                  <c:v>2.22044604925E-16</c:v>
                </c:pt>
                <c:pt idx="29">
                  <c:v>0.05</c:v>
                </c:pt>
                <c:pt idx="30">
                  <c:v>0.1</c:v>
                </c:pt>
                <c:pt idx="31">
                  <c:v>0.15</c:v>
                </c:pt>
                <c:pt idx="32">
                  <c:v>0.2</c:v>
                </c:pt>
                <c:pt idx="33">
                  <c:v>0.25</c:v>
                </c:pt>
                <c:pt idx="34">
                  <c:v>0.3</c:v>
                </c:pt>
                <c:pt idx="35">
                  <c:v>0.35</c:v>
                </c:pt>
                <c:pt idx="36">
                  <c:v>0.4</c:v>
                </c:pt>
                <c:pt idx="37">
                  <c:v>0.45</c:v>
                </c:pt>
                <c:pt idx="38">
                  <c:v>0.5</c:v>
                </c:pt>
                <c:pt idx="39">
                  <c:v>0.55</c:v>
                </c:pt>
                <c:pt idx="40">
                  <c:v>0.6</c:v>
                </c:pt>
                <c:pt idx="41">
                  <c:v>0.65</c:v>
                </c:pt>
                <c:pt idx="42">
                  <c:v>0.7</c:v>
                </c:pt>
                <c:pt idx="43">
                  <c:v>0.75</c:v>
                </c:pt>
                <c:pt idx="44">
                  <c:v>0.8</c:v>
                </c:pt>
                <c:pt idx="45">
                  <c:v>0.85</c:v>
                </c:pt>
                <c:pt idx="46">
                  <c:v>0.9</c:v>
                </c:pt>
                <c:pt idx="47">
                  <c:v>0.95</c:v>
                </c:pt>
                <c:pt idx="48">
                  <c:v>1</c:v>
                </c:pt>
                <c:pt idx="49">
                  <c:v>1.05</c:v>
                </c:pt>
                <c:pt idx="50">
                  <c:v>1.1</c:v>
                </c:pt>
                <c:pt idx="51">
                  <c:v>1.15</c:v>
                </c:pt>
                <c:pt idx="52">
                  <c:v>1.2</c:v>
                </c:pt>
                <c:pt idx="53">
                  <c:v>1.25</c:v>
                </c:pt>
                <c:pt idx="54">
                  <c:v>1.3</c:v>
                </c:pt>
                <c:pt idx="55">
                  <c:v>1.35</c:v>
                </c:pt>
                <c:pt idx="56">
                  <c:v>1.4</c:v>
                </c:pt>
                <c:pt idx="57">
                  <c:v>1.45</c:v>
                </c:pt>
                <c:pt idx="58">
                  <c:v>1.5</c:v>
                </c:pt>
                <c:pt idx="59">
                  <c:v>1.55</c:v>
                </c:pt>
                <c:pt idx="60">
                  <c:v>1.6</c:v>
                </c:pt>
                <c:pt idx="61">
                  <c:v>1.65</c:v>
                </c:pt>
                <c:pt idx="62">
                  <c:v>1.7</c:v>
                </c:pt>
                <c:pt idx="63">
                  <c:v>1.75</c:v>
                </c:pt>
                <c:pt idx="64">
                  <c:v>1.8</c:v>
                </c:pt>
                <c:pt idx="65">
                  <c:v>1.85</c:v>
                </c:pt>
                <c:pt idx="66">
                  <c:v>1.9</c:v>
                </c:pt>
                <c:pt idx="67">
                  <c:v>1.95</c:v>
                </c:pt>
                <c:pt idx="68">
                  <c:v>2</c:v>
                </c:pt>
                <c:pt idx="69">
                  <c:v>2.05</c:v>
                </c:pt>
                <c:pt idx="70">
                  <c:v>2.1</c:v>
                </c:pt>
                <c:pt idx="71">
                  <c:v>2.15</c:v>
                </c:pt>
                <c:pt idx="72">
                  <c:v>2.2</c:v>
                </c:pt>
                <c:pt idx="73">
                  <c:v>2.25</c:v>
                </c:pt>
                <c:pt idx="74">
                  <c:v>2.3</c:v>
                </c:pt>
                <c:pt idx="75">
                  <c:v>2.35</c:v>
                </c:pt>
                <c:pt idx="76">
                  <c:v>2.4</c:v>
                </c:pt>
                <c:pt idx="77">
                  <c:v>2.45</c:v>
                </c:pt>
                <c:pt idx="78">
                  <c:v>2.5</c:v>
                </c:pt>
                <c:pt idx="79">
                  <c:v>2.55</c:v>
                </c:pt>
                <c:pt idx="80">
                  <c:v>2.6</c:v>
                </c:pt>
                <c:pt idx="81">
                  <c:v>2.65</c:v>
                </c:pt>
                <c:pt idx="82">
                  <c:v>2.7</c:v>
                </c:pt>
                <c:pt idx="83">
                  <c:v>2.75</c:v>
                </c:pt>
                <c:pt idx="84">
                  <c:v>2.8</c:v>
                </c:pt>
                <c:pt idx="85">
                  <c:v>2.85</c:v>
                </c:pt>
                <c:pt idx="86">
                  <c:v>2.9</c:v>
                </c:pt>
                <c:pt idx="87">
                  <c:v>2.95</c:v>
                </c:pt>
                <c:pt idx="88">
                  <c:v>3</c:v>
                </c:pt>
                <c:pt idx="89">
                  <c:v>3.05</c:v>
                </c:pt>
                <c:pt idx="90">
                  <c:v>3.1</c:v>
                </c:pt>
                <c:pt idx="91">
                  <c:v>3.15</c:v>
                </c:pt>
                <c:pt idx="92">
                  <c:v>3.2</c:v>
                </c:pt>
                <c:pt idx="93">
                  <c:v>3.25</c:v>
                </c:pt>
                <c:pt idx="94">
                  <c:v>3.3</c:v>
                </c:pt>
                <c:pt idx="95">
                  <c:v>3.35</c:v>
                </c:pt>
                <c:pt idx="96">
                  <c:v>3.4</c:v>
                </c:pt>
                <c:pt idx="97">
                  <c:v>3.45</c:v>
                </c:pt>
                <c:pt idx="98">
                  <c:v>3.5</c:v>
                </c:pt>
                <c:pt idx="99">
                  <c:v>3.55</c:v>
                </c:pt>
                <c:pt idx="100">
                  <c:v>3.6</c:v>
                </c:pt>
                <c:pt idx="101">
                  <c:v>3.65</c:v>
                </c:pt>
                <c:pt idx="102">
                  <c:v>3.7</c:v>
                </c:pt>
                <c:pt idx="103">
                  <c:v>3.75</c:v>
                </c:pt>
                <c:pt idx="104">
                  <c:v>3.8</c:v>
                </c:pt>
                <c:pt idx="105">
                  <c:v>3.85</c:v>
                </c:pt>
                <c:pt idx="106">
                  <c:v>3.9</c:v>
                </c:pt>
                <c:pt idx="107">
                  <c:v>3.95</c:v>
                </c:pt>
                <c:pt idx="108">
                  <c:v>4</c:v>
                </c:pt>
              </c:numCache>
            </c:numRef>
          </c:xVal>
          <c:yVal>
            <c:numRef>
              <c:f>'Chart Data'!$B$2:$B$110</c:f>
              <c:numCache>
                <c:formatCode>0</c:formatCode>
                <c:ptCount val="109"/>
                <c:pt idx="0">
                  <c:v>-5.81291684896</c:v>
                </c:pt>
                <c:pt idx="1">
                  <c:v>-7.26652840009</c:v>
                </c:pt>
                <c:pt idx="2">
                  <c:v>-9.01021197738</c:v>
                </c:pt>
                <c:pt idx="3">
                  <c:v>-11.0820016432</c:v>
                </c:pt>
                <c:pt idx="4">
                  <c:v>-13.5199965423</c:v>
                </c:pt>
                <c:pt idx="5">
                  <c:v>-16.3610103512</c:v>
                </c:pt>
                <c:pt idx="6">
                  <c:v>-19.6389754321</c:v>
                </c:pt>
                <c:pt idx="7">
                  <c:v>-23.3831331594</c:v>
                </c:pt>
                <c:pt idx="8">
                  <c:v>-27.6160618936</c:v>
                </c:pt>
                <c:pt idx="9">
                  <c:v>-32.3516146177</c:v>
                </c:pt>
                <c:pt idx="10">
                  <c:v>-37.5928578199</c:v>
                </c:pt>
                <c:pt idx="11">
                  <c:v>-43.3301200598</c:v>
                </c:pt>
                <c:pt idx="12">
                  <c:v>-49.5392709745</c:v>
                </c:pt>
                <c:pt idx="13">
                  <c:v>-56.1803575045</c:v>
                </c:pt>
                <c:pt idx="14">
                  <c:v>-63.1967223356</c:v>
                </c:pt>
                <c:pt idx="15">
                  <c:v>-70.5147188836</c:v>
                </c:pt>
                <c:pt idx="16">
                  <c:v>-78.0441171025</c:v>
                </c:pt>
                <c:pt idx="17">
                  <c:v>-85.6792652421</c:v>
                </c:pt>
                <c:pt idx="18">
                  <c:v>-93.3010354616</c:v>
                </c:pt>
                <c:pt idx="19">
                  <c:v>-100.779537813</c:v>
                </c:pt>
                <c:pt idx="20">
                  <c:v>-107.977540155</c:v>
                </c:pt>
                <c:pt idx="21">
                  <c:v>-114.754484233</c:v>
                </c:pt>
                <c:pt idx="22">
                  <c:v>-120.970944012</c:v>
                </c:pt>
                <c:pt idx="23">
                  <c:v>-126.493334927</c:v>
                </c:pt>
                <c:pt idx="24">
                  <c:v>-131.198655396</c:v>
                </c:pt>
                <c:pt idx="25">
                  <c:v>-134.97902731</c:v>
                </c:pt>
                <c:pt idx="26">
                  <c:v>-137.745802258</c:v>
                </c:pt>
                <c:pt idx="27">
                  <c:v>-139.433015518</c:v>
                </c:pt>
                <c:pt idx="28">
                  <c:v>-140</c:v>
                </c:pt>
                <c:pt idx="29">
                  <c:v>-139.433015518</c:v>
                </c:pt>
                <c:pt idx="30">
                  <c:v>-137.745802258</c:v>
                </c:pt>
                <c:pt idx="31">
                  <c:v>-134.97902731</c:v>
                </c:pt>
                <c:pt idx="32">
                  <c:v>-131.198655396</c:v>
                </c:pt>
                <c:pt idx="33">
                  <c:v>-126.493334927</c:v>
                </c:pt>
                <c:pt idx="34">
                  <c:v>-120.970944012</c:v>
                </c:pt>
                <c:pt idx="35">
                  <c:v>-114.754484233</c:v>
                </c:pt>
                <c:pt idx="36">
                  <c:v>-107.977540155</c:v>
                </c:pt>
                <c:pt idx="37">
                  <c:v>-100.779537813</c:v>
                </c:pt>
                <c:pt idx="38">
                  <c:v>-93.3010354616</c:v>
                </c:pt>
                <c:pt idx="39">
                  <c:v>-85.6792652421</c:v>
                </c:pt>
                <c:pt idx="40">
                  <c:v>-78.0441171025</c:v>
                </c:pt>
                <c:pt idx="41">
                  <c:v>-70.5147188836</c:v>
                </c:pt>
                <c:pt idx="42">
                  <c:v>-63.1967223356</c:v>
                </c:pt>
                <c:pt idx="43">
                  <c:v>-56.1803575045</c:v>
                </c:pt>
                <c:pt idx="44">
                  <c:v>-49.5392709745</c:v>
                </c:pt>
                <c:pt idx="45">
                  <c:v>-43.3301200598</c:v>
                </c:pt>
                <c:pt idx="46">
                  <c:v>-37.5928578199</c:v>
                </c:pt>
                <c:pt idx="47">
                  <c:v>-32.3516146177</c:v>
                </c:pt>
                <c:pt idx="48">
                  <c:v>-27.6160618936</c:v>
                </c:pt>
                <c:pt idx="49">
                  <c:v>-23.3831331594</c:v>
                </c:pt>
                <c:pt idx="50">
                  <c:v>-19.6389754321</c:v>
                </c:pt>
                <c:pt idx="51">
                  <c:v>-16.3610103512</c:v>
                </c:pt>
                <c:pt idx="52">
                  <c:v>-13.5199965423</c:v>
                </c:pt>
                <c:pt idx="53">
                  <c:v>-11.0820016432</c:v>
                </c:pt>
                <c:pt idx="54">
                  <c:v>-9.01021197738</c:v>
                </c:pt>
                <c:pt idx="55">
                  <c:v>-7.26652840009</c:v>
                </c:pt>
                <c:pt idx="56">
                  <c:v>-5.81291684896</c:v>
                </c:pt>
                <c:pt idx="57">
                  <c:v>-4.61250037569</c:v>
                </c:pt>
                <c:pt idx="58">
                  <c:v>-3.63039505528</c:v>
                </c:pt>
                <c:pt idx="59">
                  <c:v>-2.83430464191</c:v>
                </c:pt>
                <c:pt idx="60">
                  <c:v>-2.1948979741</c:v>
                </c:pt>
                <c:pt idx="61">
                  <c:v>-1.68599901203</c:v>
                </c:pt>
                <c:pt idx="62">
                  <c:v>-1.28462231706</c:v>
                </c:pt>
                <c:pt idx="63">
                  <c:v>-0.970887205171</c:v>
                </c:pt>
                <c:pt idx="64">
                  <c:v>-0.727842249283</c:v>
                </c:pt>
                <c:pt idx="65">
                  <c:v>-0.541228819526</c:v>
                </c:pt>
                <c:pt idx="66">
                  <c:v>-0.399208458791</c:v>
                </c:pt>
                <c:pt idx="67">
                  <c:v>-0.292074555511</c:v>
                </c:pt>
                <c:pt idx="68">
                  <c:v>-0.211964378718</c:v>
                </c:pt>
                <c:pt idx="69">
                  <c:v>-0.152583372286</c:v>
                </c:pt>
                <c:pt idx="70">
                  <c:v>-0.108949866971</c:v>
                </c:pt>
                <c:pt idx="71">
                  <c:v>-0.0771651790151</c:v>
                </c:pt>
                <c:pt idx="72">
                  <c:v>-0.0542114720663</c:v>
                </c:pt>
                <c:pt idx="73">
                  <c:v>-0.0377777598228</c:v>
                </c:pt>
                <c:pt idx="74">
                  <c:v>-0.026112976061</c:v>
                </c:pt>
                <c:pt idx="75">
                  <c:v>-0.0179040675849</c:v>
                </c:pt>
                <c:pt idx="76">
                  <c:v>-0.0121764927666</c:v>
                </c:pt>
                <c:pt idx="77">
                  <c:v>-0.00821424950373</c:v>
                </c:pt>
                <c:pt idx="78">
                  <c:v>-0.00549653165995</c:v>
                </c:pt>
                <c:pt idx="79">
                  <c:v>-0.00364825130128</c:v>
                </c:pt>
                <c:pt idx="80">
                  <c:v>-0.00240190555636</c:v>
                </c:pt>
                <c:pt idx="81">
                  <c:v>-0.0015685641185</c:v>
                </c:pt>
                <c:pt idx="82">
                  <c:v>-0.00101607038659</c:v>
                </c:pt>
                <c:pt idx="83">
                  <c:v>-0.000652860631033</c:v>
                </c:pt>
                <c:pt idx="84">
                  <c:v>-0.000416094845101</c:v>
                </c:pt>
                <c:pt idx="85">
                  <c:v>-0.000263050637725</c:v>
                </c:pt>
                <c:pt idx="86">
                  <c:v>-0.000164953506171</c:v>
                </c:pt>
                <c:pt idx="87">
                  <c:v>-0.000102602728911</c:v>
                </c:pt>
                <c:pt idx="88">
                  <c:v>-6.33040420259E-05</c:v>
                </c:pt>
                <c:pt idx="89">
                  <c:v>-3.87417414831E-05</c:v>
                </c:pt>
                <c:pt idx="90">
                  <c:v>-2.35180876805E-05</c:v>
                </c:pt>
                <c:pt idx="91">
                  <c:v>-1.41611994676E-05</c:v>
                </c:pt>
                <c:pt idx="92">
                  <c:v>-8.45810833655E-06</c:v>
                </c:pt>
                <c:pt idx="93">
                  <c:v>-5.01096784109E-06</c:v>
                </c:pt>
                <c:pt idx="94">
                  <c:v>-2.94472779862E-06</c:v>
                </c:pt>
                <c:pt idx="95">
                  <c:v>-1.71650022743E-06</c:v>
                </c:pt>
                <c:pt idx="96">
                  <c:v>-9.92470811393E-07</c:v>
                </c:pt>
                <c:pt idx="97">
                  <c:v>-5.6920248739E-07</c:v>
                </c:pt>
                <c:pt idx="98">
                  <c:v>-3.23810557293E-07</c:v>
                </c:pt>
                <c:pt idx="99">
                  <c:v>-1.82721809516E-07</c:v>
                </c:pt>
                <c:pt idx="100">
                  <c:v>-1.02273928783E-07</c:v>
                </c:pt>
                <c:pt idx="101">
                  <c:v>-5.67825196527E-08</c:v>
                </c:pt>
                <c:pt idx="102">
                  <c:v>-3.12708401068E-08</c:v>
                </c:pt>
                <c:pt idx="103">
                  <c:v>-1.70820349676E-08</c:v>
                </c:pt>
                <c:pt idx="104">
                  <c:v>-9.25581856174E-09</c:v>
                </c:pt>
                <c:pt idx="105">
                  <c:v>-4.97468089097E-09</c:v>
                </c:pt>
                <c:pt idx="106">
                  <c:v>-2.6521054667E-09</c:v>
                </c:pt>
                <c:pt idx="107">
                  <c:v>-1.40246335562E-09</c:v>
                </c:pt>
                <c:pt idx="108">
                  <c:v>-7.35643535566E-10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4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U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4"/>
          <c:min val="-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总势能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Data'!$A$2:$A$110</c:f>
              <c:numCache>
                <c:formatCode>General</c:formatCode>
                <c:ptCount val="109"/>
                <c:pt idx="0">
                  <c:v>-1.4</c:v>
                </c:pt>
                <c:pt idx="1">
                  <c:v>-1.35</c:v>
                </c:pt>
                <c:pt idx="2">
                  <c:v>-1.3</c:v>
                </c:pt>
                <c:pt idx="3">
                  <c:v>-1.25</c:v>
                </c:pt>
                <c:pt idx="4">
                  <c:v>-1.2</c:v>
                </c:pt>
                <c:pt idx="5">
                  <c:v>-1.15</c:v>
                </c:pt>
                <c:pt idx="6">
                  <c:v>-1.1</c:v>
                </c:pt>
                <c:pt idx="7">
                  <c:v>-1.05</c:v>
                </c:pt>
                <c:pt idx="8">
                  <c:v>-1</c:v>
                </c:pt>
                <c:pt idx="9">
                  <c:v>-0.95</c:v>
                </c:pt>
                <c:pt idx="10">
                  <c:v>-0.9</c:v>
                </c:pt>
                <c:pt idx="11">
                  <c:v>-0.85</c:v>
                </c:pt>
                <c:pt idx="12">
                  <c:v>-0.8</c:v>
                </c:pt>
                <c:pt idx="13">
                  <c:v>-0.75</c:v>
                </c:pt>
                <c:pt idx="14">
                  <c:v>-0.7</c:v>
                </c:pt>
                <c:pt idx="15">
                  <c:v>-0.65</c:v>
                </c:pt>
                <c:pt idx="16">
                  <c:v>-0.6</c:v>
                </c:pt>
                <c:pt idx="17">
                  <c:v>-0.55</c:v>
                </c:pt>
                <c:pt idx="18">
                  <c:v>-0.5</c:v>
                </c:pt>
                <c:pt idx="19">
                  <c:v>-0.45</c:v>
                </c:pt>
                <c:pt idx="20">
                  <c:v>-0.4</c:v>
                </c:pt>
                <c:pt idx="21">
                  <c:v>-0.35</c:v>
                </c:pt>
                <c:pt idx="22">
                  <c:v>-0.3</c:v>
                </c:pt>
                <c:pt idx="23">
                  <c:v>-0.25</c:v>
                </c:pt>
                <c:pt idx="24">
                  <c:v>-0.2</c:v>
                </c:pt>
                <c:pt idx="25">
                  <c:v>-0.15</c:v>
                </c:pt>
                <c:pt idx="26">
                  <c:v>-0.1</c:v>
                </c:pt>
                <c:pt idx="27">
                  <c:v>-0.05</c:v>
                </c:pt>
                <c:pt idx="28">
                  <c:v>2.22044604925E-16</c:v>
                </c:pt>
                <c:pt idx="29">
                  <c:v>0.05</c:v>
                </c:pt>
                <c:pt idx="30">
                  <c:v>0.1</c:v>
                </c:pt>
                <c:pt idx="31">
                  <c:v>0.15</c:v>
                </c:pt>
                <c:pt idx="32">
                  <c:v>0.2</c:v>
                </c:pt>
                <c:pt idx="33">
                  <c:v>0.25</c:v>
                </c:pt>
                <c:pt idx="34">
                  <c:v>0.3</c:v>
                </c:pt>
                <c:pt idx="35">
                  <c:v>0.35</c:v>
                </c:pt>
                <c:pt idx="36">
                  <c:v>0.4</c:v>
                </c:pt>
                <c:pt idx="37">
                  <c:v>0.45</c:v>
                </c:pt>
                <c:pt idx="38">
                  <c:v>0.5</c:v>
                </c:pt>
                <c:pt idx="39">
                  <c:v>0.55</c:v>
                </c:pt>
                <c:pt idx="40">
                  <c:v>0.6</c:v>
                </c:pt>
                <c:pt idx="41">
                  <c:v>0.65</c:v>
                </c:pt>
                <c:pt idx="42">
                  <c:v>0.7</c:v>
                </c:pt>
                <c:pt idx="43">
                  <c:v>0.75</c:v>
                </c:pt>
                <c:pt idx="44">
                  <c:v>0.8</c:v>
                </c:pt>
                <c:pt idx="45">
                  <c:v>0.85</c:v>
                </c:pt>
                <c:pt idx="46">
                  <c:v>0.9</c:v>
                </c:pt>
                <c:pt idx="47">
                  <c:v>0.95</c:v>
                </c:pt>
                <c:pt idx="48">
                  <c:v>1</c:v>
                </c:pt>
                <c:pt idx="49">
                  <c:v>1.05</c:v>
                </c:pt>
                <c:pt idx="50">
                  <c:v>1.1</c:v>
                </c:pt>
                <c:pt idx="51">
                  <c:v>1.15</c:v>
                </c:pt>
                <c:pt idx="52">
                  <c:v>1.2</c:v>
                </c:pt>
                <c:pt idx="53">
                  <c:v>1.25</c:v>
                </c:pt>
                <c:pt idx="54">
                  <c:v>1.3</c:v>
                </c:pt>
                <c:pt idx="55">
                  <c:v>1.35</c:v>
                </c:pt>
                <c:pt idx="56">
                  <c:v>1.4</c:v>
                </c:pt>
                <c:pt idx="57">
                  <c:v>1.45</c:v>
                </c:pt>
                <c:pt idx="58">
                  <c:v>1.5</c:v>
                </c:pt>
                <c:pt idx="59">
                  <c:v>1.55</c:v>
                </c:pt>
                <c:pt idx="60">
                  <c:v>1.6</c:v>
                </c:pt>
                <c:pt idx="61">
                  <c:v>1.65</c:v>
                </c:pt>
                <c:pt idx="62">
                  <c:v>1.7</c:v>
                </c:pt>
                <c:pt idx="63">
                  <c:v>1.75</c:v>
                </c:pt>
                <c:pt idx="64">
                  <c:v>1.8</c:v>
                </c:pt>
                <c:pt idx="65">
                  <c:v>1.85</c:v>
                </c:pt>
                <c:pt idx="66">
                  <c:v>1.9</c:v>
                </c:pt>
                <c:pt idx="67">
                  <c:v>1.95</c:v>
                </c:pt>
                <c:pt idx="68">
                  <c:v>2</c:v>
                </c:pt>
                <c:pt idx="69">
                  <c:v>2.05</c:v>
                </c:pt>
                <c:pt idx="70">
                  <c:v>2.1</c:v>
                </c:pt>
                <c:pt idx="71">
                  <c:v>2.15</c:v>
                </c:pt>
                <c:pt idx="72">
                  <c:v>2.2</c:v>
                </c:pt>
                <c:pt idx="73">
                  <c:v>2.25</c:v>
                </c:pt>
                <c:pt idx="74">
                  <c:v>2.3</c:v>
                </c:pt>
                <c:pt idx="75">
                  <c:v>2.35</c:v>
                </c:pt>
                <c:pt idx="76">
                  <c:v>2.4</c:v>
                </c:pt>
                <c:pt idx="77">
                  <c:v>2.45</c:v>
                </c:pt>
                <c:pt idx="78">
                  <c:v>2.5</c:v>
                </c:pt>
                <c:pt idx="79">
                  <c:v>2.55</c:v>
                </c:pt>
                <c:pt idx="80">
                  <c:v>2.6</c:v>
                </c:pt>
                <c:pt idx="81">
                  <c:v>2.65</c:v>
                </c:pt>
                <c:pt idx="82">
                  <c:v>2.7</c:v>
                </c:pt>
                <c:pt idx="83">
                  <c:v>2.75</c:v>
                </c:pt>
                <c:pt idx="84">
                  <c:v>2.8</c:v>
                </c:pt>
                <c:pt idx="85">
                  <c:v>2.85</c:v>
                </c:pt>
                <c:pt idx="86">
                  <c:v>2.9</c:v>
                </c:pt>
                <c:pt idx="87">
                  <c:v>2.95</c:v>
                </c:pt>
                <c:pt idx="88">
                  <c:v>3</c:v>
                </c:pt>
                <c:pt idx="89">
                  <c:v>3.05</c:v>
                </c:pt>
                <c:pt idx="90">
                  <c:v>3.1</c:v>
                </c:pt>
                <c:pt idx="91">
                  <c:v>3.15</c:v>
                </c:pt>
                <c:pt idx="92">
                  <c:v>3.2</c:v>
                </c:pt>
                <c:pt idx="93">
                  <c:v>3.25</c:v>
                </c:pt>
                <c:pt idx="94">
                  <c:v>3.3</c:v>
                </c:pt>
                <c:pt idx="95">
                  <c:v>3.35</c:v>
                </c:pt>
                <c:pt idx="96">
                  <c:v>3.4</c:v>
                </c:pt>
                <c:pt idx="97">
                  <c:v>3.45</c:v>
                </c:pt>
                <c:pt idx="98">
                  <c:v>3.5</c:v>
                </c:pt>
                <c:pt idx="99">
                  <c:v>3.55</c:v>
                </c:pt>
                <c:pt idx="100">
                  <c:v>3.6</c:v>
                </c:pt>
                <c:pt idx="101">
                  <c:v>3.65</c:v>
                </c:pt>
                <c:pt idx="102">
                  <c:v>3.7</c:v>
                </c:pt>
                <c:pt idx="103">
                  <c:v>3.75</c:v>
                </c:pt>
                <c:pt idx="104">
                  <c:v>3.8</c:v>
                </c:pt>
                <c:pt idx="105">
                  <c:v>3.85</c:v>
                </c:pt>
                <c:pt idx="106">
                  <c:v>3.9</c:v>
                </c:pt>
                <c:pt idx="107">
                  <c:v>3.95</c:v>
                </c:pt>
                <c:pt idx="108">
                  <c:v>4</c:v>
                </c:pt>
              </c:numCache>
            </c:numRef>
          </c:xVal>
          <c:yVal>
            <c:numRef>
              <c:f>'Chart Data'!$B$2:$B$110</c:f>
              <c:numCache>
                <c:formatCode>0</c:formatCode>
                <c:ptCount val="109"/>
                <c:pt idx="0">
                  <c:v>-17.4387505469</c:v>
                </c:pt>
                <c:pt idx="1">
                  <c:v>-21.7995852003</c:v>
                </c:pt>
                <c:pt idx="2">
                  <c:v>-27.0306359321</c:v>
                </c:pt>
                <c:pt idx="3">
                  <c:v>-33.2460049296</c:v>
                </c:pt>
                <c:pt idx="4">
                  <c:v>-40.5599896268</c:v>
                </c:pt>
                <c:pt idx="5">
                  <c:v>-49.0830310537</c:v>
                </c:pt>
                <c:pt idx="6">
                  <c:v>-58.9169262964</c:v>
                </c:pt>
                <c:pt idx="7">
                  <c:v>-70.1493994783</c:v>
                </c:pt>
                <c:pt idx="8">
                  <c:v>-82.8481856808</c:v>
                </c:pt>
                <c:pt idx="9">
                  <c:v>-97.0548438531</c:v>
                </c:pt>
                <c:pt idx="10">
                  <c:v>-112.77857346</c:v>
                </c:pt>
                <c:pt idx="11">
                  <c:v>-129.990360179</c:v>
                </c:pt>
                <c:pt idx="12">
                  <c:v>-148.617812924</c:v>
                </c:pt>
                <c:pt idx="13">
                  <c:v>-168.541072513</c:v>
                </c:pt>
                <c:pt idx="14">
                  <c:v>-189.590167007</c:v>
                </c:pt>
                <c:pt idx="15">
                  <c:v>-211.544156651</c:v>
                </c:pt>
                <c:pt idx="16">
                  <c:v>-234.132351307</c:v>
                </c:pt>
                <c:pt idx="17">
                  <c:v>-257.037795726</c:v>
                </c:pt>
                <c:pt idx="18">
                  <c:v>-279.903106385</c:v>
                </c:pt>
                <c:pt idx="19">
                  <c:v>-302.33861344</c:v>
                </c:pt>
                <c:pt idx="20">
                  <c:v>-323.932620466</c:v>
                </c:pt>
                <c:pt idx="21">
                  <c:v>-344.2634527</c:v>
                </c:pt>
                <c:pt idx="22">
                  <c:v>-362.912832035</c:v>
                </c:pt>
                <c:pt idx="23">
                  <c:v>-379.48000478</c:v>
                </c:pt>
                <c:pt idx="24">
                  <c:v>-393.595966187</c:v>
                </c:pt>
                <c:pt idx="25">
                  <c:v>-404.937081931</c:v>
                </c:pt>
                <c:pt idx="26">
                  <c:v>-413.237406775</c:v>
                </c:pt>
                <c:pt idx="27">
                  <c:v>-418.299046554</c:v>
                </c:pt>
                <c:pt idx="28">
                  <c:v>-420</c:v>
                </c:pt>
                <c:pt idx="29">
                  <c:v>-418.299046554</c:v>
                </c:pt>
                <c:pt idx="30">
                  <c:v>-413.237406775</c:v>
                </c:pt>
                <c:pt idx="31">
                  <c:v>-404.937081931</c:v>
                </c:pt>
                <c:pt idx="32">
                  <c:v>-393.595966187</c:v>
                </c:pt>
                <c:pt idx="33">
                  <c:v>-379.48000478</c:v>
                </c:pt>
                <c:pt idx="34">
                  <c:v>-362.912832035</c:v>
                </c:pt>
                <c:pt idx="35">
                  <c:v>-344.2634527</c:v>
                </c:pt>
                <c:pt idx="36">
                  <c:v>-323.932620466</c:v>
                </c:pt>
                <c:pt idx="37">
                  <c:v>-302.33861344</c:v>
                </c:pt>
                <c:pt idx="38">
                  <c:v>-279.903106385</c:v>
                </c:pt>
                <c:pt idx="39">
                  <c:v>-257.037795726</c:v>
                </c:pt>
                <c:pt idx="40">
                  <c:v>-234.132351307</c:v>
                </c:pt>
                <c:pt idx="41">
                  <c:v>-211.544156651</c:v>
                </c:pt>
                <c:pt idx="42">
                  <c:v>-189.590167007</c:v>
                </c:pt>
                <c:pt idx="43">
                  <c:v>-168.541072513</c:v>
                </c:pt>
                <c:pt idx="44">
                  <c:v>-148.617812924</c:v>
                </c:pt>
                <c:pt idx="45">
                  <c:v>-129.990360179</c:v>
                </c:pt>
                <c:pt idx="46">
                  <c:v>-112.77857346</c:v>
                </c:pt>
                <c:pt idx="47">
                  <c:v>-97.0548438531</c:v>
                </c:pt>
                <c:pt idx="48">
                  <c:v>-82.8481856808</c:v>
                </c:pt>
                <c:pt idx="49">
                  <c:v>-70.1493994783</c:v>
                </c:pt>
                <c:pt idx="50">
                  <c:v>-58.9169262964</c:v>
                </c:pt>
                <c:pt idx="51">
                  <c:v>-49.0830310537</c:v>
                </c:pt>
                <c:pt idx="52">
                  <c:v>-40.5599896268</c:v>
                </c:pt>
                <c:pt idx="53">
                  <c:v>-33.2460049296</c:v>
                </c:pt>
                <c:pt idx="54">
                  <c:v>-27.0306359321</c:v>
                </c:pt>
                <c:pt idx="55">
                  <c:v>-21.7995852003</c:v>
                </c:pt>
                <c:pt idx="56">
                  <c:v>-17.4387505469</c:v>
                </c:pt>
                <c:pt idx="57">
                  <c:v>-13.8375011271</c:v>
                </c:pt>
                <c:pt idx="58">
                  <c:v>-10.8911851658</c:v>
                </c:pt>
                <c:pt idx="59">
                  <c:v>-8.50291392572</c:v>
                </c:pt>
                <c:pt idx="60">
                  <c:v>-6.5846939223</c:v>
                </c:pt>
                <c:pt idx="61">
                  <c:v>-5.05799703609</c:v>
                </c:pt>
                <c:pt idx="62">
                  <c:v>-3.85386695117</c:v>
                </c:pt>
                <c:pt idx="63">
                  <c:v>-2.91266161551</c:v>
                </c:pt>
                <c:pt idx="64">
                  <c:v>-2.18352674785</c:v>
                </c:pt>
                <c:pt idx="65">
                  <c:v>-1.62368645858</c:v>
                </c:pt>
                <c:pt idx="66">
                  <c:v>-1.19762537637</c:v>
                </c:pt>
                <c:pt idx="67">
                  <c:v>-0.876223666533</c:v>
                </c:pt>
                <c:pt idx="68">
                  <c:v>-0.635893136154</c:v>
                </c:pt>
                <c:pt idx="69">
                  <c:v>-0.457750116858</c:v>
                </c:pt>
                <c:pt idx="70">
                  <c:v>-0.326849600913</c:v>
                </c:pt>
                <c:pt idx="71">
                  <c:v>-0.231495537045</c:v>
                </c:pt>
                <c:pt idx="72">
                  <c:v>-0.162634416199</c:v>
                </c:pt>
                <c:pt idx="73">
                  <c:v>-0.113333279468</c:v>
                </c:pt>
                <c:pt idx="74">
                  <c:v>-0.0783389281829</c:v>
                </c:pt>
                <c:pt idx="75">
                  <c:v>-0.0537122027547</c:v>
                </c:pt>
                <c:pt idx="76">
                  <c:v>-0.0365294782998</c:v>
                </c:pt>
                <c:pt idx="77">
                  <c:v>-0.0246427485112</c:v>
                </c:pt>
                <c:pt idx="78">
                  <c:v>-0.0164895949799</c:v>
                </c:pt>
                <c:pt idx="79">
                  <c:v>-0.0109447539038</c:v>
                </c:pt>
                <c:pt idx="80">
                  <c:v>-0.00720571666907</c:v>
                </c:pt>
                <c:pt idx="81">
                  <c:v>-0.0047056923555</c:v>
                </c:pt>
                <c:pt idx="82">
                  <c:v>-0.00304821115976</c:v>
                </c:pt>
                <c:pt idx="83">
                  <c:v>-0.0019585818931</c:v>
                </c:pt>
                <c:pt idx="84">
                  <c:v>-0.0012482845353</c:v>
                </c:pt>
                <c:pt idx="85">
                  <c:v>-0.000789151913176</c:v>
                </c:pt>
                <c:pt idx="86">
                  <c:v>-0.000494860518512</c:v>
                </c:pt>
                <c:pt idx="87">
                  <c:v>-0.000307808186734</c:v>
                </c:pt>
                <c:pt idx="88">
                  <c:v>-0.000189912126078</c:v>
                </c:pt>
                <c:pt idx="89">
                  <c:v>-0.000116225224449</c:v>
                </c:pt>
                <c:pt idx="90">
                  <c:v>-7.05542630414E-05</c:v>
                </c:pt>
                <c:pt idx="91">
                  <c:v>-4.24835984029E-05</c:v>
                </c:pt>
                <c:pt idx="92">
                  <c:v>-2.53743250097E-05</c:v>
                </c:pt>
                <c:pt idx="93">
                  <c:v>-1.50329035233E-05</c:v>
                </c:pt>
                <c:pt idx="94">
                  <c:v>-8.83418339585E-06</c:v>
                </c:pt>
                <c:pt idx="95">
                  <c:v>-5.14950068228E-06</c:v>
                </c:pt>
                <c:pt idx="96">
                  <c:v>-2.97741243418E-06</c:v>
                </c:pt>
                <c:pt idx="97">
                  <c:v>-1.70760746217E-06</c:v>
                </c:pt>
                <c:pt idx="98">
                  <c:v>-9.7143167188E-07</c:v>
                </c:pt>
                <c:pt idx="99">
                  <c:v>-5.48165428549E-07</c:v>
                </c:pt>
                <c:pt idx="100">
                  <c:v>-3.06821786348E-07</c:v>
                </c:pt>
                <c:pt idx="101">
                  <c:v>-1.70347558958E-07</c:v>
                </c:pt>
                <c:pt idx="102">
                  <c:v>-9.38125203205E-08</c:v>
                </c:pt>
                <c:pt idx="103">
                  <c:v>-5.12461049029E-08</c:v>
                </c:pt>
                <c:pt idx="104">
                  <c:v>-2.77674556852E-08</c:v>
                </c:pt>
                <c:pt idx="105">
                  <c:v>-1.49240426729E-08</c:v>
                </c:pt>
                <c:pt idx="106">
                  <c:v>-7.95631640009E-09</c:v>
                </c:pt>
                <c:pt idx="107">
                  <c:v>-4.20739006687E-09</c:v>
                </c:pt>
                <c:pt idx="108">
                  <c:v>-2.2069306067E-09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4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4"/>
          <c:min val="-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总势能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Data'!$A$2:$A$110</c:f>
              <c:numCache>
                <c:formatCode>General</c:formatCode>
                <c:ptCount val="109"/>
                <c:pt idx="0">
                  <c:v>-1.4</c:v>
                </c:pt>
                <c:pt idx="1">
                  <c:v>-1.35</c:v>
                </c:pt>
                <c:pt idx="2">
                  <c:v>-1.3</c:v>
                </c:pt>
                <c:pt idx="3">
                  <c:v>-1.25</c:v>
                </c:pt>
                <c:pt idx="4">
                  <c:v>-1.2</c:v>
                </c:pt>
                <c:pt idx="5">
                  <c:v>-1.15</c:v>
                </c:pt>
                <c:pt idx="6">
                  <c:v>-1.1</c:v>
                </c:pt>
                <c:pt idx="7">
                  <c:v>-1.05</c:v>
                </c:pt>
                <c:pt idx="8">
                  <c:v>-1</c:v>
                </c:pt>
                <c:pt idx="9">
                  <c:v>-0.95</c:v>
                </c:pt>
                <c:pt idx="10">
                  <c:v>-0.9</c:v>
                </c:pt>
                <c:pt idx="11">
                  <c:v>-0.85</c:v>
                </c:pt>
                <c:pt idx="12">
                  <c:v>-0.8</c:v>
                </c:pt>
                <c:pt idx="13">
                  <c:v>-0.75</c:v>
                </c:pt>
                <c:pt idx="14">
                  <c:v>-0.7</c:v>
                </c:pt>
                <c:pt idx="15">
                  <c:v>-0.65</c:v>
                </c:pt>
                <c:pt idx="16">
                  <c:v>-0.6</c:v>
                </c:pt>
                <c:pt idx="17">
                  <c:v>-0.55</c:v>
                </c:pt>
                <c:pt idx="18">
                  <c:v>-0.5</c:v>
                </c:pt>
                <c:pt idx="19">
                  <c:v>-0.45</c:v>
                </c:pt>
                <c:pt idx="20">
                  <c:v>-0.4</c:v>
                </c:pt>
                <c:pt idx="21">
                  <c:v>-0.35</c:v>
                </c:pt>
                <c:pt idx="22">
                  <c:v>-0.3</c:v>
                </c:pt>
                <c:pt idx="23">
                  <c:v>-0.25</c:v>
                </c:pt>
                <c:pt idx="24">
                  <c:v>-0.2</c:v>
                </c:pt>
                <c:pt idx="25">
                  <c:v>-0.15</c:v>
                </c:pt>
                <c:pt idx="26">
                  <c:v>-0.1</c:v>
                </c:pt>
                <c:pt idx="27">
                  <c:v>-0.05</c:v>
                </c:pt>
                <c:pt idx="28">
                  <c:v>2.22044604925E-16</c:v>
                </c:pt>
                <c:pt idx="29">
                  <c:v>0.05</c:v>
                </c:pt>
                <c:pt idx="30">
                  <c:v>0.1</c:v>
                </c:pt>
                <c:pt idx="31">
                  <c:v>0.15</c:v>
                </c:pt>
                <c:pt idx="32">
                  <c:v>0.2</c:v>
                </c:pt>
                <c:pt idx="33">
                  <c:v>0.25</c:v>
                </c:pt>
                <c:pt idx="34">
                  <c:v>0.3</c:v>
                </c:pt>
                <c:pt idx="35">
                  <c:v>0.35</c:v>
                </c:pt>
                <c:pt idx="36">
                  <c:v>0.4</c:v>
                </c:pt>
                <c:pt idx="37">
                  <c:v>0.45</c:v>
                </c:pt>
                <c:pt idx="38">
                  <c:v>0.5</c:v>
                </c:pt>
                <c:pt idx="39">
                  <c:v>0.55</c:v>
                </c:pt>
                <c:pt idx="40">
                  <c:v>0.6</c:v>
                </c:pt>
                <c:pt idx="41">
                  <c:v>0.65</c:v>
                </c:pt>
                <c:pt idx="42">
                  <c:v>0.7</c:v>
                </c:pt>
                <c:pt idx="43">
                  <c:v>0.75</c:v>
                </c:pt>
                <c:pt idx="44">
                  <c:v>0.8</c:v>
                </c:pt>
                <c:pt idx="45">
                  <c:v>0.85</c:v>
                </c:pt>
                <c:pt idx="46">
                  <c:v>0.9</c:v>
                </c:pt>
                <c:pt idx="47">
                  <c:v>0.95</c:v>
                </c:pt>
                <c:pt idx="48">
                  <c:v>1</c:v>
                </c:pt>
                <c:pt idx="49">
                  <c:v>1.05</c:v>
                </c:pt>
                <c:pt idx="50">
                  <c:v>1.1</c:v>
                </c:pt>
                <c:pt idx="51">
                  <c:v>1.15</c:v>
                </c:pt>
                <c:pt idx="52">
                  <c:v>1.2</c:v>
                </c:pt>
                <c:pt idx="53">
                  <c:v>1.25</c:v>
                </c:pt>
                <c:pt idx="54">
                  <c:v>1.3</c:v>
                </c:pt>
                <c:pt idx="55">
                  <c:v>1.35</c:v>
                </c:pt>
                <c:pt idx="56">
                  <c:v>1.4</c:v>
                </c:pt>
                <c:pt idx="57">
                  <c:v>1.45</c:v>
                </c:pt>
                <c:pt idx="58">
                  <c:v>1.5</c:v>
                </c:pt>
                <c:pt idx="59">
                  <c:v>1.55</c:v>
                </c:pt>
                <c:pt idx="60">
                  <c:v>1.6</c:v>
                </c:pt>
                <c:pt idx="61">
                  <c:v>1.65</c:v>
                </c:pt>
                <c:pt idx="62">
                  <c:v>1.7</c:v>
                </c:pt>
                <c:pt idx="63">
                  <c:v>1.75</c:v>
                </c:pt>
                <c:pt idx="64">
                  <c:v>1.8</c:v>
                </c:pt>
                <c:pt idx="65">
                  <c:v>1.85</c:v>
                </c:pt>
                <c:pt idx="66">
                  <c:v>1.9</c:v>
                </c:pt>
                <c:pt idx="67">
                  <c:v>1.95</c:v>
                </c:pt>
                <c:pt idx="68">
                  <c:v>2</c:v>
                </c:pt>
                <c:pt idx="69">
                  <c:v>2.05</c:v>
                </c:pt>
                <c:pt idx="70">
                  <c:v>2.1</c:v>
                </c:pt>
                <c:pt idx="71">
                  <c:v>2.15</c:v>
                </c:pt>
                <c:pt idx="72">
                  <c:v>2.2</c:v>
                </c:pt>
                <c:pt idx="73">
                  <c:v>2.25</c:v>
                </c:pt>
                <c:pt idx="74">
                  <c:v>2.3</c:v>
                </c:pt>
                <c:pt idx="75">
                  <c:v>2.35</c:v>
                </c:pt>
                <c:pt idx="76">
                  <c:v>2.4</c:v>
                </c:pt>
                <c:pt idx="77">
                  <c:v>2.45</c:v>
                </c:pt>
                <c:pt idx="78">
                  <c:v>2.5</c:v>
                </c:pt>
                <c:pt idx="79">
                  <c:v>2.55</c:v>
                </c:pt>
                <c:pt idx="80">
                  <c:v>2.6</c:v>
                </c:pt>
                <c:pt idx="81">
                  <c:v>2.65</c:v>
                </c:pt>
                <c:pt idx="82">
                  <c:v>2.7</c:v>
                </c:pt>
                <c:pt idx="83">
                  <c:v>2.75</c:v>
                </c:pt>
                <c:pt idx="84">
                  <c:v>2.8</c:v>
                </c:pt>
                <c:pt idx="85">
                  <c:v>2.85</c:v>
                </c:pt>
                <c:pt idx="86">
                  <c:v>2.9</c:v>
                </c:pt>
                <c:pt idx="87">
                  <c:v>2.95</c:v>
                </c:pt>
                <c:pt idx="88">
                  <c:v>3</c:v>
                </c:pt>
                <c:pt idx="89">
                  <c:v>3.05</c:v>
                </c:pt>
                <c:pt idx="90">
                  <c:v>3.1</c:v>
                </c:pt>
                <c:pt idx="91">
                  <c:v>3.15</c:v>
                </c:pt>
                <c:pt idx="92">
                  <c:v>3.2</c:v>
                </c:pt>
                <c:pt idx="93">
                  <c:v>3.25</c:v>
                </c:pt>
                <c:pt idx="94">
                  <c:v>3.3</c:v>
                </c:pt>
                <c:pt idx="95">
                  <c:v>3.35</c:v>
                </c:pt>
                <c:pt idx="96">
                  <c:v>3.4</c:v>
                </c:pt>
                <c:pt idx="97">
                  <c:v>3.45</c:v>
                </c:pt>
                <c:pt idx="98">
                  <c:v>3.5</c:v>
                </c:pt>
                <c:pt idx="99">
                  <c:v>3.55</c:v>
                </c:pt>
                <c:pt idx="100">
                  <c:v>3.6</c:v>
                </c:pt>
                <c:pt idx="101">
                  <c:v>3.65</c:v>
                </c:pt>
                <c:pt idx="102">
                  <c:v>3.7</c:v>
                </c:pt>
                <c:pt idx="103">
                  <c:v>3.75</c:v>
                </c:pt>
                <c:pt idx="104">
                  <c:v>3.8</c:v>
                </c:pt>
                <c:pt idx="105">
                  <c:v>3.85</c:v>
                </c:pt>
                <c:pt idx="106">
                  <c:v>3.9</c:v>
                </c:pt>
                <c:pt idx="107">
                  <c:v>3.95</c:v>
                </c:pt>
                <c:pt idx="108">
                  <c:v>4</c:v>
                </c:pt>
              </c:numCache>
            </c:numRef>
          </c:xVal>
          <c:yVal>
            <c:numRef>
              <c:f>'Chart Data'!$B$2:$B$110</c:f>
              <c:numCache>
                <c:formatCode>0</c:formatCode>
                <c:ptCount val="109"/>
                <c:pt idx="0">
                  <c:v>-5.81291686747</c:v>
                </c:pt>
                <c:pt idx="1">
                  <c:v>-7.26652843425</c:v>
                </c:pt>
                <c:pt idx="2">
                  <c:v>-9.01021203992</c:v>
                </c:pt>
                <c:pt idx="3">
                  <c:v>-11.0820017568</c:v>
                </c:pt>
                <c:pt idx="4">
                  <c:v>-13.5199967468</c:v>
                </c:pt>
                <c:pt idx="5">
                  <c:v>-16.3610107167</c:v>
                </c:pt>
                <c:pt idx="6">
                  <c:v>-19.6389760798</c:v>
                </c:pt>
                <c:pt idx="7">
                  <c:v>-23.3831342978</c:v>
                </c:pt>
                <c:pt idx="8">
                  <c:v>-27.6160638785</c:v>
                </c:pt>
                <c:pt idx="9">
                  <c:v>-32.3516180507</c:v>
                </c:pt>
                <c:pt idx="10">
                  <c:v>-37.5928637093</c:v>
                </c:pt>
                <c:pt idx="11">
                  <c:v>-43.3301300817</c:v>
                </c:pt>
                <c:pt idx="12">
                  <c:v>-49.5392878907</c:v>
                </c:pt>
                <c:pt idx="13">
                  <c:v>-56.1803858269</c:v>
                </c:pt>
                <c:pt idx="14">
                  <c:v>-63.1967693718</c:v>
                </c:pt>
                <c:pt idx="15">
                  <c:v>-70.5147963671</c:v>
                </c:pt>
                <c:pt idx="16">
                  <c:v>-78.0442437105</c:v>
                </c:pt>
                <c:pt idx="17">
                  <c:v>-85.6794704475</c:v>
                </c:pt>
                <c:pt idx="18">
                  <c:v>-93.3013653687</c:v>
                </c:pt>
                <c:pt idx="19">
                  <c:v>-100.780063914</c:v>
                </c:pt>
                <c:pt idx="20">
                  <c:v>-107.978372345</c:v>
                </c:pt>
                <c:pt idx="21">
                  <c:v>-114.755789955</c:v>
                </c:pt>
                <c:pt idx="22">
                  <c:v>-120.972976152</c:v>
                </c:pt>
                <c:pt idx="23">
                  <c:v>-126.496472055</c:v>
                </c:pt>
                <c:pt idx="24">
                  <c:v>-131.203459207</c:v>
                </c:pt>
                <c:pt idx="25">
                  <c:v>-134.986323813</c:v>
                </c:pt>
                <c:pt idx="26">
                  <c:v>-137.756795322</c:v>
                </c:pt>
                <c:pt idx="27">
                  <c:v>-139.449444017</c:v>
                </c:pt>
                <c:pt idx="28">
                  <c:v>-140.024352986</c:v>
                </c:pt>
                <c:pt idx="29">
                  <c:v>-139.468823653</c:v>
                </c:pt>
                <c:pt idx="30">
                  <c:v>-137.79802821</c:v>
                </c:pt>
                <c:pt idx="31">
                  <c:v>-135.05458283</c:v>
                </c:pt>
                <c:pt idx="32">
                  <c:v>-131.30707834</c:v>
                </c:pt>
                <c:pt idx="33">
                  <c:v>-126.647665285</c:v>
                </c:pt>
                <c:pt idx="34">
                  <c:v>-121.188843746</c:v>
                </c:pt>
                <c:pt idx="35">
                  <c:v>-115.059650978</c:v>
                </c:pt>
                <c:pt idx="36">
                  <c:v>-108.401468913</c:v>
                </c:pt>
                <c:pt idx="37">
                  <c:v>-101.363686924</c:v>
                </c:pt>
                <c:pt idx="38">
                  <c:v>-94.0994523792</c:v>
                </c:pt>
                <c:pt idx="39">
                  <c:v>-86.7617228811</c:v>
                </c:pt>
                <c:pt idx="40">
                  <c:v>-79.499801601</c:v>
                </c:pt>
                <c:pt idx="41">
                  <c:v>-72.456493294</c:v>
                </c:pt>
                <c:pt idx="42">
                  <c:v>-65.7659669698</c:v>
                </c:pt>
                <c:pt idx="43">
                  <c:v>-59.5523555285</c:v>
                </c:pt>
                <c:pt idx="44">
                  <c:v>-53.9290669227</c:v>
                </c:pt>
                <c:pt idx="45">
                  <c:v>-48.9987293436</c:v>
                </c:pt>
                <c:pt idx="46">
                  <c:v>-44.8536479304</c:v>
                </c:pt>
                <c:pt idx="47">
                  <c:v>-41.5766153691</c:v>
                </c:pt>
                <c:pt idx="48">
                  <c:v>-39.2418955915</c:v>
                </c:pt>
                <c:pt idx="49">
                  <c:v>-37.9161899596</c:v>
                </c:pt>
                <c:pt idx="50">
                  <c:v>-37.6593993869</c:v>
                </c:pt>
                <c:pt idx="51">
                  <c:v>-38.5250136376</c:v>
                </c:pt>
                <c:pt idx="52">
                  <c:v>-40.5599896268</c:v>
                </c:pt>
                <c:pt idx="53">
                  <c:v>-43.8040223457</c:v>
                </c:pt>
                <c:pt idx="54">
                  <c:v>-48.2881628416</c:v>
                </c:pt>
                <c:pt idx="55">
                  <c:v>-54.0327947189</c:v>
                </c:pt>
                <c:pt idx="56">
                  <c:v>-61.0450406362</c:v>
                </c:pt>
                <c:pt idx="57">
                  <c:v>-69.3157296111</c:v>
                </c:pt>
                <c:pt idx="58">
                  <c:v>-78.816110695</c:v>
                </c:pt>
                <c:pt idx="59">
                  <c:v>-89.4945447615</c:v>
                </c:pt>
                <c:pt idx="60">
                  <c:v>-101.273439923</c:v>
                </c:pt>
                <c:pt idx="61">
                  <c:v>-114.046714021</c:v>
                </c:pt>
                <c:pt idx="62">
                  <c:v>-127.678066988</c:v>
                </c:pt>
                <c:pt idx="63">
                  <c:v>-142.000324972</c:v>
                </c:pt>
                <c:pt idx="64">
                  <c:v>-156.816076454</c:v>
                </c:pt>
                <c:pt idx="65">
                  <c:v>-171.899759304</c:v>
                </c:pt>
                <c:pt idx="66">
                  <c:v>-187.001279382</c:v>
                </c:pt>
                <c:pt idx="67">
                  <c:v>-201.851150182</c:v>
                </c:pt>
                <c:pt idx="68">
                  <c:v>-216.167044689</c:v>
                </c:pt>
                <c:pt idx="69">
                  <c:v>-229.661551839</c:v>
                </c:pt>
                <c:pt idx="70">
                  <c:v>-242.05083789</c:v>
                </c:pt>
                <c:pt idx="71">
                  <c:v>-253.063835033</c:v>
                </c:pt>
                <c:pt idx="72">
                  <c:v>-262.451522264</c:v>
                </c:pt>
                <c:pt idx="73">
                  <c:v>-269.995832381</c:v>
                </c:pt>
                <c:pt idx="74">
                  <c:v>-275.517717493</c:v>
                </c:pt>
                <c:pt idx="75">
                  <c:v>-278.883935104</c:v>
                </c:pt>
                <c:pt idx="76">
                  <c:v>-280.012176493</c:v>
                </c:pt>
                <c:pt idx="77">
                  <c:v>-278.874245286</c:v>
                </c:pt>
                <c:pt idx="78">
                  <c:v>-275.497101048</c:v>
                </c:pt>
                <c:pt idx="79">
                  <c:v>-269.961702872</c:v>
                </c:pt>
                <c:pt idx="80">
                  <c:v>-262.399712697</c:v>
                </c:pt>
                <c:pt idx="81">
                  <c:v>-252.988238418</c:v>
                </c:pt>
                <c:pt idx="82">
                  <c:v>-241.942904094</c:v>
                </c:pt>
                <c:pt idx="83">
                  <c:v>-229.509621328</c:v>
                </c:pt>
                <c:pt idx="84">
                  <c:v>-215.955496405</c:v>
                </c:pt>
                <c:pt idx="85">
                  <c:v>-201.559338677</c:v>
                </c:pt>
                <c:pt idx="86">
                  <c:v>-186.602235877</c:v>
                </c:pt>
                <c:pt idx="87">
                  <c:v>-171.358633087</c:v>
                </c:pt>
                <c:pt idx="88">
                  <c:v>-156.088297509</c:v>
                </c:pt>
                <c:pt idx="89">
                  <c:v>-141.029476509</c:v>
                </c:pt>
                <c:pt idx="90">
                  <c:v>-126.393468189</c:v>
                </c:pt>
                <c:pt idx="91">
                  <c:v>-112.36072917</c:v>
                </c:pt>
                <c:pt idx="92">
                  <c:v>-99.0785504071</c:v>
                </c:pt>
                <c:pt idx="93">
                  <c:v>-86.6602451305</c:v>
                </c:pt>
                <c:pt idx="94">
                  <c:v>-75.1857185845</c:v>
                </c:pt>
                <c:pt idx="95">
                  <c:v>-64.7032309519</c:v>
                </c:pt>
                <c:pt idx="96">
                  <c:v>-55.2321247797</c:v>
                </c:pt>
                <c:pt idx="97">
                  <c:v>-46.7662668881</c:v>
                </c:pt>
                <c:pt idx="98">
                  <c:v>-39.2779511881</c:v>
                </c:pt>
                <c:pt idx="99">
                  <c:v>-32.7220208852</c:v>
                </c:pt>
                <c:pt idx="100">
                  <c:v>-27.0399931868</c:v>
                </c:pt>
                <c:pt idx="101">
                  <c:v>-22.1640033432</c:v>
                </c:pt>
                <c:pt idx="102">
                  <c:v>-18.020423986</c:v>
                </c:pt>
                <c:pt idx="103">
                  <c:v>-14.5330568173</c:v>
                </c:pt>
                <c:pt idx="104">
                  <c:v>-11.6258337072</c:v>
                </c:pt>
                <c:pt idx="105">
                  <c:v>-9.22500075636</c:v>
                </c:pt>
                <c:pt idx="106">
                  <c:v>-7.26079011321</c:v>
                </c:pt>
                <c:pt idx="107">
                  <c:v>-5.66860928522</c:v>
                </c:pt>
                <c:pt idx="108">
                  <c:v>-4.38979594894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4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4"/>
          <c:min val="-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总势能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Data'!$A$2:$A$110</c:f>
              <c:numCache>
                <c:formatCode>General</c:formatCode>
                <c:ptCount val="109"/>
                <c:pt idx="0">
                  <c:v>-1.4</c:v>
                </c:pt>
                <c:pt idx="1">
                  <c:v>-1.35</c:v>
                </c:pt>
                <c:pt idx="2">
                  <c:v>-1.3</c:v>
                </c:pt>
                <c:pt idx="3">
                  <c:v>-1.25</c:v>
                </c:pt>
                <c:pt idx="4">
                  <c:v>-1.2</c:v>
                </c:pt>
                <c:pt idx="5">
                  <c:v>-1.15</c:v>
                </c:pt>
                <c:pt idx="6">
                  <c:v>-1.1</c:v>
                </c:pt>
                <c:pt idx="7">
                  <c:v>-1.05</c:v>
                </c:pt>
                <c:pt idx="8">
                  <c:v>-1</c:v>
                </c:pt>
                <c:pt idx="9">
                  <c:v>-0.95</c:v>
                </c:pt>
                <c:pt idx="10">
                  <c:v>-0.9</c:v>
                </c:pt>
                <c:pt idx="11">
                  <c:v>-0.85</c:v>
                </c:pt>
                <c:pt idx="12">
                  <c:v>-0.8</c:v>
                </c:pt>
                <c:pt idx="13">
                  <c:v>-0.75</c:v>
                </c:pt>
                <c:pt idx="14">
                  <c:v>-0.7</c:v>
                </c:pt>
                <c:pt idx="15">
                  <c:v>-0.65</c:v>
                </c:pt>
                <c:pt idx="16">
                  <c:v>-0.6</c:v>
                </c:pt>
                <c:pt idx="17">
                  <c:v>-0.55</c:v>
                </c:pt>
                <c:pt idx="18">
                  <c:v>-0.5</c:v>
                </c:pt>
                <c:pt idx="19">
                  <c:v>-0.45</c:v>
                </c:pt>
                <c:pt idx="20">
                  <c:v>-0.4</c:v>
                </c:pt>
                <c:pt idx="21">
                  <c:v>-0.35</c:v>
                </c:pt>
                <c:pt idx="22">
                  <c:v>-0.3</c:v>
                </c:pt>
                <c:pt idx="23">
                  <c:v>-0.25</c:v>
                </c:pt>
                <c:pt idx="24">
                  <c:v>-0.2</c:v>
                </c:pt>
                <c:pt idx="25">
                  <c:v>-0.15</c:v>
                </c:pt>
                <c:pt idx="26">
                  <c:v>-0.1</c:v>
                </c:pt>
                <c:pt idx="27">
                  <c:v>-0.05</c:v>
                </c:pt>
                <c:pt idx="28">
                  <c:v>2.22044604925E-16</c:v>
                </c:pt>
                <c:pt idx="29">
                  <c:v>0.05</c:v>
                </c:pt>
                <c:pt idx="30">
                  <c:v>0.1</c:v>
                </c:pt>
                <c:pt idx="31">
                  <c:v>0.15</c:v>
                </c:pt>
                <c:pt idx="32">
                  <c:v>0.2</c:v>
                </c:pt>
                <c:pt idx="33">
                  <c:v>0.25</c:v>
                </c:pt>
                <c:pt idx="34">
                  <c:v>0.3</c:v>
                </c:pt>
                <c:pt idx="35">
                  <c:v>0.35</c:v>
                </c:pt>
                <c:pt idx="36">
                  <c:v>0.4</c:v>
                </c:pt>
                <c:pt idx="37">
                  <c:v>0.45</c:v>
                </c:pt>
                <c:pt idx="38">
                  <c:v>0.5</c:v>
                </c:pt>
                <c:pt idx="39">
                  <c:v>0.55</c:v>
                </c:pt>
                <c:pt idx="40">
                  <c:v>0.6</c:v>
                </c:pt>
                <c:pt idx="41">
                  <c:v>0.65</c:v>
                </c:pt>
                <c:pt idx="42">
                  <c:v>0.7</c:v>
                </c:pt>
                <c:pt idx="43">
                  <c:v>0.75</c:v>
                </c:pt>
                <c:pt idx="44">
                  <c:v>0.8</c:v>
                </c:pt>
                <c:pt idx="45">
                  <c:v>0.85</c:v>
                </c:pt>
                <c:pt idx="46">
                  <c:v>0.9</c:v>
                </c:pt>
                <c:pt idx="47">
                  <c:v>0.95</c:v>
                </c:pt>
                <c:pt idx="48">
                  <c:v>1</c:v>
                </c:pt>
                <c:pt idx="49">
                  <c:v>1.05</c:v>
                </c:pt>
                <c:pt idx="50">
                  <c:v>1.1</c:v>
                </c:pt>
                <c:pt idx="51">
                  <c:v>1.15</c:v>
                </c:pt>
                <c:pt idx="52">
                  <c:v>1.2</c:v>
                </c:pt>
                <c:pt idx="53">
                  <c:v>1.25</c:v>
                </c:pt>
                <c:pt idx="54">
                  <c:v>1.3</c:v>
                </c:pt>
                <c:pt idx="55">
                  <c:v>1.35</c:v>
                </c:pt>
                <c:pt idx="56">
                  <c:v>1.4</c:v>
                </c:pt>
                <c:pt idx="57">
                  <c:v>1.45</c:v>
                </c:pt>
                <c:pt idx="58">
                  <c:v>1.5</c:v>
                </c:pt>
                <c:pt idx="59">
                  <c:v>1.55</c:v>
                </c:pt>
                <c:pt idx="60">
                  <c:v>1.6</c:v>
                </c:pt>
                <c:pt idx="61">
                  <c:v>1.65</c:v>
                </c:pt>
                <c:pt idx="62">
                  <c:v>1.7</c:v>
                </c:pt>
                <c:pt idx="63">
                  <c:v>1.75</c:v>
                </c:pt>
                <c:pt idx="64">
                  <c:v>1.8</c:v>
                </c:pt>
                <c:pt idx="65">
                  <c:v>1.85</c:v>
                </c:pt>
                <c:pt idx="66">
                  <c:v>1.9</c:v>
                </c:pt>
                <c:pt idx="67">
                  <c:v>1.95</c:v>
                </c:pt>
                <c:pt idx="68">
                  <c:v>2</c:v>
                </c:pt>
                <c:pt idx="69">
                  <c:v>2.05</c:v>
                </c:pt>
                <c:pt idx="70">
                  <c:v>2.1</c:v>
                </c:pt>
                <c:pt idx="71">
                  <c:v>2.15</c:v>
                </c:pt>
                <c:pt idx="72">
                  <c:v>2.2</c:v>
                </c:pt>
                <c:pt idx="73">
                  <c:v>2.25</c:v>
                </c:pt>
                <c:pt idx="74">
                  <c:v>2.3</c:v>
                </c:pt>
                <c:pt idx="75">
                  <c:v>2.35</c:v>
                </c:pt>
                <c:pt idx="76">
                  <c:v>2.4</c:v>
                </c:pt>
                <c:pt idx="77">
                  <c:v>2.45</c:v>
                </c:pt>
                <c:pt idx="78">
                  <c:v>2.5</c:v>
                </c:pt>
                <c:pt idx="79">
                  <c:v>2.55</c:v>
                </c:pt>
                <c:pt idx="80">
                  <c:v>2.6</c:v>
                </c:pt>
                <c:pt idx="81">
                  <c:v>2.65</c:v>
                </c:pt>
                <c:pt idx="82">
                  <c:v>2.7</c:v>
                </c:pt>
                <c:pt idx="83">
                  <c:v>2.75</c:v>
                </c:pt>
                <c:pt idx="84">
                  <c:v>2.8</c:v>
                </c:pt>
                <c:pt idx="85">
                  <c:v>2.85</c:v>
                </c:pt>
                <c:pt idx="86">
                  <c:v>2.9</c:v>
                </c:pt>
                <c:pt idx="87">
                  <c:v>2.95</c:v>
                </c:pt>
                <c:pt idx="88">
                  <c:v>3</c:v>
                </c:pt>
                <c:pt idx="89">
                  <c:v>3.05</c:v>
                </c:pt>
                <c:pt idx="90">
                  <c:v>3.1</c:v>
                </c:pt>
                <c:pt idx="91">
                  <c:v>3.15</c:v>
                </c:pt>
                <c:pt idx="92">
                  <c:v>3.2</c:v>
                </c:pt>
                <c:pt idx="93">
                  <c:v>3.25</c:v>
                </c:pt>
                <c:pt idx="94">
                  <c:v>3.3</c:v>
                </c:pt>
                <c:pt idx="95">
                  <c:v>3.35</c:v>
                </c:pt>
                <c:pt idx="96">
                  <c:v>3.4</c:v>
                </c:pt>
                <c:pt idx="97">
                  <c:v>3.45</c:v>
                </c:pt>
                <c:pt idx="98">
                  <c:v>3.5</c:v>
                </c:pt>
                <c:pt idx="99">
                  <c:v>3.55</c:v>
                </c:pt>
                <c:pt idx="100">
                  <c:v>3.6</c:v>
                </c:pt>
                <c:pt idx="101">
                  <c:v>3.65</c:v>
                </c:pt>
                <c:pt idx="102">
                  <c:v>3.7</c:v>
                </c:pt>
                <c:pt idx="103">
                  <c:v>3.75</c:v>
                </c:pt>
                <c:pt idx="104">
                  <c:v>3.8</c:v>
                </c:pt>
                <c:pt idx="105">
                  <c:v>3.85</c:v>
                </c:pt>
                <c:pt idx="106">
                  <c:v>3.9</c:v>
                </c:pt>
                <c:pt idx="107">
                  <c:v>3.95</c:v>
                </c:pt>
                <c:pt idx="108">
                  <c:v>4</c:v>
                </c:pt>
              </c:numCache>
            </c:numRef>
          </c:xVal>
          <c:yVal>
            <c:numRef>
              <c:f>'Chart Data'!$B$2:$B$110</c:f>
              <c:numCache>
                <c:formatCode>0</c:formatCode>
                <c:ptCount val="109"/>
                <c:pt idx="0">
                  <c:v>-1.85116371235E-08</c:v>
                </c:pt>
                <c:pt idx="1">
                  <c:v>-3.41640699352E-08</c:v>
                </c:pt>
                <c:pt idx="2">
                  <c:v>-6.25416802137E-08</c:v>
                </c:pt>
                <c:pt idx="3">
                  <c:v>-1.13565039305E-07</c:v>
                </c:pt>
                <c:pt idx="4">
                  <c:v>-2.04547857566E-07</c:v>
                </c:pt>
                <c:pt idx="5">
                  <c:v>-3.65443619033E-07</c:v>
                </c:pt>
                <c:pt idx="6">
                  <c:v>-6.47621114586E-07</c:v>
                </c:pt>
                <c:pt idx="7">
                  <c:v>-1.13840497478E-06</c:v>
                </c:pt>
                <c:pt idx="8">
                  <c:v>-1.98494162279E-06</c:v>
                </c:pt>
                <c:pt idx="9">
                  <c:v>-3.43300045486E-06</c:v>
                </c:pt>
                <c:pt idx="10">
                  <c:v>-5.88945559723E-06</c:v>
                </c:pt>
                <c:pt idx="11">
                  <c:v>-1.00219356822E-05</c:v>
                </c:pt>
                <c:pt idx="12">
                  <c:v>-1.69162166731E-05</c:v>
                </c:pt>
                <c:pt idx="13">
                  <c:v>-2.83223989353E-05</c:v>
                </c:pt>
                <c:pt idx="14">
                  <c:v>-4.7036175361E-05</c:v>
                </c:pt>
                <c:pt idx="15">
                  <c:v>-7.74834829661E-05</c:v>
                </c:pt>
                <c:pt idx="16">
                  <c:v>-0.000126608084052</c:v>
                </c:pt>
                <c:pt idx="17">
                  <c:v>-0.000205205457823</c:v>
                </c:pt>
                <c:pt idx="18">
                  <c:v>-0.000329907012341</c:v>
                </c:pt>
                <c:pt idx="19">
                  <c:v>-0.000526101275451</c:v>
                </c:pt>
                <c:pt idx="20">
                  <c:v>-0.000832189690203</c:v>
                </c:pt>
                <c:pt idx="21">
                  <c:v>-0.00130572126207</c:v>
                </c:pt>
                <c:pt idx="22">
                  <c:v>-0.00203214077317</c:v>
                </c:pt>
                <c:pt idx="23">
                  <c:v>-0.003137128237</c:v>
                </c:pt>
                <c:pt idx="24">
                  <c:v>-0.00480381111271</c:v>
                </c:pt>
                <c:pt idx="25">
                  <c:v>-0.00729650260257</c:v>
                </c:pt>
                <c:pt idx="26">
                  <c:v>-0.0109930633199</c:v>
                </c:pt>
                <c:pt idx="27">
                  <c:v>-0.0164284990075</c:v>
                </c:pt>
                <c:pt idx="28">
                  <c:v>-0.0243529855332</c:v>
                </c:pt>
                <c:pt idx="29">
                  <c:v>-0.0358081351698</c:v>
                </c:pt>
                <c:pt idx="30">
                  <c:v>-0.052225952122</c:v>
                </c:pt>
                <c:pt idx="31">
                  <c:v>-0.0755555196456</c:v>
                </c:pt>
                <c:pt idx="32">
                  <c:v>-0.108422944133</c:v>
                </c:pt>
                <c:pt idx="33">
                  <c:v>-0.15433035803</c:v>
                </c:pt>
                <c:pt idx="34">
                  <c:v>-0.217899733942</c:v>
                </c:pt>
                <c:pt idx="35">
                  <c:v>-0.305166744572</c:v>
                </c:pt>
                <c:pt idx="36">
                  <c:v>-0.423928757436</c:v>
                </c:pt>
                <c:pt idx="37">
                  <c:v>-0.584149111022</c:v>
                </c:pt>
                <c:pt idx="38">
                  <c:v>-0.798416917582</c:v>
                </c:pt>
                <c:pt idx="39">
                  <c:v>-1.08245763905</c:v>
                </c:pt>
                <c:pt idx="40">
                  <c:v>-1.45568449857</c:v>
                </c:pt>
                <c:pt idx="41">
                  <c:v>-1.94177441034</c:v>
                </c:pt>
                <c:pt idx="42">
                  <c:v>-2.56924463412</c:v>
                </c:pt>
                <c:pt idx="43">
                  <c:v>-3.37199802406</c:v>
                </c:pt>
                <c:pt idx="44">
                  <c:v>-4.3897959482</c:v>
                </c:pt>
                <c:pt idx="45">
                  <c:v>-5.66860928382</c:v>
                </c:pt>
                <c:pt idx="46">
                  <c:v>-7.26079011056</c:v>
                </c:pt>
                <c:pt idx="47">
                  <c:v>-9.22500075139</c:v>
                </c:pt>
                <c:pt idx="48">
                  <c:v>-11.6258336979</c:v>
                </c:pt>
                <c:pt idx="49">
                  <c:v>-14.5330568002</c:v>
                </c:pt>
                <c:pt idx="50">
                  <c:v>-18.0204239548</c:v>
                </c:pt>
                <c:pt idx="51">
                  <c:v>-22.1640032864</c:v>
                </c:pt>
                <c:pt idx="52">
                  <c:v>-27.0399930846</c:v>
                </c:pt>
                <c:pt idx="53">
                  <c:v>-32.7220207025</c:v>
                </c:pt>
                <c:pt idx="54">
                  <c:v>-39.2779508643</c:v>
                </c:pt>
                <c:pt idx="55">
                  <c:v>-46.7662663189</c:v>
                </c:pt>
                <c:pt idx="56">
                  <c:v>-55.2321237872</c:v>
                </c:pt>
                <c:pt idx="57">
                  <c:v>-64.7032292354</c:v>
                </c:pt>
                <c:pt idx="58">
                  <c:v>-75.1857156398</c:v>
                </c:pt>
                <c:pt idx="59">
                  <c:v>-86.6602401196</c:v>
                </c:pt>
                <c:pt idx="60">
                  <c:v>-99.078541949</c:v>
                </c:pt>
                <c:pt idx="61">
                  <c:v>-112.360715009</c:v>
                </c:pt>
                <c:pt idx="62">
                  <c:v>-126.393444671</c:v>
                </c:pt>
                <c:pt idx="63">
                  <c:v>-141.029437767</c:v>
                </c:pt>
                <c:pt idx="64">
                  <c:v>-156.088234205</c:v>
                </c:pt>
                <c:pt idx="65">
                  <c:v>-171.358530484</c:v>
                </c:pt>
                <c:pt idx="66">
                  <c:v>-186.602070923</c:v>
                </c:pt>
                <c:pt idx="67">
                  <c:v>-201.559075626</c:v>
                </c:pt>
                <c:pt idx="68">
                  <c:v>-215.95508031</c:v>
                </c:pt>
                <c:pt idx="69">
                  <c:v>-229.508968467</c:v>
                </c:pt>
                <c:pt idx="70">
                  <c:v>-241.941888023</c:v>
                </c:pt>
                <c:pt idx="71">
                  <c:v>-252.986669854</c:v>
                </c:pt>
                <c:pt idx="72">
                  <c:v>-262.397310792</c:v>
                </c:pt>
                <c:pt idx="73">
                  <c:v>-269.958054621</c:v>
                </c:pt>
                <c:pt idx="74">
                  <c:v>-275.491604517</c:v>
                </c:pt>
                <c:pt idx="75">
                  <c:v>-278.866031036</c:v>
                </c:pt>
                <c:pt idx="76">
                  <c:v>-280</c:v>
                </c:pt>
                <c:pt idx="77">
                  <c:v>-278.866031036</c:v>
                </c:pt>
                <c:pt idx="78">
                  <c:v>-275.491604517</c:v>
                </c:pt>
                <c:pt idx="79">
                  <c:v>-269.958054621</c:v>
                </c:pt>
                <c:pt idx="80">
                  <c:v>-262.397310792</c:v>
                </c:pt>
                <c:pt idx="81">
                  <c:v>-252.986669854</c:v>
                </c:pt>
                <c:pt idx="82">
                  <c:v>-241.941888023</c:v>
                </c:pt>
                <c:pt idx="83">
                  <c:v>-229.508968467</c:v>
                </c:pt>
                <c:pt idx="84">
                  <c:v>-215.95508031</c:v>
                </c:pt>
                <c:pt idx="85">
                  <c:v>-201.559075626</c:v>
                </c:pt>
                <c:pt idx="86">
                  <c:v>-186.602070923</c:v>
                </c:pt>
                <c:pt idx="87">
                  <c:v>-171.358530484</c:v>
                </c:pt>
                <c:pt idx="88">
                  <c:v>-156.088234205</c:v>
                </c:pt>
                <c:pt idx="89">
                  <c:v>-141.029437767</c:v>
                </c:pt>
                <c:pt idx="90">
                  <c:v>-126.393444671</c:v>
                </c:pt>
                <c:pt idx="91">
                  <c:v>-112.360715009</c:v>
                </c:pt>
                <c:pt idx="92">
                  <c:v>-99.078541949</c:v>
                </c:pt>
                <c:pt idx="93">
                  <c:v>-86.6602401196</c:v>
                </c:pt>
                <c:pt idx="94">
                  <c:v>-75.1857156398</c:v>
                </c:pt>
                <c:pt idx="95">
                  <c:v>-64.7032292354</c:v>
                </c:pt>
                <c:pt idx="96">
                  <c:v>-55.2321237872</c:v>
                </c:pt>
                <c:pt idx="97">
                  <c:v>-46.7662663189</c:v>
                </c:pt>
                <c:pt idx="98">
                  <c:v>-39.2779508643</c:v>
                </c:pt>
                <c:pt idx="99">
                  <c:v>-32.7220207025</c:v>
                </c:pt>
                <c:pt idx="100">
                  <c:v>-27.0399930846</c:v>
                </c:pt>
                <c:pt idx="101">
                  <c:v>-22.1640032864</c:v>
                </c:pt>
                <c:pt idx="102">
                  <c:v>-18.0204239548</c:v>
                </c:pt>
                <c:pt idx="103">
                  <c:v>-14.5330568002</c:v>
                </c:pt>
                <c:pt idx="104">
                  <c:v>-11.6258336979</c:v>
                </c:pt>
                <c:pt idx="105">
                  <c:v>-9.22500075139</c:v>
                </c:pt>
                <c:pt idx="106">
                  <c:v>-7.26079011056</c:v>
                </c:pt>
                <c:pt idx="107">
                  <c:v>-5.66860928382</c:v>
                </c:pt>
                <c:pt idx="108">
                  <c:v>-4.3897959482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4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4"/>
          <c:min val="-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光镊中心</c:v>
          </c:tx>
          <c:spPr>
            <a:solidFill xmlns:a="http://schemas.openxmlformats.org/drawingml/2006/main">
              <a:srgbClr val="8395A1"/>
            </a:solidFill>
            <a:ln xmlns:a="http://schemas.openxmlformats.org/drawingml/2006/main" w="28575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Data'!$A$2:$A$302</c:f>
              <c:numCache>
                <c:formatCode>General</c:formatCode>
                <c:ptCount val="30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</c:numCache>
            </c:numRef>
          </c:xVal>
          <c:yVal>
            <c:numRef>
              <c:f>'Chart Data'!$B$2:$B$302</c:f>
              <c:numCache>
                <c:formatCode>0.0</c:formatCode>
                <c:ptCount val="301"/>
                <c:pt idx="0">
                  <c:v>2.4</c:v>
                </c:pt>
                <c:pt idx="1">
                  <c:v>2.39970540636</c:v>
                </c:pt>
                <c:pt idx="2">
                  <c:v>2.39882668285</c:v>
                </c:pt>
                <c:pt idx="3">
                  <c:v>2.39737141557</c:v>
                </c:pt>
                <c:pt idx="4">
                  <c:v>2.39534719061</c:v>
                </c:pt>
                <c:pt idx="5">
                  <c:v>2.39276159409</c:v>
                </c:pt>
                <c:pt idx="6">
                  <c:v>2.38962221211</c:v>
                </c:pt>
                <c:pt idx="7">
                  <c:v>2.38593663076</c:v>
                </c:pt>
                <c:pt idx="8">
                  <c:v>2.38171243615</c:v>
                </c:pt>
                <c:pt idx="9">
                  <c:v>2.37695721438</c:v>
                </c:pt>
                <c:pt idx="10">
                  <c:v>2.37167855156</c:v>
                </c:pt>
                <c:pt idx="11">
                  <c:v>2.36588403378</c:v>
                </c:pt>
                <c:pt idx="12">
                  <c:v>2.35958124716</c:v>
                </c:pt>
                <c:pt idx="13">
                  <c:v>2.35277777778</c:v>
                </c:pt>
                <c:pt idx="14">
                  <c:v>2.34548121175</c:v>
                </c:pt>
                <c:pt idx="15">
                  <c:v>2.33769913518</c:v>
                </c:pt>
                <c:pt idx="16">
                  <c:v>2.32943913417</c:v>
                </c:pt>
                <c:pt idx="17">
                  <c:v>2.32070879482</c:v>
                </c:pt>
                <c:pt idx="18">
                  <c:v>2.31151570323</c:v>
                </c:pt>
                <c:pt idx="19">
                  <c:v>2.30186744551</c:v>
                </c:pt>
                <c:pt idx="20">
                  <c:v>2.29177160775</c:v>
                </c:pt>
                <c:pt idx="21">
                  <c:v>2.28123577606</c:v>
                </c:pt>
                <c:pt idx="22">
                  <c:v>2.27026753654</c:v>
                </c:pt>
                <c:pt idx="23">
                  <c:v>2.25887447529</c:v>
                </c:pt>
                <c:pt idx="24">
                  <c:v>2.24706417843</c:v>
                </c:pt>
                <c:pt idx="25">
                  <c:v>2.23484423203</c:v>
                </c:pt>
                <c:pt idx="26">
                  <c:v>2.22222222222</c:v>
                </c:pt>
                <c:pt idx="27">
                  <c:v>2.20920573509</c:v>
                </c:pt>
                <c:pt idx="28">
                  <c:v>2.19580235675</c:v>
                </c:pt>
                <c:pt idx="29">
                  <c:v>2.18201967329</c:v>
                </c:pt>
                <c:pt idx="30">
                  <c:v>2.16786527082</c:v>
                </c:pt>
                <c:pt idx="31">
                  <c:v>2.15334673545</c:v>
                </c:pt>
                <c:pt idx="32">
                  <c:v>2.13847165326</c:v>
                </c:pt>
                <c:pt idx="33">
                  <c:v>2.12324761038</c:v>
                </c:pt>
                <c:pt idx="34">
                  <c:v>2.10768219289</c:v>
                </c:pt>
                <c:pt idx="35">
                  <c:v>2.0917829869</c:v>
                </c:pt>
                <c:pt idx="36">
                  <c:v>2.07555757852</c:v>
                </c:pt>
                <c:pt idx="37">
                  <c:v>2.05901355384</c:v>
                </c:pt>
                <c:pt idx="38">
                  <c:v>2.04215849896</c:v>
                </c:pt>
                <c:pt idx="39">
                  <c:v>2.025</c:v>
                </c:pt>
                <c:pt idx="40">
                  <c:v>2.00754564305</c:v>
                </c:pt>
                <c:pt idx="41">
                  <c:v>1.98980301421</c:v>
                </c:pt>
                <c:pt idx="42">
                  <c:v>1.97177969959</c:v>
                </c:pt>
                <c:pt idx="43">
                  <c:v>1.95348328529</c:v>
                </c:pt>
                <c:pt idx="44">
                  <c:v>1.93492135741</c:v>
                </c:pt>
                <c:pt idx="45">
                  <c:v>1.91610150205</c:v>
                </c:pt>
                <c:pt idx="46">
                  <c:v>1.89703130532</c:v>
                </c:pt>
                <c:pt idx="47">
                  <c:v>1.87771835331</c:v>
                </c:pt>
                <c:pt idx="48">
                  <c:v>1.85817023213</c:v>
                </c:pt>
                <c:pt idx="49">
                  <c:v>1.83839452789</c:v>
                </c:pt>
                <c:pt idx="50">
                  <c:v>1.81839882668</c:v>
                </c:pt>
                <c:pt idx="51">
                  <c:v>1.79819071461</c:v>
                </c:pt>
                <c:pt idx="52">
                  <c:v>1.77777777778</c:v>
                </c:pt>
                <c:pt idx="53">
                  <c:v>1.75716760229</c:v>
                </c:pt>
                <c:pt idx="54">
                  <c:v>1.73636777424</c:v>
                </c:pt>
                <c:pt idx="55">
                  <c:v>1.71538587973</c:v>
                </c:pt>
                <c:pt idx="56">
                  <c:v>1.69422950488</c:v>
                </c:pt>
                <c:pt idx="57">
                  <c:v>1.67290623578</c:v>
                </c:pt>
                <c:pt idx="58">
                  <c:v>1.65142365852</c:v>
                </c:pt>
                <c:pt idx="59">
                  <c:v>1.62978935923</c:v>
                </c:pt>
                <c:pt idx="60">
                  <c:v>1.60801092399</c:v>
                </c:pt>
                <c:pt idx="61">
                  <c:v>1.58609593891</c:v>
                </c:pt>
                <c:pt idx="62">
                  <c:v>1.56405199009</c:v>
                </c:pt>
                <c:pt idx="63">
                  <c:v>1.54188666363</c:v>
                </c:pt>
                <c:pt idx="64">
                  <c:v>1.51960754564</c:v>
                </c:pt>
                <c:pt idx="65">
                  <c:v>1.49722222222</c:v>
                </c:pt>
                <c:pt idx="66">
                  <c:v>1.47473827947</c:v>
                </c:pt>
                <c:pt idx="67">
                  <c:v>1.45216330349</c:v>
                </c:pt>
                <c:pt idx="68">
                  <c:v>1.42950488039</c:v>
                </c:pt>
                <c:pt idx="69">
                  <c:v>1.40677059627</c:v>
                </c:pt>
                <c:pt idx="70">
                  <c:v>1.38396803722</c:v>
                </c:pt>
                <c:pt idx="71">
                  <c:v>1.36110478936</c:v>
                </c:pt>
                <c:pt idx="72">
                  <c:v>1.33818843878</c:v>
                </c:pt>
                <c:pt idx="73">
                  <c:v>1.31522657159</c:v>
                </c:pt>
                <c:pt idx="74">
                  <c:v>1.29222677388</c:v>
                </c:pt>
                <c:pt idx="75">
                  <c:v>1.26919663177</c:v>
                </c:pt>
                <c:pt idx="76">
                  <c:v>1.24614373135</c:v>
                </c:pt>
                <c:pt idx="77">
                  <c:v>1.22307565873</c:v>
                </c:pt>
                <c:pt idx="78">
                  <c:v>1.2</c:v>
                </c:pt>
                <c:pt idx="79">
                  <c:v>1.17692434127</c:v>
                </c:pt>
                <c:pt idx="80">
                  <c:v>1.15385626865</c:v>
                </c:pt>
                <c:pt idx="81">
                  <c:v>1.13080336823</c:v>
                </c:pt>
                <c:pt idx="82">
                  <c:v>1.10777322612</c:v>
                </c:pt>
                <c:pt idx="83">
                  <c:v>1.08477342841</c:v>
                </c:pt>
                <c:pt idx="84">
                  <c:v>1.06181156122</c:v>
                </c:pt>
                <c:pt idx="85">
                  <c:v>1.03889521064</c:v>
                </c:pt>
                <c:pt idx="86">
                  <c:v>1.01603196278</c:v>
                </c:pt>
                <c:pt idx="87">
                  <c:v>0.993229403732</c:v>
                </c:pt>
                <c:pt idx="88">
                  <c:v>0.970495119608</c:v>
                </c:pt>
                <c:pt idx="89">
                  <c:v>0.947836696505</c:v>
                </c:pt>
                <c:pt idx="90">
                  <c:v>0.925261720528</c:v>
                </c:pt>
                <c:pt idx="91">
                  <c:v>0.902777777778</c:v>
                </c:pt>
                <c:pt idx="92">
                  <c:v>0.880392454357</c:v>
                </c:pt>
                <c:pt idx="93">
                  <c:v>0.858113336368</c:v>
                </c:pt>
                <c:pt idx="94">
                  <c:v>0.835948009913</c:v>
                </c:pt>
                <c:pt idx="95">
                  <c:v>0.813904061093</c:v>
                </c:pt>
                <c:pt idx="96">
                  <c:v>0.791989076013</c:v>
                </c:pt>
                <c:pt idx="97">
                  <c:v>0.770210640773</c:v>
                </c:pt>
                <c:pt idx="98">
                  <c:v>0.748576341476</c:v>
                </c:pt>
                <c:pt idx="99">
                  <c:v>0.727093764224</c:v>
                </c:pt>
                <c:pt idx="100">
                  <c:v>0.70577049512</c:v>
                </c:pt>
                <c:pt idx="101">
                  <c:v>0.684614120265</c:v>
                </c:pt>
                <c:pt idx="102">
                  <c:v>0.663632225762</c:v>
                </c:pt>
                <c:pt idx="103">
                  <c:v>0.642832397714</c:v>
                </c:pt>
                <c:pt idx="104">
                  <c:v>0.622222222222</c:v>
                </c:pt>
                <c:pt idx="105">
                  <c:v>0.601809285389</c:v>
                </c:pt>
                <c:pt idx="106">
                  <c:v>0.581601173317</c:v>
                </c:pt>
                <c:pt idx="107">
                  <c:v>0.561605472108</c:v>
                </c:pt>
                <c:pt idx="108">
                  <c:v>0.541829767865</c:v>
                </c:pt>
                <c:pt idx="109">
                  <c:v>0.52228164669</c:v>
                </c:pt>
                <c:pt idx="110">
                  <c:v>0.502968694685</c:v>
                </c:pt>
                <c:pt idx="111">
                  <c:v>0.483898497952</c:v>
                </c:pt>
                <c:pt idx="112">
                  <c:v>0.465078642593</c:v>
                </c:pt>
                <c:pt idx="113">
                  <c:v>0.446516714712</c:v>
                </c:pt>
                <c:pt idx="114">
                  <c:v>0.42822030041</c:v>
                </c:pt>
                <c:pt idx="115">
                  <c:v>0.410196985789</c:v>
                </c:pt>
                <c:pt idx="116">
                  <c:v>0.392454356951</c:v>
                </c:pt>
                <c:pt idx="117">
                  <c:v>0.375</c:v>
                </c:pt>
                <c:pt idx="118">
                  <c:v>0.357841501037</c:v>
                </c:pt>
                <c:pt idx="119">
                  <c:v>0.340986446164</c:v>
                </c:pt>
                <c:pt idx="120">
                  <c:v>0.324442421484</c:v>
                </c:pt>
                <c:pt idx="121">
                  <c:v>0.308217013099</c:v>
                </c:pt>
                <c:pt idx="122">
                  <c:v>0.292317807111</c:v>
                </c:pt>
                <c:pt idx="123">
                  <c:v>0.276752389622</c:v>
                </c:pt>
                <c:pt idx="124">
                  <c:v>0.261528346735</c:v>
                </c:pt>
                <c:pt idx="125">
                  <c:v>0.246653264553</c:v>
                </c:pt>
                <c:pt idx="126">
                  <c:v>0.232134729176</c:v>
                </c:pt>
                <c:pt idx="127">
                  <c:v>0.217980326708</c:v>
                </c:pt>
                <c:pt idx="128">
                  <c:v>0.204197643251</c:v>
                </c:pt>
                <c:pt idx="129">
                  <c:v>0.190794264907</c:v>
                </c:pt>
                <c:pt idx="130">
                  <c:v>0.177777777778</c:v>
                </c:pt>
                <c:pt idx="131">
                  <c:v>0.165155767966</c:v>
                </c:pt>
                <c:pt idx="132">
                  <c:v>0.152935821575</c:v>
                </c:pt>
                <c:pt idx="133">
                  <c:v>0.141125524705</c:v>
                </c:pt>
                <c:pt idx="134">
                  <c:v>0.12973246346</c:v>
                </c:pt>
                <c:pt idx="135">
                  <c:v>0.118764223942</c:v>
                </c:pt>
                <c:pt idx="136">
                  <c:v>0.108228392252</c:v>
                </c:pt>
                <c:pt idx="137">
                  <c:v>0.0981325544935</c:v>
                </c:pt>
                <c:pt idx="138">
                  <c:v>0.0884842967683</c:v>
                </c:pt>
                <c:pt idx="139">
                  <c:v>0.0792912051788</c:v>
                </c:pt>
                <c:pt idx="140">
                  <c:v>0.0705608658271</c:v>
                </c:pt>
                <c:pt idx="141">
                  <c:v>0.0623008648157</c:v>
                </c:pt>
                <c:pt idx="142">
                  <c:v>0.0545187882466</c:v>
                </c:pt>
                <c:pt idx="143">
                  <c:v>0.0472222222222</c:v>
                </c:pt>
                <c:pt idx="144">
                  <c:v>0.0404187528448</c:v>
                </c:pt>
                <c:pt idx="145">
                  <c:v>0.0341159662166</c:v>
                </c:pt>
                <c:pt idx="146">
                  <c:v>0.0283214484398</c:v>
                </c:pt>
                <c:pt idx="147">
                  <c:v>0.0230427856168</c:v>
                </c:pt>
                <c:pt idx="148">
                  <c:v>0.0182875638497</c:v>
                </c:pt>
                <c:pt idx="149">
                  <c:v>0.0140633692409</c:v>
                </c:pt>
                <c:pt idx="150">
                  <c:v>0.0103777878926</c:v>
                </c:pt>
                <c:pt idx="151">
                  <c:v>0.00723840590704</c:v>
                </c:pt>
                <c:pt idx="152">
                  <c:v>0.00465280938654</c:v>
                </c:pt>
                <c:pt idx="153">
                  <c:v>0.00262858443332</c:v>
                </c:pt>
                <c:pt idx="154">
                  <c:v>0.00117331714965</c:v>
                </c:pt>
                <c:pt idx="155">
                  <c:v>0.000294593637789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</c:numCache>
            </c:numRef>
          </c:yVal>
        </c:ser>
        <c:ser>
          <c:idx val="1"/>
          <c:order val="1"/>
          <c:tx>
            <c:v>原子位置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Data'!$C$2:$C$302</c:f>
              <c:numCache>
                <c:formatCode>General</c:formatCode>
                <c:ptCount val="30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</c:numCache>
            </c:numRef>
          </c:xVal>
          <c:yVal>
            <c:numRef>
              <c:f>'Chart Data'!$D$2:$D$302</c:f>
              <c:numCache>
                <c:formatCode>0.0</c:formatCode>
                <c:ptCount val="301"/>
                <c:pt idx="0">
                  <c:v>2.37519380368</c:v>
                </c:pt>
                <c:pt idx="1">
                  <c:v>2.3929860495</c:v>
                </c:pt>
                <c:pt idx="2">
                  <c:v>2.41206434283</c:v>
                </c:pt>
                <c:pt idx="3">
                  <c:v>2.42842037988</c:v>
                </c:pt>
                <c:pt idx="4">
                  <c:v>2.43848250835</c:v>
                </c:pt>
                <c:pt idx="5">
                  <c:v>2.43983455277</c:v>
                </c:pt>
                <c:pt idx="6">
                  <c:v>2.43169078316</c:v>
                </c:pt>
                <c:pt idx="7">
                  <c:v>2.41504840597</c:v>
                </c:pt>
                <c:pt idx="8">
                  <c:v>2.39249691706</c:v>
                </c:pt>
                <c:pt idx="9">
                  <c:v>2.36771042378</c:v>
                </c:pt>
                <c:pt idx="10">
                  <c:v>2.34470934422</c:v>
                </c:pt>
                <c:pt idx="11">
                  <c:v>2.32704477249</c:v>
                </c:pt>
                <c:pt idx="12">
                  <c:v>2.31708660868</c:v>
                </c:pt>
                <c:pt idx="13">
                  <c:v>2.31556047794</c:v>
                </c:pt>
                <c:pt idx="14">
                  <c:v>2.32140996236</c:v>
                </c:pt>
                <c:pt idx="15">
                  <c:v>2.33200254826</c:v>
                </c:pt>
                <c:pt idx="16">
                  <c:v>2.34365010714</c:v>
                </c:pt>
                <c:pt idx="17">
                  <c:v>2.35235367982</c:v>
                </c:pt>
                <c:pt idx="18">
                  <c:v>2.35461686729</c:v>
                </c:pt>
                <c:pt idx="19">
                  <c:v>2.34814785336</c:v>
                </c:pt>
                <c:pt idx="20">
                  <c:v>2.33230873921</c:v>
                </c:pt>
                <c:pt idx="21">
                  <c:v>2.30823898936</c:v>
                </c:pt>
                <c:pt idx="22">
                  <c:v>2.27863633366</c:v>
                </c:pt>
                <c:pt idx="23">
                  <c:v>2.24722589447</c:v>
                </c:pt>
                <c:pt idx="24">
                  <c:v>2.21801036093</c:v>
                </c:pt>
                <c:pt idx="25">
                  <c:v>2.19445927067</c:v>
                </c:pt>
                <c:pt idx="26">
                  <c:v>2.17881726021</c:v>
                </c:pt>
                <c:pt idx="27">
                  <c:v>2.17166951944</c:v>
                </c:pt>
                <c:pt idx="28">
                  <c:v>2.17183330973</c:v>
                </c:pt>
                <c:pt idx="29">
                  <c:v>2.1765885297</c:v>
                </c:pt>
                <c:pt idx="30">
                  <c:v>2.18221430639</c:v>
                </c:pt>
                <c:pt idx="31">
                  <c:v>2.18473814365</c:v>
                </c:pt>
                <c:pt idx="32">
                  <c:v>2.1807408127</c:v>
                </c:pt>
                <c:pt idx="33">
                  <c:v>2.16803968444</c:v>
                </c:pt>
                <c:pt idx="34">
                  <c:v>2.14611419142</c:v>
                </c:pt>
                <c:pt idx="35">
                  <c:v>2.11620460352</c:v>
                </c:pt>
                <c:pt idx="36">
                  <c:v>2.08107087089</c:v>
                </c:pt>
                <c:pt idx="37">
                  <c:v>2.04444685626</c:v>
                </c:pt>
                <c:pt idx="38">
                  <c:v>2.01028864512</c:v>
                </c:pt>
                <c:pt idx="39">
                  <c:v>1.98197824709</c:v>
                </c:pt>
                <c:pt idx="40">
                  <c:v>1.96165907147</c:v>
                </c:pt>
                <c:pt idx="41">
                  <c:v>1.94983189543</c:v>
                </c:pt>
                <c:pt idx="42">
                  <c:v>1.94526954518</c:v>
                </c:pt>
                <c:pt idx="43">
                  <c:v>1.94525614593</c:v>
                </c:pt>
                <c:pt idx="44">
                  <c:v>1.94611632271</c:v>
                </c:pt>
                <c:pt idx="45">
                  <c:v>1.94394475085</c:v>
                </c:pt>
                <c:pt idx="46">
                  <c:v>1.93538664444</c:v>
                </c:pt>
                <c:pt idx="47">
                  <c:v>1.91829916499</c:v>
                </c:pt>
                <c:pt idx="48">
                  <c:v>1.89216155029</c:v>
                </c:pt>
                <c:pt idx="49">
                  <c:v>1.85816644049</c:v>
                </c:pt>
                <c:pt idx="50">
                  <c:v>1.81898056455</c:v>
                </c:pt>
                <c:pt idx="51">
                  <c:v>1.77821320074</c:v>
                </c:pt>
                <c:pt idx="52">
                  <c:v>1.73969362582</c:v>
                </c:pt>
                <c:pt idx="53">
                  <c:v>1.70671653818</c:v>
                </c:pt>
                <c:pt idx="54">
                  <c:v>1.68142213665</c:v>
                </c:pt>
                <c:pt idx="55">
                  <c:v>1.66442366231</c:v>
                </c:pt>
                <c:pt idx="56">
                  <c:v>1.65472303497</c:v>
                </c:pt>
                <c:pt idx="57">
                  <c:v>1.64990892373</c:v>
                </c:pt>
                <c:pt idx="58">
                  <c:v>1.64660664252</c:v>
                </c:pt>
                <c:pt idx="59">
                  <c:v>1.64111373747</c:v>
                </c:pt>
                <c:pt idx="60">
                  <c:v>1.63010489673</c:v>
                </c:pt>
                <c:pt idx="61">
                  <c:v>1.61125982583</c:v>
                </c:pt>
                <c:pt idx="62">
                  <c:v>1.58368613274</c:v>
                </c:pt>
                <c:pt idx="63">
                  <c:v>1.54806198116</c:v>
                </c:pt>
                <c:pt idx="64">
                  <c:v>1.50647891923</c:v>
                </c:pt>
                <c:pt idx="65">
                  <c:v>1.46201641901</c:v>
                </c:pt>
                <c:pt idx="66">
                  <c:v>1.41813594994</c:v>
                </c:pt>
                <c:pt idx="67">
                  <c:v>1.37803196722</c:v>
                </c:pt>
                <c:pt idx="68">
                  <c:v>1.34408405386</c:v>
                </c:pt>
                <c:pt idx="69">
                  <c:v>1.31750478001</c:v>
                </c:pt>
                <c:pt idx="70">
                  <c:v>1.2982066793</c:v>
                </c:pt>
                <c:pt idx="71">
                  <c:v>1.28486687671</c:v>
                </c:pt>
                <c:pt idx="72">
                  <c:v>1.27516056555</c:v>
                </c:pt>
                <c:pt idx="73">
                  <c:v>1.26613770453</c:v>
                </c:pt>
                <c:pt idx="74">
                  <c:v>1.25470298936</c:v>
                </c:pt>
                <c:pt idx="75">
                  <c:v>1.2381282482</c:v>
                </c:pt>
                <c:pt idx="76">
                  <c:v>1.21450398712</c:v>
                </c:pt>
                <c:pt idx="77">
                  <c:v>1.18304318834</c:v>
                </c:pt>
                <c:pt idx="78">
                  <c:v>1.14418266061</c:v>
                </c:pt>
                <c:pt idx="79">
                  <c:v>1.0994696443</c:v>
                </c:pt>
                <c:pt idx="80">
                  <c:v>1.05126438667</c:v>
                </c:pt>
                <c:pt idx="81">
                  <c:v>1.00232845133</c:v>
                </c:pt>
                <c:pt idx="82">
                  <c:v>0.955391631729</c:v>
                </c:pt>
                <c:pt idx="83">
                  <c:v>0.91278211934</c:v>
                </c:pt>
                <c:pt idx="84">
                  <c:v>0.876166420893</c:v>
                </c:pt>
                <c:pt idx="85">
                  <c:v>0.846401418587</c:v>
                </c:pt>
                <c:pt idx="86">
                  <c:v>0.823477208935</c:v>
                </c:pt>
                <c:pt idx="87">
                  <c:v>0.806533013965</c:v>
                </c:pt>
                <c:pt idx="88">
                  <c:v>0.793946685863</c:v>
                </c:pt>
                <c:pt idx="89">
                  <c:v>0.783511804418</c:v>
                </c:pt>
                <c:pt idx="90">
                  <c:v>0.772711639074</c:v>
                </c:pt>
                <c:pt idx="91">
                  <c:v>0.759075122072</c:v>
                </c:pt>
                <c:pt idx="92">
                  <c:v>0.740568118905</c:v>
                </c:pt>
                <c:pt idx="93">
                  <c:v>0.7159510452</c:v>
                </c:pt>
                <c:pt idx="94">
                  <c:v>0.685032046771</c:v>
                </c:pt>
                <c:pt idx="95">
                  <c:v>0.648761435856</c:v>
                </c:pt>
                <c:pt idx="96">
                  <c:v>0.609139067594</c:v>
                </c:pt>
                <c:pt idx="97">
                  <c:v>0.56893600193</c:v>
                </c:pt>
                <c:pt idx="98">
                  <c:v>0.531263111975</c:v>
                </c:pt>
                <c:pt idx="99">
                  <c:v>0.499048215255</c:v>
                </c:pt>
                <c:pt idx="100">
                  <c:v>0.474502650825</c:v>
                </c:pt>
                <c:pt idx="101">
                  <c:v>0.4586644357</c:v>
                </c:pt>
                <c:pt idx="102">
                  <c:v>0.451102739497</c:v>
                </c:pt>
                <c:pt idx="103">
                  <c:v>0.44986269597</c:v>
                </c:pt>
                <c:pt idx="104">
                  <c:v>0.451712544614</c:v>
                </c:pt>
                <c:pt idx="105">
                  <c:v>0.452705507072</c:v>
                </c:pt>
                <c:pt idx="106">
                  <c:v>0.448979533017</c:v>
                </c:pt>
                <c:pt idx="107">
                  <c:v>0.437624089275</c:v>
                </c:pt>
                <c:pt idx="108">
                  <c:v>0.417400270731</c:v>
                </c:pt>
                <c:pt idx="109">
                  <c:v>0.389127127858</c:v>
                </c:pt>
                <c:pt idx="110">
                  <c:v>0.355614312534</c:v>
                </c:pt>
                <c:pt idx="111">
                  <c:v>0.321108106473</c:v>
                </c:pt>
                <c:pt idx="112">
                  <c:v>0.290334304491</c:v>
                </c:pt>
                <c:pt idx="113">
                  <c:v>0.267352280854</c:v>
                </c:pt>
                <c:pt idx="114">
                  <c:v>0.25451234972</c:v>
                </c:pt>
                <c:pt idx="115">
                  <c:v>0.25178721845</c:v>
                </c:pt>
                <c:pt idx="116">
                  <c:v>0.256661987731</c:v>
                </c:pt>
                <c:pt idx="117">
                  <c:v>0.264660367351</c:v>
                </c:pt>
                <c:pt idx="118">
                  <c:v>0.270439558339</c:v>
                </c:pt>
                <c:pt idx="119">
                  <c:v>0.269196047725</c:v>
                </c:pt>
                <c:pt idx="120">
                  <c:v>0.257985869632</c:v>
                </c:pt>
                <c:pt idx="121">
                  <c:v>0.236579057389</c:v>
                </c:pt>
                <c:pt idx="122">
                  <c:v>0.207605996144</c:v>
                </c:pt>
                <c:pt idx="123">
                  <c:v>0.175921197439</c:v>
                </c:pt>
                <c:pt idx="124">
                  <c:v>0.147303356287</c:v>
                </c:pt>
                <c:pt idx="125">
                  <c:v>0.126835075547</c:v>
                </c:pt>
                <c:pt idx="126">
                  <c:v>0.11744539555</c:v>
                </c:pt>
                <c:pt idx="127">
                  <c:v>0.11904253917</c:v>
                </c:pt>
                <c:pt idx="128">
                  <c:v>0.128478943355</c:v>
                </c:pt>
                <c:pt idx="129">
                  <c:v>0.140388673157</c:v>
                </c:pt>
                <c:pt idx="130">
                  <c:v>0.148709811652</c:v>
                </c:pt>
                <c:pt idx="131">
                  <c:v>0.148456381007</c:v>
                </c:pt>
                <c:pt idx="132">
                  <c:v>0.13718880207</c:v>
                </c:pt>
                <c:pt idx="133">
                  <c:v>0.115747766704</c:v>
                </c:pt>
                <c:pt idx="134">
                  <c:v>0.0880491653563</c:v>
                </c:pt>
                <c:pt idx="135">
                  <c:v>0.0599715031683</c:v>
                </c:pt>
                <c:pt idx="136">
                  <c:v>0.0376251504937</c:v>
                </c:pt>
                <c:pt idx="137">
                  <c:v>0.0255312991392</c:v>
                </c:pt>
                <c:pt idx="138">
                  <c:v>0.0252813410776</c:v>
                </c:pt>
                <c:pt idx="139">
                  <c:v>0.0350591409185</c:v>
                </c:pt>
                <c:pt idx="140">
                  <c:v>0.0501527563619</c:v>
                </c:pt>
                <c:pt idx="141">
                  <c:v>0.0643376158174</c:v>
                </c:pt>
                <c:pt idx="142">
                  <c:v>0.0717429728325</c:v>
                </c:pt>
                <c:pt idx="143">
                  <c:v>0.0686142325629</c:v>
                </c:pt>
                <c:pt idx="144">
                  <c:v>0.0544267354423</c:v>
                </c:pt>
                <c:pt idx="145">
                  <c:v>0.0320466736439</c:v>
                </c:pt>
                <c:pt idx="146">
                  <c:v>0.00689653062589</c:v>
                </c:pt>
                <c:pt idx="147">
                  <c:v>-0.0146610158726</c:v>
                </c:pt>
                <c:pt idx="148">
                  <c:v>-0.0272391965026</c:v>
                </c:pt>
                <c:pt idx="149">
                  <c:v>-0.0280340696175</c:v>
                </c:pt>
                <c:pt idx="150">
                  <c:v>-0.0176457713299</c:v>
                </c:pt>
                <c:pt idx="151">
                  <c:v>9.6334375145E-05</c:v>
                </c:pt>
                <c:pt idx="152">
                  <c:v>0.0192628167971</c:v>
                </c:pt>
                <c:pt idx="153">
                  <c:v>0.033604277156</c:v>
                </c:pt>
                <c:pt idx="154">
                  <c:v>0.0384350026987</c:v>
                </c:pt>
                <c:pt idx="155">
                  <c:v>0.0320263871696</c:v>
                </c:pt>
                <c:pt idx="156">
                  <c:v>0.0161137592678</c:v>
                </c:pt>
                <c:pt idx="157">
                  <c:v>-0.0046116253957</c:v>
                </c:pt>
                <c:pt idx="158">
                  <c:v>-0.0239790799049</c:v>
                </c:pt>
                <c:pt idx="159">
                  <c:v>-0.0363118097974</c:v>
                </c:pt>
                <c:pt idx="160">
                  <c:v>-0.0380891464564</c:v>
                </c:pt>
                <c:pt idx="161">
                  <c:v>-0.0288912550045</c:v>
                </c:pt>
                <c:pt idx="162">
                  <c:v>-0.0114332801001</c:v>
                </c:pt>
                <c:pt idx="163">
                  <c:v>0.00927279196102</c:v>
                </c:pt>
                <c:pt idx="164">
                  <c:v>0.0273844538908</c:v>
                </c:pt>
                <c:pt idx="165">
                  <c:v>0.0378907055154</c:v>
                </c:pt>
                <c:pt idx="166">
                  <c:v>0.0379719998534</c:v>
                </c:pt>
                <c:pt idx="167">
                  <c:v>0.0276974008478</c:v>
                </c:pt>
                <c:pt idx="168">
                  <c:v>0.00992807346004</c:v>
                </c:pt>
                <c:pt idx="169">
                  <c:v>-0.0105112607162</c:v>
                </c:pt>
                <c:pt idx="170">
                  <c:v>-0.0281671450698</c:v>
                </c:pt>
                <c:pt idx="171">
                  <c:v>-0.0384231841848</c:v>
                </c:pt>
                <c:pt idx="172">
                  <c:v>-0.0386809248155</c:v>
                </c:pt>
                <c:pt idx="173">
                  <c:v>-0.0289629366031</c:v>
                </c:pt>
                <c:pt idx="174">
                  <c:v>-0.0118351227751</c:v>
                </c:pt>
                <c:pt idx="175">
                  <c:v>0.00830033355656</c:v>
                </c:pt>
                <c:pt idx="176">
                  <c:v>0.0263594439091</c:v>
                </c:pt>
                <c:pt idx="177">
                  <c:v>0.0378724230502</c:v>
                </c:pt>
                <c:pt idx="178">
                  <c:v>0.0400708522546</c:v>
                </c:pt>
                <c:pt idx="179">
                  <c:v>0.0325047580109</c:v>
                </c:pt>
                <c:pt idx="180">
                  <c:v>0.0170835565263</c:v>
                </c:pt>
                <c:pt idx="181">
                  <c:v>-0.00243545658739</c:v>
                </c:pt>
                <c:pt idx="182">
                  <c:v>-0.0213842427625</c:v>
                </c:pt>
                <c:pt idx="183">
                  <c:v>-0.035316304488</c:v>
                </c:pt>
                <c:pt idx="184">
                  <c:v>-0.0410428769296</c:v>
                </c:pt>
                <c:pt idx="185">
                  <c:v>-0.0373249988341</c:v>
                </c:pt>
                <c:pt idx="186">
                  <c:v>-0.0250934428908</c:v>
                </c:pt>
                <c:pt idx="187">
                  <c:v>-0.00718367998339</c:v>
                </c:pt>
                <c:pt idx="188">
                  <c:v>0.0123427090508</c:v>
                </c:pt>
                <c:pt idx="189">
                  <c:v>0.0291371225828</c:v>
                </c:pt>
                <c:pt idx="190">
                  <c:v>0.0395384562649</c:v>
                </c:pt>
                <c:pt idx="191">
                  <c:v>0.041350491128</c:v>
                </c:pt>
                <c:pt idx="192">
                  <c:v>0.0342638883178</c:v>
                </c:pt>
                <c:pt idx="193">
                  <c:v>0.0198663962659</c:v>
                </c:pt>
                <c:pt idx="194">
                  <c:v>0.00126291700664</c:v>
                </c:pt>
                <c:pt idx="195">
                  <c:v>-0.0176117604257</c:v>
                </c:pt>
                <c:pt idx="196">
                  <c:v>-0.0328396747019</c:v>
                </c:pt>
                <c:pt idx="197">
                  <c:v>-0.0413324645598</c:v>
                </c:pt>
                <c:pt idx="198">
                  <c:v>-0.0414326865593</c:v>
                </c:pt>
                <c:pt idx="199">
                  <c:v>-0.0331980625514</c:v>
                </c:pt>
                <c:pt idx="200">
                  <c:v>-0.0183414224116</c:v>
                </c:pt>
                <c:pt idx="201">
                  <c:v>0.000145530185412</c:v>
                </c:pt>
                <c:pt idx="202">
                  <c:v>0.0186100828805</c:v>
                </c:pt>
                <c:pt idx="203">
                  <c:v>0.0334725901086</c:v>
                </c:pt>
                <c:pt idx="204">
                  <c:v>0.0419189068495</c:v>
                </c:pt>
                <c:pt idx="205">
                  <c:v>0.0424103040105</c:v>
                </c:pt>
                <c:pt idx="206">
                  <c:v>0.0349286700162</c:v>
                </c:pt>
                <c:pt idx="207">
                  <c:v>0.0209363181926</c:v>
                </c:pt>
                <c:pt idx="208">
                  <c:v>0.00307207720999</c:v>
                </c:pt>
                <c:pt idx="209">
                  <c:v>-0.0153600109041</c:v>
                </c:pt>
                <c:pt idx="210">
                  <c:v>-0.0310135889706</c:v>
                </c:pt>
                <c:pt idx="211">
                  <c:v>-0.0411093186525</c:v>
                </c:pt>
                <c:pt idx="212">
                  <c:v>-0.0439119189195</c:v>
                </c:pt>
                <c:pt idx="213">
                  <c:v>-0.0389984878996</c:v>
                </c:pt>
                <c:pt idx="214">
                  <c:v>-0.0272919832889</c:v>
                </c:pt>
                <c:pt idx="215">
                  <c:v>-0.0108697001181</c:v>
                </c:pt>
                <c:pt idx="216">
                  <c:v>0.00741775163301</c:v>
                </c:pt>
                <c:pt idx="217">
                  <c:v>0.0244525670166</c:v>
                </c:pt>
                <c:pt idx="218">
                  <c:v>0.0373879606302</c:v>
                </c:pt>
                <c:pt idx="219">
                  <c:v>0.0441172221953</c:v>
                </c:pt>
                <c:pt idx="220">
                  <c:v>0.0435950381922</c:v>
                </c:pt>
                <c:pt idx="221">
                  <c:v>0.0359721441802</c:v>
                </c:pt>
                <c:pt idx="222">
                  <c:v>0.0225385404334</c:v>
                </c:pt>
                <c:pt idx="223">
                  <c:v>0.00549226202795</c:v>
                </c:pt>
                <c:pt idx="224">
                  <c:v>-0.0124302419558</c:v>
                </c:pt>
                <c:pt idx="225">
                  <c:v>-0.0284026450257</c:v>
                </c:pt>
                <c:pt idx="226">
                  <c:v>-0.0399577344981</c:v>
                </c:pt>
                <c:pt idx="227">
                  <c:v>-0.0453591615741</c:v>
                </c:pt>
                <c:pt idx="228">
                  <c:v>-0.043841337322</c:v>
                </c:pt>
                <c:pt idx="229">
                  <c:v>-0.0356940264219</c:v>
                </c:pt>
                <c:pt idx="230">
                  <c:v>-0.0221921076553</c:v>
                </c:pt>
                <c:pt idx="231">
                  <c:v>-0.00538583241856</c:v>
                </c:pt>
                <c:pt idx="232">
                  <c:v>0.0122187483183</c:v>
                </c:pt>
                <c:pt idx="233">
                  <c:v>0.0280413430441</c:v>
                </c:pt>
                <c:pt idx="234">
                  <c:v>0.0398086105275</c:v>
                </c:pt>
                <c:pt idx="235">
                  <c:v>0.0458732810967</c:v>
                </c:pt>
                <c:pt idx="236">
                  <c:v>0.0454271686258</c:v>
                </c:pt>
                <c:pt idx="237">
                  <c:v>0.038588210909</c:v>
                </c:pt>
                <c:pt idx="238">
                  <c:v>0.0263605649349</c:v>
                </c:pt>
                <c:pt idx="239">
                  <c:v>0.0104781460554</c:v>
                </c:pt>
                <c:pt idx="240">
                  <c:v>-0.00684792316027</c:v>
                </c:pt>
                <c:pt idx="241">
                  <c:v>-0.0232439718249</c:v>
                </c:pt>
                <c:pt idx="242">
                  <c:v>-0.0365034661785</c:v>
                </c:pt>
                <c:pt idx="243">
                  <c:v>-0.0448809659659</c:v>
                </c:pt>
                <c:pt idx="244">
                  <c:v>-0.0473096060236</c:v>
                </c:pt>
                <c:pt idx="245">
                  <c:v>-0.0435195918446</c:v>
                </c:pt>
                <c:pt idx="246">
                  <c:v>-0.0340519442526</c:v>
                </c:pt>
                <c:pt idx="247">
                  <c:v>-0.0201721596456</c:v>
                </c:pt>
                <c:pt idx="248">
                  <c:v>-0.00369545524805</c:v>
                </c:pt>
                <c:pt idx="249">
                  <c:v>0.0132558880827</c:v>
                </c:pt>
                <c:pt idx="250">
                  <c:v>0.0285312814791</c:v>
                </c:pt>
                <c:pt idx="251">
                  <c:v>0.04022668678</c:v>
                </c:pt>
                <c:pt idx="252">
                  <c:v>0.0469167495504</c:v>
                </c:pt>
                <c:pt idx="253">
                  <c:v>0.0478162897238</c:v>
                </c:pt>
                <c:pt idx="254">
                  <c:v>0.0428578175369</c:v>
                </c:pt>
                <c:pt idx="255">
                  <c:v>0.032683242961</c:v>
                </c:pt>
                <c:pt idx="256">
                  <c:v>0.0185546061183</c:v>
                </c:pt>
                <c:pt idx="257">
                  <c:v>0.00219381406835</c:v>
                </c:pt>
                <c:pt idx="258">
                  <c:v>-0.014431259627</c:v>
                </c:pt>
                <c:pt idx="259">
                  <c:v>-0.0293478393809</c:v>
                </c:pt>
                <c:pt idx="260">
                  <c:v>-0.0408138736327</c:v>
                </c:pt>
                <c:pt idx="261">
                  <c:v>-0.0475170448027</c:v>
                </c:pt>
                <c:pt idx="262">
                  <c:v>-0.0487148389468</c:v>
                </c:pt>
                <c:pt idx="263">
                  <c:v>-0.0443048288293</c:v>
                </c:pt>
                <c:pt idx="264">
                  <c:v>-0.034823298599</c:v>
                </c:pt>
                <c:pt idx="265">
                  <c:v>-0.0213754624477</c:v>
                </c:pt>
                <c:pt idx="266">
                  <c:v>-0.00550436537479</c:v>
                </c:pt>
                <c:pt idx="267">
                  <c:v>0.0109888063589</c:v>
                </c:pt>
                <c:pt idx="268">
                  <c:v>0.0262527359713</c:v>
                </c:pt>
                <c:pt idx="269">
                  <c:v>0.0385960224708</c:v>
                </c:pt>
                <c:pt idx="270">
                  <c:v>0.0466724824928</c:v>
                </c:pt>
                <c:pt idx="271">
                  <c:v>0.0496208151457</c:v>
                </c:pt>
                <c:pt idx="272">
                  <c:v>0.0471468757195</c:v>
                </c:pt>
                <c:pt idx="273">
                  <c:v>0.0395448276137</c:v>
                </c:pt>
                <c:pt idx="274">
                  <c:v>0.0276582834539</c:v>
                </c:pt>
                <c:pt idx="275">
                  <c:v>0.0127855259346</c:v>
                </c:pt>
                <c:pt idx="276">
                  <c:v>-0.00346321500613</c:v>
                </c:pt>
                <c:pt idx="277">
                  <c:v>-0.0193424385014</c:v>
                </c:pt>
                <c:pt idx="278">
                  <c:v>-0.0331616821341</c:v>
                </c:pt>
                <c:pt idx="279">
                  <c:v>-0.0434660268513</c:v>
                </c:pt>
                <c:pt idx="280">
                  <c:v>-0.0491856710879</c:v>
                </c:pt>
                <c:pt idx="281">
                  <c:v>-0.0497400984091</c:v>
                </c:pt>
                <c:pt idx="282">
                  <c:v>-0.0450898885146</c:v>
                </c:pt>
                <c:pt idx="283">
                  <c:v>-0.035734656034</c:v>
                </c:pt>
                <c:pt idx="284">
                  <c:v>-0.0226586030306</c:v>
                </c:pt>
                <c:pt idx="285">
                  <c:v>-0.00722771663678</c:v>
                </c:pt>
                <c:pt idx="286">
                  <c:v>0.00895316100271</c:v>
                </c:pt>
                <c:pt idx="287">
                  <c:v>0.0242092593811</c:v>
                </c:pt>
                <c:pt idx="288">
                  <c:v>0.0369714402492</c:v>
                </c:pt>
                <c:pt idx="289">
                  <c:v>0.0459374829772</c:v>
                </c:pt>
                <c:pt idx="290">
                  <c:v>0.0502014381449</c:v>
                </c:pt>
                <c:pt idx="291">
                  <c:v>0.049339689064</c:v>
                </c:pt>
                <c:pt idx="292">
                  <c:v>0.043448551052</c:v>
                </c:pt>
                <c:pt idx="293">
                  <c:v>0.0331322818323</c:v>
                </c:pt>
                <c:pt idx="294">
                  <c:v>0.0194426651011</c:v>
                </c:pt>
                <c:pt idx="295">
                  <c:v>0.00377389928345</c:v>
                </c:pt>
                <c:pt idx="296">
                  <c:v>-0.0122790194185</c:v>
                </c:pt>
                <c:pt idx="297">
                  <c:v>-0.027084393016</c:v>
                </c:pt>
                <c:pt idx="298">
                  <c:v>-0.0391416871184</c:v>
                </c:pt>
                <c:pt idx="299">
                  <c:v>-0.0472335799355</c:v>
                </c:pt>
                <c:pt idx="300">
                  <c:v>-0.0505461207541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"/>
          <c:min val="-0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6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186DA0"/>
            </a:solidFill>
            <a:ln xmlns:a="http://schemas.openxmlformats.org/drawingml/2006/main" w="0">
              <a:solidFill>
                <a:srgbClr val="186DA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186DA0"/>
              </a:solidFill>
            </c:spPr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0.191283270572</c:v>
                </c:pt>
                <c:pt idx="1">
                  <c:v>-0.0464047998557</c:v>
                </c:pt>
                <c:pt idx="2">
                  <c:v>-0.0765506580345</c:v>
                </c:pt>
                <c:pt idx="3">
                  <c:v>0.135325322797</c:v>
                </c:pt>
                <c:pt idx="4">
                  <c:v>-0.128731557351</c:v>
                </c:pt>
                <c:pt idx="5">
                  <c:v>-0.249907011508</c:v>
                </c:pt>
                <c:pt idx="6">
                  <c:v>-0.139565210546</c:v>
                </c:pt>
                <c:pt idx="7">
                  <c:v>-0.00432026822679</c:v>
                </c:pt>
                <c:pt idx="8">
                  <c:v>-0.12501488502</c:v>
                </c:pt>
                <c:pt idx="9">
                  <c:v>-0.0298332345116</c:v>
                </c:pt>
                <c:pt idx="10">
                  <c:v>0.279647606746</c:v>
                </c:pt>
                <c:pt idx="11">
                  <c:v>0.113968926819</c:v>
                </c:pt>
                <c:pt idx="12">
                  <c:v>0.200821106673</c:v>
                </c:pt>
                <c:pt idx="13">
                  <c:v>0.180452721674</c:v>
                </c:pt>
                <c:pt idx="14">
                  <c:v>-0.190805479279</c:v>
                </c:pt>
                <c:pt idx="15">
                  <c:v>0.108431500077</c:v>
                </c:pt>
                <c:pt idx="16">
                  <c:v>-0.0297106338524</c:v>
                </c:pt>
                <c:pt idx="17">
                  <c:v>-0.0835155689332</c:v>
                </c:pt>
                <c:pt idx="18">
                  <c:v>-0.000825691490655</c:v>
                </c:pt>
                <c:pt idx="19">
                  <c:v>-0.015413487323</c:v>
                </c:pt>
                <c:pt idx="20">
                  <c:v>-0.0904321934983</c:v>
                </c:pt>
                <c:pt idx="21">
                  <c:v>0.354940458492</c:v>
                </c:pt>
                <c:pt idx="22">
                  <c:v>-0.0546501678006</c:v>
                </c:pt>
                <c:pt idx="23">
                  <c:v>-0.0261618239737</c:v>
                </c:pt>
                <c:pt idx="24">
                  <c:v>0.0294904884487</c:v>
                </c:pt>
                <c:pt idx="25">
                  <c:v>0.122992648857</c:v>
                </c:pt>
                <c:pt idx="26">
                  <c:v>-0.0104805522526</c:v>
                </c:pt>
                <c:pt idx="27">
                  <c:v>0.280252904117</c:v>
                </c:pt>
                <c:pt idx="28">
                  <c:v>0.219350548129</c:v>
                </c:pt>
                <c:pt idx="29">
                  <c:v>0.363067249976</c:v>
                </c:pt>
                <c:pt idx="30">
                  <c:v>0.157068137105</c:v>
                </c:pt>
                <c:pt idx="31">
                  <c:v>-0.0638598836461</c:v>
                </c:pt>
                <c:pt idx="32">
                  <c:v>0.297901174587</c:v>
                </c:pt>
                <c:pt idx="33">
                  <c:v>0.15758345388</c:v>
                </c:pt>
                <c:pt idx="34">
                  <c:v>0.134653384911</c:v>
                </c:pt>
                <c:pt idx="35">
                  <c:v>-0.0525021778043</c:v>
                </c:pt>
                <c:pt idx="36">
                  <c:v>0.164813730454</c:v>
                </c:pt>
                <c:pt idx="37">
                  <c:v>-0.192792579698</c:v>
                </c:pt>
                <c:pt idx="38">
                  <c:v>-0.134577472053</c:v>
                </c:pt>
                <c:pt idx="39">
                  <c:v>0.0292082962738</c:v>
                </c:pt>
                <c:pt idx="40">
                  <c:v>-0.330666319385</c:v>
                </c:pt>
                <c:pt idx="41">
                  <c:v>0.31821129974</c:v>
                </c:pt>
                <c:pt idx="42">
                  <c:v>-0.440556676315</c:v>
                </c:pt>
                <c:pt idx="43">
                  <c:v>-0.441061902181</c:v>
                </c:pt>
                <c:pt idx="44">
                  <c:v>-0.34352104913</c:v>
                </c:pt>
                <c:pt idx="45">
                  <c:v>0.344051294957</c:v>
                </c:pt>
                <c:pt idx="46">
                  <c:v>-0.0452681733867</c:v>
                </c:pt>
                <c:pt idx="47">
                  <c:v>0.0296958952859</c:v>
                </c:pt>
                <c:pt idx="48">
                  <c:v>-0.195418404821</c:v>
                </c:pt>
                <c:pt idx="49">
                  <c:v>0.00706560029198</c:v>
                </c:pt>
                <c:pt idx="50">
                  <c:v>0.0521613526907</c:v>
                </c:pt>
                <c:pt idx="51">
                  <c:v>0.313119324575</c:v>
                </c:pt>
                <c:pt idx="52">
                  <c:v>0.199713757277</c:v>
                </c:pt>
                <c:pt idx="53">
                  <c:v>0.121895909392</c:v>
                </c:pt>
                <c:pt idx="54">
                  <c:v>0.165727526079</c:v>
                </c:pt>
                <c:pt idx="55">
                  <c:v>0.0415876712072</c:v>
                </c:pt>
                <c:pt idx="56">
                  <c:v>0.0134570192903</c:v>
                </c:pt>
                <c:pt idx="57">
                  <c:v>0.00463076705265</c:v>
                </c:pt>
                <c:pt idx="58">
                  <c:v>-0.326675204845</c:v>
                </c:pt>
                <c:pt idx="59">
                  <c:v>0.221926025112</c:v>
                </c:pt>
                <c:pt idx="60">
                  <c:v>0.112239959672</c:v>
                </c:pt>
                <c:pt idx="61">
                  <c:v>-0.189446672476</c:v>
                </c:pt>
                <c:pt idx="62">
                  <c:v>0.21054688484</c:v>
                </c:pt>
                <c:pt idx="63">
                  <c:v>-0.0175392787706</c:v>
                </c:pt>
                <c:pt idx="64">
                  <c:v>-0.15286887297</c:v>
                </c:pt>
                <c:pt idx="65">
                  <c:v>-0.225161730171</c:v>
                </c:pt>
                <c:pt idx="66">
                  <c:v>0.0146673549847</c:v>
                </c:pt>
                <c:pt idx="67">
                  <c:v>0.247402817134</c:v>
                </c:pt>
                <c:pt idx="68">
                  <c:v>-0.0670872789843</c:v>
                </c:pt>
                <c:pt idx="69">
                  <c:v>0.251862731446</c:v>
                </c:pt>
                <c:pt idx="70">
                  <c:v>-0.173243236297</c:v>
                </c:pt>
                <c:pt idx="71">
                  <c:v>0.159973783108</c:v>
                </c:pt>
                <c:pt idx="72">
                  <c:v>-0.11558270371</c:v>
                </c:pt>
                <c:pt idx="73">
                  <c:v>-0.0126312888642</c:v>
                </c:pt>
                <c:pt idx="74">
                  <c:v>0.308736076627</c:v>
                </c:pt>
                <c:pt idx="75">
                  <c:v>-0.256946383725</c:v>
                </c:pt>
                <c:pt idx="76">
                  <c:v>0.294761898674</c:v>
                </c:pt>
                <c:pt idx="77">
                  <c:v>-0.190299441067</c:v>
                </c:pt>
                <c:pt idx="78">
                  <c:v>-0.0935301969571</c:v>
                </c:pt>
                <c:pt idx="79">
                  <c:v>-0.279682529875</c:v>
                </c:pt>
                <c:pt idx="80">
                  <c:v>-0.206950448324</c:v>
                </c:pt>
                <c:pt idx="81">
                  <c:v>-0.107432142778</c:v>
                </c:pt>
                <c:pt idx="82">
                  <c:v>-0.00596242121447</c:v>
                </c:pt>
                <c:pt idx="83">
                  <c:v>0.127559986768</c:v>
                </c:pt>
                <c:pt idx="84">
                  <c:v>-0.00797676558545</c:v>
                </c:pt>
                <c:pt idx="85">
                  <c:v>0.06693167627</c:v>
                </c:pt>
                <c:pt idx="86">
                  <c:v>0.0857975089264</c:v>
                </c:pt>
                <c:pt idx="87">
                  <c:v>-0.165200607232</c:v>
                </c:pt>
                <c:pt idx="88">
                  <c:v>0.200060329315</c:v>
                </c:pt>
                <c:pt idx="89">
                  <c:v>-0.318993530734</c:v>
                </c:pt>
                <c:pt idx="90">
                  <c:v>0.0357906066822</c:v>
                </c:pt>
                <c:pt idx="91">
                  <c:v>-0.247536253594</c:v>
                </c:pt>
                <c:pt idx="92">
                  <c:v>-0.053245868285</c:v>
                </c:pt>
                <c:pt idx="93">
                  <c:v>-0.124863391129</c:v>
                </c:pt>
                <c:pt idx="94">
                  <c:v>-0.0712004617927</c:v>
                </c:pt>
                <c:pt idx="95">
                  <c:v>-0.178214112634</c:v>
                </c:pt>
                <c:pt idx="96">
                  <c:v>0.0879195087842</c:v>
                </c:pt>
                <c:pt idx="97">
                  <c:v>-0.0182355918636</c:v>
                </c:pt>
                <c:pt idx="98">
                  <c:v>-0.0932677062656</c:v>
                </c:pt>
                <c:pt idx="99">
                  <c:v>0.0521690874242</c:v>
                </c:pt>
                <c:pt idx="100">
                  <c:v>-0.374910493482</c:v>
                </c:pt>
                <c:pt idx="101">
                  <c:v>0.171537188546</c:v>
                </c:pt>
                <c:pt idx="102">
                  <c:v>-0.288912914284</c:v>
                </c:pt>
                <c:pt idx="103">
                  <c:v>-0.169646836068</c:v>
                </c:pt>
                <c:pt idx="104">
                  <c:v>-0.167202046948</c:v>
                </c:pt>
                <c:pt idx="105">
                  <c:v>-0.0717909093779</c:v>
                </c:pt>
                <c:pt idx="106">
                  <c:v>0.235562175012</c:v>
                </c:pt>
                <c:pt idx="107">
                  <c:v>0.189113384571</c:v>
                </c:pt>
                <c:pt idx="108">
                  <c:v>-0.000523350122698</c:v>
                </c:pt>
                <c:pt idx="109">
                  <c:v>0.137826803148</c:v>
                </c:pt>
                <c:pt idx="110">
                  <c:v>-0.160615143803</c:v>
                </c:pt>
                <c:pt idx="111">
                  <c:v>-0.0749516509154</c:v>
                </c:pt>
                <c:pt idx="112">
                  <c:v>0.21416456365</c:v>
                </c:pt>
                <c:pt idx="113">
                  <c:v>0.0570124763924</c:v>
                </c:pt>
                <c:pt idx="114">
                  <c:v>0.0600744142492</c:v>
                </c:pt>
                <c:pt idx="115">
                  <c:v>-0.107544845792</c:v>
                </c:pt>
                <c:pt idx="116">
                  <c:v>0.045051988359</c:v>
                </c:pt>
                <c:pt idx="117">
                  <c:v>-0.169909347831</c:v>
                </c:pt>
                <c:pt idx="118">
                  <c:v>-0.388805508716</c:v>
                </c:pt>
                <c:pt idx="119">
                  <c:v>0.0101116269343</c:v>
                </c:pt>
                <c:pt idx="120">
                  <c:v>-0.258113658601</c:v>
                </c:pt>
                <c:pt idx="121">
                  <c:v>-0.0733034795797</c:v>
                </c:pt>
                <c:pt idx="122">
                  <c:v>0.0345616616647</c:v>
                </c:pt>
                <c:pt idx="123">
                  <c:v>0.352710835329</c:v>
                </c:pt>
                <c:pt idx="124">
                  <c:v>0.208935897957</c:v>
                </c:pt>
                <c:pt idx="125">
                  <c:v>-0.102429516257</c:v>
                </c:pt>
                <c:pt idx="126">
                  <c:v>-0.383044787408</c:v>
                </c:pt>
                <c:pt idx="127">
                  <c:v>-0.0888674349787</c:v>
                </c:pt>
                <c:pt idx="128">
                  <c:v>0.265548377779</c:v>
                </c:pt>
                <c:pt idx="129">
                  <c:v>0.190802466457</c:v>
                </c:pt>
                <c:pt idx="130">
                  <c:v>-0.106599494216</c:v>
                </c:pt>
                <c:pt idx="131">
                  <c:v>-0.352982189871</c:v>
                </c:pt>
                <c:pt idx="132">
                  <c:v>-0.0500510507346</c:v>
                </c:pt>
                <c:pt idx="133">
                  <c:v>0.246780585603</c:v>
                </c:pt>
                <c:pt idx="134">
                  <c:v>-0.330070007217</c:v>
                </c:pt>
                <c:pt idx="135">
                  <c:v>0.131106356425</c:v>
                </c:pt>
                <c:pt idx="136">
                  <c:v>0.0237360046466</c:v>
                </c:pt>
                <c:pt idx="137">
                  <c:v>-0.033173394765</c:v>
                </c:pt>
                <c:pt idx="138">
                  <c:v>0.440025674219</c:v>
                </c:pt>
                <c:pt idx="139">
                  <c:v>0.135635960862</c:v>
                </c:pt>
                <c:pt idx="140">
                  <c:v>0.0625894450494</c:v>
                </c:pt>
                <c:pt idx="141">
                  <c:v>-0.098529542565</c:v>
                </c:pt>
                <c:pt idx="142">
                  <c:v>-0.0593170416233</c:v>
                </c:pt>
                <c:pt idx="143">
                  <c:v>0.121792036885</c:v>
                </c:pt>
                <c:pt idx="144">
                  <c:v>0.283118529081</c:v>
                </c:pt>
                <c:pt idx="145">
                  <c:v>0.205294856153</c:v>
                </c:pt>
                <c:pt idx="146">
                  <c:v>0.0307357018863</c:v>
                </c:pt>
                <c:pt idx="147">
                  <c:v>-0.0897486328539</c:v>
                </c:pt>
                <c:pt idx="148">
                  <c:v>-0.0374695682478</c:v>
                </c:pt>
                <c:pt idx="149">
                  <c:v>0.312368626276</c:v>
                </c:pt>
                <c:pt idx="150">
                  <c:v>-0.181006063143</c:v>
                </c:pt>
                <c:pt idx="151">
                  <c:v>-0.0587400925303</c:v>
                </c:pt>
                <c:pt idx="152">
                  <c:v>0.422991491753</c:v>
                </c:pt>
                <c:pt idx="153">
                  <c:v>-0.185896282804</c:v>
                </c:pt>
                <c:pt idx="154">
                  <c:v>0.0641331451359</c:v>
                </c:pt>
                <c:pt idx="155">
                  <c:v>-0.11954045255</c:v>
                </c:pt>
                <c:pt idx="156">
                  <c:v>-0.0359608162206</c:v>
                </c:pt>
                <c:pt idx="157">
                  <c:v>-0.242606511956</c:v>
                </c:pt>
                <c:pt idx="158">
                  <c:v>0.111297101978</c:v>
                </c:pt>
                <c:pt idx="159">
                  <c:v>0.0236445887725</c:v>
                </c:pt>
                <c:pt idx="160">
                  <c:v>0.110886107085</c:v>
                </c:pt>
                <c:pt idx="161">
                  <c:v>0.20781672706</c:v>
                </c:pt>
                <c:pt idx="162">
                  <c:v>0.498027279538</c:v>
                </c:pt>
                <c:pt idx="163">
                  <c:v>0.159751401331</c:v>
                </c:pt>
                <c:pt idx="164">
                  <c:v>0.153549037685</c:v>
                </c:pt>
                <c:pt idx="165">
                  <c:v>-0.24522319426</c:v>
                </c:pt>
                <c:pt idx="166">
                  <c:v>-0.0595069320358</c:v>
                </c:pt>
                <c:pt idx="167">
                  <c:v>0.0833630577869</c:v>
                </c:pt>
                <c:pt idx="168">
                  <c:v>0.390584374189</c:v>
                </c:pt>
                <c:pt idx="169">
                  <c:v>-0.124155204449</c:v>
                </c:pt>
                <c:pt idx="170">
                  <c:v>-0.0656016518248</c:v>
                </c:pt>
                <c:pt idx="171">
                  <c:v>-0.418280548784</c:v>
                </c:pt>
                <c:pt idx="172">
                  <c:v>-0.228522440918</c:v>
                </c:pt>
                <c:pt idx="173">
                  <c:v>0.095462195985</c:v>
                </c:pt>
                <c:pt idx="174">
                  <c:v>0.41909754048</c:v>
                </c:pt>
                <c:pt idx="175">
                  <c:v>0.124751792758</c:v>
                </c:pt>
                <c:pt idx="176">
                  <c:v>0.240403071901</c:v>
                </c:pt>
                <c:pt idx="177">
                  <c:v>-0.0289415381391</c:v>
                </c:pt>
                <c:pt idx="178">
                  <c:v>0.108036873098</c:v>
                </c:pt>
                <c:pt idx="179">
                  <c:v>-0.00400160869839</c:v>
                </c:pt>
              </c:numCache>
            </c:numRef>
          </c:xVal>
          <c:yVal>
            <c:numRef>
              <c:f>'Chart Data'!$B$2:$B$181</c:f>
              <c:numCache>
                <c:formatCode>0</c:formatCode>
                <c:ptCount val="180"/>
                <c:pt idx="0">
                  <c:v>1.2482670725</c:v>
                </c:pt>
                <c:pt idx="1">
                  <c:v>-2.25794123146</c:v>
                </c:pt>
                <c:pt idx="2">
                  <c:v>0.585253141575</c:v>
                </c:pt>
                <c:pt idx="3">
                  <c:v>0.971967046978</c:v>
                </c:pt>
                <c:pt idx="4">
                  <c:v>0.0915348695975</c:v>
                </c:pt>
                <c:pt idx="5">
                  <c:v>-0.284441561101</c:v>
                </c:pt>
                <c:pt idx="6">
                  <c:v>3.33112096077</c:v>
                </c:pt>
                <c:pt idx="7">
                  <c:v>-4.94547576713</c:v>
                </c:pt>
                <c:pt idx="8">
                  <c:v>-0.256426985818</c:v>
                </c:pt>
                <c:pt idx="9">
                  <c:v>1.36933958768</c:v>
                </c:pt>
                <c:pt idx="10">
                  <c:v>0.855226052963</c:v>
                </c:pt>
                <c:pt idx="11">
                  <c:v>0.478468403362</c:v>
                </c:pt>
                <c:pt idx="12">
                  <c:v>1.50498987298</c:v>
                </c:pt>
                <c:pt idx="13">
                  <c:v>-1.63239252473</c:v>
                </c:pt>
                <c:pt idx="14">
                  <c:v>-2.13114985761</c:v>
                </c:pt>
                <c:pt idx="15">
                  <c:v>-0.98977157586</c:v>
                </c:pt>
                <c:pt idx="16">
                  <c:v>-3.41057649865</c:v>
                </c:pt>
                <c:pt idx="17">
                  <c:v>-4.98125716431</c:v>
                </c:pt>
                <c:pt idx="18">
                  <c:v>1.59811651236</c:v>
                </c:pt>
                <c:pt idx="19">
                  <c:v>-1.66248482876</c:v>
                </c:pt>
                <c:pt idx="20">
                  <c:v>2.79926717036</c:v>
                </c:pt>
                <c:pt idx="21">
                  <c:v>1.8131083529</c:v>
                </c:pt>
                <c:pt idx="22">
                  <c:v>4.99212703162</c:v>
                </c:pt>
                <c:pt idx="23">
                  <c:v>1.42086564732</c:v>
                </c:pt>
                <c:pt idx="24">
                  <c:v>3.27199852344</c:v>
                </c:pt>
                <c:pt idx="25">
                  <c:v>-3.33381700747</c:v>
                </c:pt>
                <c:pt idx="26">
                  <c:v>9.87756895649</c:v>
                </c:pt>
                <c:pt idx="27">
                  <c:v>4.00089466984</c:v>
                </c:pt>
                <c:pt idx="28">
                  <c:v>-1.02527946997</c:v>
                </c:pt>
                <c:pt idx="29">
                  <c:v>2.68356858063</c:v>
                </c:pt>
                <c:pt idx="30">
                  <c:v>-2.17343624746</c:v>
                </c:pt>
                <c:pt idx="31">
                  <c:v>-8.37031209894</c:v>
                </c:pt>
                <c:pt idx="32">
                  <c:v>1.36962996212</c:v>
                </c:pt>
                <c:pt idx="33">
                  <c:v>0.879055739799</c:v>
                </c:pt>
                <c:pt idx="34">
                  <c:v>2.49584388815</c:v>
                </c:pt>
                <c:pt idx="35">
                  <c:v>-1.52513177008</c:v>
                </c:pt>
                <c:pt idx="36">
                  <c:v>-7.35585651016</c:v>
                </c:pt>
                <c:pt idx="37">
                  <c:v>1.80005314747</c:v>
                </c:pt>
                <c:pt idx="38">
                  <c:v>-2.57009107956</c:v>
                </c:pt>
                <c:pt idx="39">
                  <c:v>-4.47591208863</c:v>
                </c:pt>
                <c:pt idx="40">
                  <c:v>2.27122662352</c:v>
                </c:pt>
                <c:pt idx="41">
                  <c:v>-0.27909373125</c:v>
                </c:pt>
                <c:pt idx="42">
                  <c:v>-5.09135660065</c:v>
                </c:pt>
                <c:pt idx="43">
                  <c:v>1.58500425628</c:v>
                </c:pt>
                <c:pt idx="44">
                  <c:v>4.34098640344</c:v>
                </c:pt>
                <c:pt idx="45">
                  <c:v>5.84046573404</c:v>
                </c:pt>
                <c:pt idx="46">
                  <c:v>-3.63430168574</c:v>
                </c:pt>
                <c:pt idx="47">
                  <c:v>5.74483068565</c:v>
                </c:pt>
                <c:pt idx="48">
                  <c:v>-3.93324294664</c:v>
                </c:pt>
                <c:pt idx="49">
                  <c:v>-0.217580608065</c:v>
                </c:pt>
                <c:pt idx="50">
                  <c:v>-3.10750364333</c:v>
                </c:pt>
                <c:pt idx="51">
                  <c:v>5.05925736539</c:v>
                </c:pt>
                <c:pt idx="52">
                  <c:v>-2.30197220678</c:v>
                </c:pt>
                <c:pt idx="53">
                  <c:v>-0.0897386407275</c:v>
                </c:pt>
                <c:pt idx="54">
                  <c:v>-2.43128822632</c:v>
                </c:pt>
                <c:pt idx="55">
                  <c:v>-8.99521285062</c:v>
                </c:pt>
                <c:pt idx="56">
                  <c:v>-4.85902225742</c:v>
                </c:pt>
                <c:pt idx="57">
                  <c:v>-0.553475538267</c:v>
                </c:pt>
                <c:pt idx="58">
                  <c:v>-6.79579735032</c:v>
                </c:pt>
                <c:pt idx="59">
                  <c:v>1.48899630501</c:v>
                </c:pt>
                <c:pt idx="60">
                  <c:v>-1.39026590431</c:v>
                </c:pt>
                <c:pt idx="61">
                  <c:v>-0.584576206985</c:v>
                </c:pt>
                <c:pt idx="62">
                  <c:v>-0.987439121746</c:v>
                </c:pt>
                <c:pt idx="63">
                  <c:v>-0.0605874017076</c:v>
                </c:pt>
                <c:pt idx="64">
                  <c:v>-0.320581266513</c:v>
                </c:pt>
                <c:pt idx="65">
                  <c:v>0.375952399966</c:v>
                </c:pt>
                <c:pt idx="66">
                  <c:v>4.44006807975</c:v>
                </c:pt>
                <c:pt idx="67">
                  <c:v>0.36743057406</c:v>
                </c:pt>
                <c:pt idx="68">
                  <c:v>1.49483533899</c:v>
                </c:pt>
                <c:pt idx="69">
                  <c:v>1.41484034037</c:v>
                </c:pt>
                <c:pt idx="70">
                  <c:v>-0.592283304635</c:v>
                </c:pt>
                <c:pt idx="71">
                  <c:v>-3.97734476644</c:v>
                </c:pt>
                <c:pt idx="72">
                  <c:v>5.0499217315</c:v>
                </c:pt>
                <c:pt idx="73">
                  <c:v>-5.44581967538</c:v>
                </c:pt>
                <c:pt idx="74">
                  <c:v>0.272539091338</c:v>
                </c:pt>
                <c:pt idx="75">
                  <c:v>-2.44481671258</c:v>
                </c:pt>
                <c:pt idx="76">
                  <c:v>-1.95135752</c:v>
                </c:pt>
                <c:pt idx="77">
                  <c:v>2.01226753808</c:v>
                </c:pt>
                <c:pt idx="78">
                  <c:v>-4.70396803523</c:v>
                </c:pt>
                <c:pt idx="79">
                  <c:v>4.52967685237</c:v>
                </c:pt>
                <c:pt idx="80">
                  <c:v>0.378622231341</c:v>
                </c:pt>
                <c:pt idx="81">
                  <c:v>-7.17869145275</c:v>
                </c:pt>
                <c:pt idx="82">
                  <c:v>1.1447304187</c:v>
                </c:pt>
                <c:pt idx="83">
                  <c:v>-1.72684347949</c:v>
                </c:pt>
                <c:pt idx="84">
                  <c:v>-2.07686629461</c:v>
                </c:pt>
                <c:pt idx="85">
                  <c:v>4.41638475601</c:v>
                </c:pt>
                <c:pt idx="86">
                  <c:v>2.41630575727</c:v>
                </c:pt>
                <c:pt idx="87">
                  <c:v>1.77526596148</c:v>
                </c:pt>
                <c:pt idx="88">
                  <c:v>-0.479542162844</c:v>
                </c:pt>
                <c:pt idx="89">
                  <c:v>-7.55878859847</c:v>
                </c:pt>
                <c:pt idx="90">
                  <c:v>-0.57902869595</c:v>
                </c:pt>
                <c:pt idx="91">
                  <c:v>1.81433770941</c:v>
                </c:pt>
                <c:pt idx="92">
                  <c:v>0.326624962648</c:v>
                </c:pt>
                <c:pt idx="93">
                  <c:v>-1.45098204372</c:v>
                </c:pt>
                <c:pt idx="94">
                  <c:v>-3.97250036806</c:v>
                </c:pt>
                <c:pt idx="95">
                  <c:v>2.36907399461</c:v>
                </c:pt>
                <c:pt idx="96">
                  <c:v>2.00755190723</c:v>
                </c:pt>
                <c:pt idx="97">
                  <c:v>-0.0987191644794</c:v>
                </c:pt>
                <c:pt idx="98">
                  <c:v>-0.23311933174</c:v>
                </c:pt>
                <c:pt idx="99">
                  <c:v>-1.15719331596</c:v>
                </c:pt>
                <c:pt idx="100">
                  <c:v>-1.34371670455</c:v>
                </c:pt>
                <c:pt idx="101">
                  <c:v>-0.442603966761</c:v>
                </c:pt>
                <c:pt idx="102">
                  <c:v>-1.44552292855</c:v>
                </c:pt>
                <c:pt idx="103">
                  <c:v>-5.02025897376</c:v>
                </c:pt>
                <c:pt idx="104">
                  <c:v>-0.141293932033</c:v>
                </c:pt>
                <c:pt idx="105">
                  <c:v>-2.73408446682</c:v>
                </c:pt>
                <c:pt idx="106">
                  <c:v>-1.533866299</c:v>
                </c:pt>
                <c:pt idx="107">
                  <c:v>-2.3978210387</c:v>
                </c:pt>
                <c:pt idx="108">
                  <c:v>1.02476701656</c:v>
                </c:pt>
                <c:pt idx="109">
                  <c:v>3.78900958599</c:v>
                </c:pt>
                <c:pt idx="110">
                  <c:v>3.40409274122</c:v>
                </c:pt>
                <c:pt idx="111">
                  <c:v>-3.14045886285</c:v>
                </c:pt>
                <c:pt idx="112">
                  <c:v>3.07072551326</c:v>
                </c:pt>
                <c:pt idx="113">
                  <c:v>-5.97432209869</c:v>
                </c:pt>
                <c:pt idx="114">
                  <c:v>2.5567985155</c:v>
                </c:pt>
                <c:pt idx="115">
                  <c:v>-0.211456910991</c:v>
                </c:pt>
                <c:pt idx="116">
                  <c:v>-0.398950081637</c:v>
                </c:pt>
                <c:pt idx="117">
                  <c:v>-2.18868827919</c:v>
                </c:pt>
                <c:pt idx="118">
                  <c:v>4.50907110405</c:v>
                </c:pt>
                <c:pt idx="119">
                  <c:v>-0.23975666859</c:v>
                </c:pt>
                <c:pt idx="120">
                  <c:v>-3.74796717259</c:v>
                </c:pt>
                <c:pt idx="121">
                  <c:v>-7.95992303446</c:v>
                </c:pt>
                <c:pt idx="122">
                  <c:v>-3.79402151112</c:v>
                </c:pt>
                <c:pt idx="123">
                  <c:v>0.655789153949</c:v>
                </c:pt>
                <c:pt idx="124">
                  <c:v>4.49784313964</c:v>
                </c:pt>
                <c:pt idx="125">
                  <c:v>-1.06464980059</c:v>
                </c:pt>
                <c:pt idx="126">
                  <c:v>5.15505395907</c:v>
                </c:pt>
                <c:pt idx="127">
                  <c:v>-6.68382766937</c:v>
                </c:pt>
                <c:pt idx="128">
                  <c:v>-3.95293594836</c:v>
                </c:pt>
                <c:pt idx="129">
                  <c:v>1.2239195058</c:v>
                </c:pt>
                <c:pt idx="130">
                  <c:v>1.34752599325</c:v>
                </c:pt>
                <c:pt idx="131">
                  <c:v>0.394725120743</c:v>
                </c:pt>
                <c:pt idx="132">
                  <c:v>-3.28846537786</c:v>
                </c:pt>
                <c:pt idx="133">
                  <c:v>-2.28224487184</c:v>
                </c:pt>
                <c:pt idx="134">
                  <c:v>2.4360750305</c:v>
                </c:pt>
                <c:pt idx="135">
                  <c:v>3.13102746114</c:v>
                </c:pt>
                <c:pt idx="136">
                  <c:v>0.598479271871</c:v>
                </c:pt>
                <c:pt idx="137">
                  <c:v>-2.8133600034</c:v>
                </c:pt>
                <c:pt idx="138">
                  <c:v>-1.94579348928</c:v>
                </c:pt>
                <c:pt idx="139">
                  <c:v>2.69556226701</c:v>
                </c:pt>
                <c:pt idx="140">
                  <c:v>0.204322909376</c:v>
                </c:pt>
                <c:pt idx="141">
                  <c:v>-4.00230681861</c:v>
                </c:pt>
                <c:pt idx="142">
                  <c:v>3.79369626948</c:v>
                </c:pt>
                <c:pt idx="143">
                  <c:v>-0.635472574874</c:v>
                </c:pt>
                <c:pt idx="144">
                  <c:v>-1.04472329937</c:v>
                </c:pt>
                <c:pt idx="145">
                  <c:v>0.449104345098</c:v>
                </c:pt>
                <c:pt idx="146">
                  <c:v>2.37860454114</c:v>
                </c:pt>
                <c:pt idx="147">
                  <c:v>1.03368085837</c:v>
                </c:pt>
                <c:pt idx="148">
                  <c:v>3.17553635326</c:v>
                </c:pt>
                <c:pt idx="149">
                  <c:v>-2.59379446288</c:v>
                </c:pt>
                <c:pt idx="150">
                  <c:v>2.44649196166</c:v>
                </c:pt>
                <c:pt idx="151">
                  <c:v>-4.40163355097</c:v>
                </c:pt>
                <c:pt idx="152">
                  <c:v>-1.00555835127</c:v>
                </c:pt>
                <c:pt idx="153">
                  <c:v>-0.574922546676</c:v>
                </c:pt>
                <c:pt idx="154">
                  <c:v>-3.18795318221</c:v>
                </c:pt>
                <c:pt idx="155">
                  <c:v>-2.0462779676</c:v>
                </c:pt>
                <c:pt idx="156">
                  <c:v>3.4945037145</c:v>
                </c:pt>
                <c:pt idx="157">
                  <c:v>1.8452782367</c:v>
                </c:pt>
                <c:pt idx="158">
                  <c:v>-6.88726502164</c:v>
                </c:pt>
                <c:pt idx="159">
                  <c:v>3.24090923801</c:v>
                </c:pt>
                <c:pt idx="160">
                  <c:v>-0.376825377525</c:v>
                </c:pt>
                <c:pt idx="161">
                  <c:v>-6.32409606</c:v>
                </c:pt>
                <c:pt idx="162">
                  <c:v>2.50042951402</c:v>
                </c:pt>
                <c:pt idx="163">
                  <c:v>-2.03960068663</c:v>
                </c:pt>
                <c:pt idx="164">
                  <c:v>0.464996391449</c:v>
                </c:pt>
                <c:pt idx="165">
                  <c:v>0.459468965087</c:v>
                </c:pt>
                <c:pt idx="166">
                  <c:v>-0.21792806715</c:v>
                </c:pt>
                <c:pt idx="167">
                  <c:v>1.57891584065</c:v>
                </c:pt>
                <c:pt idx="168">
                  <c:v>-0.953987393282</c:v>
                </c:pt>
                <c:pt idx="169">
                  <c:v>-3.43126614527</c:v>
                </c:pt>
                <c:pt idx="170">
                  <c:v>5.09674233168</c:v>
                </c:pt>
                <c:pt idx="171">
                  <c:v>1.44337064221</c:v>
                </c:pt>
                <c:pt idx="172">
                  <c:v>0.674980847642</c:v>
                </c:pt>
                <c:pt idx="173">
                  <c:v>-2.31893000614</c:v>
                </c:pt>
                <c:pt idx="174">
                  <c:v>2.5869272835</c:v>
                </c:pt>
                <c:pt idx="175">
                  <c:v>-2.56670026551</c:v>
                </c:pt>
                <c:pt idx="176">
                  <c:v>6.62208806006</c:v>
                </c:pt>
                <c:pt idx="177">
                  <c:v>-7.13566118443</c:v>
                </c:pt>
                <c:pt idx="178">
                  <c:v>2.86595681455</c:v>
                </c:pt>
                <c:pt idx="179">
                  <c:v>-3.54237923503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横向速度（cm/s）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横向位置 x（μm）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0.191283270572</c:v>
                </c:pt>
                <c:pt idx="1">
                  <c:v>-0.0464047998557</c:v>
                </c:pt>
                <c:pt idx="2">
                  <c:v>-0.0765506580345</c:v>
                </c:pt>
                <c:pt idx="3">
                  <c:v>0.135325322797</c:v>
                </c:pt>
                <c:pt idx="4">
                  <c:v>-0.128731557351</c:v>
                </c:pt>
                <c:pt idx="5">
                  <c:v>-0.249907011508</c:v>
                </c:pt>
                <c:pt idx="6">
                  <c:v>-0.139565210546</c:v>
                </c:pt>
                <c:pt idx="7">
                  <c:v>-0.00432026822679</c:v>
                </c:pt>
                <c:pt idx="8">
                  <c:v>-0.12501488502</c:v>
                </c:pt>
                <c:pt idx="9">
                  <c:v>-0.0298332345116</c:v>
                </c:pt>
                <c:pt idx="10">
                  <c:v>0.279647606746</c:v>
                </c:pt>
                <c:pt idx="11">
                  <c:v>0.113968926819</c:v>
                </c:pt>
                <c:pt idx="12">
                  <c:v>0.200821106673</c:v>
                </c:pt>
                <c:pt idx="13">
                  <c:v>0.180452721674</c:v>
                </c:pt>
                <c:pt idx="14">
                  <c:v>-0.190805479279</c:v>
                </c:pt>
                <c:pt idx="15">
                  <c:v>0.108431500077</c:v>
                </c:pt>
                <c:pt idx="16">
                  <c:v>-0.0297106338524</c:v>
                </c:pt>
                <c:pt idx="17">
                  <c:v>-0.0835155689332</c:v>
                </c:pt>
                <c:pt idx="18">
                  <c:v>-0.000825691490655</c:v>
                </c:pt>
                <c:pt idx="19">
                  <c:v>-0.015413487323</c:v>
                </c:pt>
                <c:pt idx="20">
                  <c:v>-0.0904321934983</c:v>
                </c:pt>
                <c:pt idx="21">
                  <c:v>0.354940458492</c:v>
                </c:pt>
                <c:pt idx="22">
                  <c:v>-0.0546501678006</c:v>
                </c:pt>
                <c:pt idx="23">
                  <c:v>-0.0261618239737</c:v>
                </c:pt>
                <c:pt idx="24">
                  <c:v>0.0294904884487</c:v>
                </c:pt>
                <c:pt idx="25">
                  <c:v>0.122992648857</c:v>
                </c:pt>
                <c:pt idx="26">
                  <c:v>-0.0104805522526</c:v>
                </c:pt>
                <c:pt idx="27">
                  <c:v>0.280252904117</c:v>
                </c:pt>
                <c:pt idx="28">
                  <c:v>0.219350548129</c:v>
                </c:pt>
                <c:pt idx="29">
                  <c:v>0.363067249976</c:v>
                </c:pt>
                <c:pt idx="30">
                  <c:v>0.157068137105</c:v>
                </c:pt>
                <c:pt idx="31">
                  <c:v>-0.0638598836461</c:v>
                </c:pt>
                <c:pt idx="32">
                  <c:v>0.297901174587</c:v>
                </c:pt>
                <c:pt idx="33">
                  <c:v>0.15758345388</c:v>
                </c:pt>
                <c:pt idx="34">
                  <c:v>0.134653384911</c:v>
                </c:pt>
                <c:pt idx="35">
                  <c:v>-0.0525021778043</c:v>
                </c:pt>
                <c:pt idx="36">
                  <c:v>0.164813730454</c:v>
                </c:pt>
                <c:pt idx="37">
                  <c:v>-0.192792579698</c:v>
                </c:pt>
                <c:pt idx="38">
                  <c:v>-0.134577472053</c:v>
                </c:pt>
                <c:pt idx="39">
                  <c:v>0.0292082962738</c:v>
                </c:pt>
                <c:pt idx="40">
                  <c:v>-0.330666319385</c:v>
                </c:pt>
                <c:pt idx="41">
                  <c:v>0.31821129974</c:v>
                </c:pt>
                <c:pt idx="42">
                  <c:v>-0.440556676315</c:v>
                </c:pt>
                <c:pt idx="43">
                  <c:v>-0.441061902181</c:v>
                </c:pt>
                <c:pt idx="44">
                  <c:v>-0.34352104913</c:v>
                </c:pt>
                <c:pt idx="45">
                  <c:v>0.344051294957</c:v>
                </c:pt>
                <c:pt idx="46">
                  <c:v>-0.0452681733867</c:v>
                </c:pt>
                <c:pt idx="47">
                  <c:v>0.0296958952859</c:v>
                </c:pt>
                <c:pt idx="48">
                  <c:v>-0.195418404821</c:v>
                </c:pt>
                <c:pt idx="49">
                  <c:v>0.00706560029198</c:v>
                </c:pt>
                <c:pt idx="50">
                  <c:v>0.0521613526907</c:v>
                </c:pt>
                <c:pt idx="51">
                  <c:v>0.313119324575</c:v>
                </c:pt>
                <c:pt idx="52">
                  <c:v>0.199713757277</c:v>
                </c:pt>
                <c:pt idx="53">
                  <c:v>0.121895909392</c:v>
                </c:pt>
                <c:pt idx="54">
                  <c:v>0.165727526079</c:v>
                </c:pt>
                <c:pt idx="55">
                  <c:v>0.0415876712072</c:v>
                </c:pt>
                <c:pt idx="56">
                  <c:v>0.0134570192903</c:v>
                </c:pt>
                <c:pt idx="57">
                  <c:v>0.00463076705265</c:v>
                </c:pt>
                <c:pt idx="58">
                  <c:v>-0.326675204845</c:v>
                </c:pt>
                <c:pt idx="59">
                  <c:v>0.221926025112</c:v>
                </c:pt>
                <c:pt idx="60">
                  <c:v>0.112239959672</c:v>
                </c:pt>
                <c:pt idx="61">
                  <c:v>-0.189446672476</c:v>
                </c:pt>
                <c:pt idx="62">
                  <c:v>0.21054688484</c:v>
                </c:pt>
                <c:pt idx="63">
                  <c:v>-0.0175392787706</c:v>
                </c:pt>
                <c:pt idx="64">
                  <c:v>-0.15286887297</c:v>
                </c:pt>
                <c:pt idx="65">
                  <c:v>-0.225161730171</c:v>
                </c:pt>
                <c:pt idx="66">
                  <c:v>0.0146673549847</c:v>
                </c:pt>
                <c:pt idx="67">
                  <c:v>0.247402817134</c:v>
                </c:pt>
                <c:pt idx="68">
                  <c:v>-0.0670872789843</c:v>
                </c:pt>
                <c:pt idx="69">
                  <c:v>0.251862731446</c:v>
                </c:pt>
                <c:pt idx="70">
                  <c:v>-0.173243236297</c:v>
                </c:pt>
                <c:pt idx="71">
                  <c:v>0.159973783108</c:v>
                </c:pt>
                <c:pt idx="72">
                  <c:v>-0.11558270371</c:v>
                </c:pt>
                <c:pt idx="73">
                  <c:v>-0.0126312888642</c:v>
                </c:pt>
                <c:pt idx="74">
                  <c:v>0.308736076627</c:v>
                </c:pt>
                <c:pt idx="75">
                  <c:v>-0.256946383725</c:v>
                </c:pt>
                <c:pt idx="76">
                  <c:v>0.294761898674</c:v>
                </c:pt>
                <c:pt idx="77">
                  <c:v>-0.190299441067</c:v>
                </c:pt>
                <c:pt idx="78">
                  <c:v>-0.0935301969571</c:v>
                </c:pt>
                <c:pt idx="79">
                  <c:v>-0.279682529875</c:v>
                </c:pt>
                <c:pt idx="80">
                  <c:v>-0.206950448324</c:v>
                </c:pt>
                <c:pt idx="81">
                  <c:v>-0.107432142778</c:v>
                </c:pt>
                <c:pt idx="82">
                  <c:v>-0.00596242121447</c:v>
                </c:pt>
                <c:pt idx="83">
                  <c:v>0.127559986768</c:v>
                </c:pt>
                <c:pt idx="84">
                  <c:v>-0.00797676558545</c:v>
                </c:pt>
                <c:pt idx="85">
                  <c:v>0.06693167627</c:v>
                </c:pt>
                <c:pt idx="86">
                  <c:v>0.0857975089264</c:v>
                </c:pt>
                <c:pt idx="87">
                  <c:v>-0.165200607232</c:v>
                </c:pt>
                <c:pt idx="88">
                  <c:v>0.200060329315</c:v>
                </c:pt>
                <c:pt idx="89">
                  <c:v>-0.318993530734</c:v>
                </c:pt>
                <c:pt idx="90">
                  <c:v>0.0357906066822</c:v>
                </c:pt>
                <c:pt idx="91">
                  <c:v>-0.247536253594</c:v>
                </c:pt>
                <c:pt idx="92">
                  <c:v>-0.053245868285</c:v>
                </c:pt>
                <c:pt idx="93">
                  <c:v>-0.124863391129</c:v>
                </c:pt>
                <c:pt idx="94">
                  <c:v>-0.0712004617927</c:v>
                </c:pt>
                <c:pt idx="95">
                  <c:v>-0.178214112634</c:v>
                </c:pt>
                <c:pt idx="96">
                  <c:v>0.0879195087842</c:v>
                </c:pt>
                <c:pt idx="97">
                  <c:v>-0.0182355918636</c:v>
                </c:pt>
                <c:pt idx="98">
                  <c:v>-0.0932677062656</c:v>
                </c:pt>
                <c:pt idx="99">
                  <c:v>0.0521690874242</c:v>
                </c:pt>
                <c:pt idx="100">
                  <c:v>-0.374910493482</c:v>
                </c:pt>
                <c:pt idx="101">
                  <c:v>0.171537188546</c:v>
                </c:pt>
                <c:pt idx="102">
                  <c:v>-0.288912914284</c:v>
                </c:pt>
                <c:pt idx="103">
                  <c:v>-0.169646836068</c:v>
                </c:pt>
                <c:pt idx="104">
                  <c:v>-0.167202046948</c:v>
                </c:pt>
                <c:pt idx="105">
                  <c:v>-0.0717909093779</c:v>
                </c:pt>
                <c:pt idx="106">
                  <c:v>0.235562175012</c:v>
                </c:pt>
                <c:pt idx="107">
                  <c:v>0.189113384571</c:v>
                </c:pt>
                <c:pt idx="108">
                  <c:v>-0.000523350122698</c:v>
                </c:pt>
                <c:pt idx="109">
                  <c:v>0.137826803148</c:v>
                </c:pt>
                <c:pt idx="110">
                  <c:v>-0.160615143803</c:v>
                </c:pt>
                <c:pt idx="111">
                  <c:v>-0.0749516509154</c:v>
                </c:pt>
                <c:pt idx="112">
                  <c:v>0.21416456365</c:v>
                </c:pt>
                <c:pt idx="113">
                  <c:v>0.0570124763924</c:v>
                </c:pt>
                <c:pt idx="114">
                  <c:v>0.0600744142492</c:v>
                </c:pt>
                <c:pt idx="115">
                  <c:v>-0.107544845792</c:v>
                </c:pt>
                <c:pt idx="116">
                  <c:v>0.045051988359</c:v>
                </c:pt>
                <c:pt idx="117">
                  <c:v>-0.169909347831</c:v>
                </c:pt>
                <c:pt idx="118">
                  <c:v>-0.388805508716</c:v>
                </c:pt>
                <c:pt idx="119">
                  <c:v>0.0101116269343</c:v>
                </c:pt>
                <c:pt idx="120">
                  <c:v>-0.258113658601</c:v>
                </c:pt>
                <c:pt idx="121">
                  <c:v>-0.0733034795797</c:v>
                </c:pt>
                <c:pt idx="122">
                  <c:v>0.0345616616647</c:v>
                </c:pt>
                <c:pt idx="123">
                  <c:v>0.352710835329</c:v>
                </c:pt>
                <c:pt idx="124">
                  <c:v>0.208935897957</c:v>
                </c:pt>
                <c:pt idx="125">
                  <c:v>-0.102429516257</c:v>
                </c:pt>
                <c:pt idx="126">
                  <c:v>-0.383044787408</c:v>
                </c:pt>
                <c:pt idx="127">
                  <c:v>-0.0888674349787</c:v>
                </c:pt>
                <c:pt idx="128">
                  <c:v>0.265548377779</c:v>
                </c:pt>
                <c:pt idx="129">
                  <c:v>0.190802466457</c:v>
                </c:pt>
                <c:pt idx="130">
                  <c:v>-0.106599494216</c:v>
                </c:pt>
                <c:pt idx="131">
                  <c:v>-0.352982189871</c:v>
                </c:pt>
                <c:pt idx="132">
                  <c:v>-0.0500510507346</c:v>
                </c:pt>
                <c:pt idx="133">
                  <c:v>0.246780585603</c:v>
                </c:pt>
                <c:pt idx="134">
                  <c:v>-0.330070007217</c:v>
                </c:pt>
                <c:pt idx="135">
                  <c:v>0.131106356425</c:v>
                </c:pt>
                <c:pt idx="136">
                  <c:v>0.0237360046466</c:v>
                </c:pt>
                <c:pt idx="137">
                  <c:v>-0.033173394765</c:v>
                </c:pt>
                <c:pt idx="138">
                  <c:v>0.440025674219</c:v>
                </c:pt>
                <c:pt idx="139">
                  <c:v>0.135635960862</c:v>
                </c:pt>
                <c:pt idx="140">
                  <c:v>0.0625894450494</c:v>
                </c:pt>
                <c:pt idx="141">
                  <c:v>-0.098529542565</c:v>
                </c:pt>
                <c:pt idx="142">
                  <c:v>-0.0593170416233</c:v>
                </c:pt>
                <c:pt idx="143">
                  <c:v>0.121792036885</c:v>
                </c:pt>
                <c:pt idx="144">
                  <c:v>0.283118529081</c:v>
                </c:pt>
                <c:pt idx="145">
                  <c:v>0.205294856153</c:v>
                </c:pt>
                <c:pt idx="146">
                  <c:v>0.0307357018863</c:v>
                </c:pt>
                <c:pt idx="147">
                  <c:v>-0.0897486328539</c:v>
                </c:pt>
                <c:pt idx="148">
                  <c:v>-0.0374695682478</c:v>
                </c:pt>
                <c:pt idx="149">
                  <c:v>0.312368626276</c:v>
                </c:pt>
                <c:pt idx="150">
                  <c:v>-0.181006063143</c:v>
                </c:pt>
                <c:pt idx="151">
                  <c:v>-0.0587400925303</c:v>
                </c:pt>
                <c:pt idx="152">
                  <c:v>0.422991491753</c:v>
                </c:pt>
                <c:pt idx="153">
                  <c:v>-0.185896282804</c:v>
                </c:pt>
                <c:pt idx="154">
                  <c:v>0.0641331451359</c:v>
                </c:pt>
                <c:pt idx="155">
                  <c:v>-0.11954045255</c:v>
                </c:pt>
                <c:pt idx="156">
                  <c:v>-0.0359608162206</c:v>
                </c:pt>
                <c:pt idx="157">
                  <c:v>-0.242606511956</c:v>
                </c:pt>
                <c:pt idx="158">
                  <c:v>0.111297101978</c:v>
                </c:pt>
                <c:pt idx="159">
                  <c:v>0.0236445887725</c:v>
                </c:pt>
                <c:pt idx="160">
                  <c:v>0.110886107085</c:v>
                </c:pt>
                <c:pt idx="161">
                  <c:v>0.20781672706</c:v>
                </c:pt>
                <c:pt idx="162">
                  <c:v>0.498027279538</c:v>
                </c:pt>
                <c:pt idx="163">
                  <c:v>0.159751401331</c:v>
                </c:pt>
                <c:pt idx="164">
                  <c:v>0.153549037685</c:v>
                </c:pt>
                <c:pt idx="165">
                  <c:v>-0.24522319426</c:v>
                </c:pt>
                <c:pt idx="166">
                  <c:v>-0.0595069320358</c:v>
                </c:pt>
                <c:pt idx="167">
                  <c:v>0.0833630577869</c:v>
                </c:pt>
                <c:pt idx="168">
                  <c:v>0.390584374189</c:v>
                </c:pt>
                <c:pt idx="169">
                  <c:v>-0.124155204449</c:v>
                </c:pt>
                <c:pt idx="170">
                  <c:v>-0.0656016518248</c:v>
                </c:pt>
                <c:pt idx="171">
                  <c:v>-0.418280548784</c:v>
                </c:pt>
                <c:pt idx="172">
                  <c:v>-0.228522440918</c:v>
                </c:pt>
                <c:pt idx="173">
                  <c:v>0.095462195985</c:v>
                </c:pt>
                <c:pt idx="174">
                  <c:v>0.41909754048</c:v>
                </c:pt>
                <c:pt idx="175">
                  <c:v>0.124751792758</c:v>
                </c:pt>
                <c:pt idx="176">
                  <c:v>0.240403071901</c:v>
                </c:pt>
                <c:pt idx="177">
                  <c:v>-0.0289415381391</c:v>
                </c:pt>
                <c:pt idx="178">
                  <c:v>0.108036873098</c:v>
                </c:pt>
                <c:pt idx="179">
                  <c:v>-0.00400160869839</c:v>
                </c:pt>
              </c:numCache>
            </c:numRef>
          </c:xVal>
          <c:yVal>
            <c:numRef>
              <c:f>'Chart Data'!$B$2:$B$181</c:f>
              <c:numCache>
                <c:formatCode>0.0</c:formatCode>
                <c:ptCount val="180"/>
                <c:pt idx="0">
                  <c:v>0.796461912988</c:v>
                </c:pt>
                <c:pt idx="1">
                  <c:v>-0.149044334427</c:v>
                </c:pt>
                <c:pt idx="2">
                  <c:v>-0.114980695515</c:v>
                </c:pt>
                <c:pt idx="3">
                  <c:v>-0.323066027739</c:v>
                </c:pt>
                <c:pt idx="4">
                  <c:v>-1.5860447739</c:v>
                </c:pt>
                <c:pt idx="5">
                  <c:v>-1.17343963047</c:v>
                </c:pt>
                <c:pt idx="6">
                  <c:v>-0.257459896691</c:v>
                </c:pt>
                <c:pt idx="7">
                  <c:v>0.364232503893</c:v>
                </c:pt>
                <c:pt idx="8">
                  <c:v>0.501561338216</c:v>
                </c:pt>
                <c:pt idx="9">
                  <c:v>-0.836325710576</c:v>
                </c:pt>
                <c:pt idx="10">
                  <c:v>1.07454209832</c:v>
                </c:pt>
                <c:pt idx="11">
                  <c:v>1.35515172981</c:v>
                </c:pt>
                <c:pt idx="12">
                  <c:v>0.120691338124</c:v>
                </c:pt>
                <c:pt idx="13">
                  <c:v>0.36271295467</c:v>
                </c:pt>
                <c:pt idx="14">
                  <c:v>0.0298613592539</c:v>
                </c:pt>
                <c:pt idx="15">
                  <c:v>0.0235841129697</c:v>
                </c:pt>
                <c:pt idx="16">
                  <c:v>0.203203265337</c:v>
                </c:pt>
                <c:pt idx="17">
                  <c:v>1.11856177051</c:v>
                </c:pt>
                <c:pt idx="18">
                  <c:v>1.028361794</c:v>
                </c:pt>
                <c:pt idx="19">
                  <c:v>0.00539154970783</c:v>
                </c:pt>
                <c:pt idx="20">
                  <c:v>0.296905134973</c:v>
                </c:pt>
                <c:pt idx="21">
                  <c:v>-0.960637243175</c:v>
                </c:pt>
                <c:pt idx="22">
                  <c:v>0.744513854887</c:v>
                </c:pt>
                <c:pt idx="23">
                  <c:v>-1.82153406293</c:v>
                </c:pt>
                <c:pt idx="24">
                  <c:v>-1.54888694005</c:v>
                </c:pt>
                <c:pt idx="25">
                  <c:v>0.44962311532</c:v>
                </c:pt>
                <c:pt idx="26">
                  <c:v>0.371927581802</c:v>
                </c:pt>
                <c:pt idx="27">
                  <c:v>-0.252979912899</c:v>
                </c:pt>
                <c:pt idx="28">
                  <c:v>0.516703509868</c:v>
                </c:pt>
                <c:pt idx="29">
                  <c:v>-0.464674409013</c:v>
                </c:pt>
                <c:pt idx="30">
                  <c:v>0.524651111825</c:v>
                </c:pt>
                <c:pt idx="31">
                  <c:v>-0.127514718527</c:v>
                </c:pt>
                <c:pt idx="32">
                  <c:v>0.169594981686</c:v>
                </c:pt>
                <c:pt idx="33">
                  <c:v>-0.410647048583</c:v>
                </c:pt>
                <c:pt idx="34">
                  <c:v>-0.532301472999</c:v>
                </c:pt>
                <c:pt idx="35">
                  <c:v>-0.169806206093</c:v>
                </c:pt>
                <c:pt idx="36">
                  <c:v>1.93285577175</c:v>
                </c:pt>
                <c:pt idx="37">
                  <c:v>-2.67358536656</c:v>
                </c:pt>
                <c:pt idx="38">
                  <c:v>0.641684676604</c:v>
                </c:pt>
                <c:pt idx="39">
                  <c:v>-1.33867420267</c:v>
                </c:pt>
                <c:pt idx="40">
                  <c:v>2.34774403257</c:v>
                </c:pt>
                <c:pt idx="41">
                  <c:v>-0.01429093531</c:v>
                </c:pt>
                <c:pt idx="42">
                  <c:v>-1.43827548889</c:v>
                </c:pt>
                <c:pt idx="43">
                  <c:v>2.21179811357</c:v>
                </c:pt>
                <c:pt idx="44">
                  <c:v>-0.0505018071559</c:v>
                </c:pt>
                <c:pt idx="45">
                  <c:v>1.32329134869</c:v>
                </c:pt>
                <c:pt idx="46">
                  <c:v>-1.43487789648</c:v>
                </c:pt>
                <c:pt idx="47">
                  <c:v>-0.0630525121557</c:v>
                </c:pt>
                <c:pt idx="48">
                  <c:v>0.252868247184</c:v>
                </c:pt>
                <c:pt idx="49">
                  <c:v>1.3168002915</c:v>
                </c:pt>
                <c:pt idx="50">
                  <c:v>-1.34669619299</c:v>
                </c:pt>
                <c:pt idx="51">
                  <c:v>1.45197347874</c:v>
                </c:pt>
                <c:pt idx="52">
                  <c:v>1.85850969896</c:v>
                </c:pt>
                <c:pt idx="53">
                  <c:v>-1.14513450523</c:v>
                </c:pt>
                <c:pt idx="54">
                  <c:v>2.85625846503</c:v>
                </c:pt>
                <c:pt idx="55">
                  <c:v>0.166535611312</c:v>
                </c:pt>
                <c:pt idx="56">
                  <c:v>-0.910128520199</c:v>
                </c:pt>
                <c:pt idx="57">
                  <c:v>0.521526955762</c:v>
                </c:pt>
                <c:pt idx="58">
                  <c:v>-1.49697936075</c:v>
                </c:pt>
                <c:pt idx="59">
                  <c:v>-0.451644505707</c:v>
                </c:pt>
                <c:pt idx="60">
                  <c:v>0.15443843383</c:v>
                </c:pt>
                <c:pt idx="61">
                  <c:v>-0.0701211690403</c:v>
                </c:pt>
                <c:pt idx="62">
                  <c:v>1.15862718111</c:v>
                </c:pt>
                <c:pt idx="63">
                  <c:v>-0.246179114581</c:v>
                </c:pt>
                <c:pt idx="64">
                  <c:v>0.270326485285</c:v>
                </c:pt>
                <c:pt idx="65">
                  <c:v>0.856480714072</c:v>
                </c:pt>
                <c:pt idx="66">
                  <c:v>-0.0842015875126</c:v>
                </c:pt>
                <c:pt idx="67">
                  <c:v>0.806067715335</c:v>
                </c:pt>
                <c:pt idx="68">
                  <c:v>0.26936010478</c:v>
                </c:pt>
                <c:pt idx="69">
                  <c:v>-1.07251816336</c:v>
                </c:pt>
                <c:pt idx="70">
                  <c:v>0.402263456826</c:v>
                </c:pt>
                <c:pt idx="71">
                  <c:v>0.698958547322</c:v>
                </c:pt>
                <c:pt idx="72">
                  <c:v>-0.0164810350049</c:v>
                </c:pt>
                <c:pt idx="73">
                  <c:v>0.292664865627</c:v>
                </c:pt>
                <c:pt idx="74">
                  <c:v>0.108297838271</c:v>
                </c:pt>
                <c:pt idx="75">
                  <c:v>1.44599238962</c:v>
                </c:pt>
                <c:pt idx="76">
                  <c:v>0.6521748034</c:v>
                </c:pt>
                <c:pt idx="77">
                  <c:v>-0.368263266326</c:v>
                </c:pt>
                <c:pt idx="78">
                  <c:v>0.00651837795422</c:v>
                </c:pt>
                <c:pt idx="79">
                  <c:v>1.20090069987</c:v>
                </c:pt>
                <c:pt idx="80">
                  <c:v>-0.833715996576</c:v>
                </c:pt>
                <c:pt idx="81">
                  <c:v>-1.98545035795</c:v>
                </c:pt>
                <c:pt idx="82">
                  <c:v>-1.18941428332</c:v>
                </c:pt>
                <c:pt idx="83">
                  <c:v>-0.685105953322</c:v>
                </c:pt>
                <c:pt idx="84">
                  <c:v>-1.87011927769</c:v>
                </c:pt>
                <c:pt idx="85">
                  <c:v>0.139898209959</c:v>
                </c:pt>
                <c:pt idx="86">
                  <c:v>-0.0873238301667</c:v>
                </c:pt>
                <c:pt idx="87">
                  <c:v>-0.534500028458</c:v>
                </c:pt>
                <c:pt idx="88">
                  <c:v>-0.739182925459</c:v>
                </c:pt>
                <c:pt idx="89">
                  <c:v>1.02732626307</c:v>
                </c:pt>
                <c:pt idx="90">
                  <c:v>-1.29813608737</c:v>
                </c:pt>
                <c:pt idx="91">
                  <c:v>-1.7666444315</c:v>
                </c:pt>
                <c:pt idx="92">
                  <c:v>-0.0480298252181</c:v>
                </c:pt>
                <c:pt idx="93">
                  <c:v>-0.453605401007</c:v>
                </c:pt>
                <c:pt idx="94">
                  <c:v>1.69856972941</c:v>
                </c:pt>
                <c:pt idx="95">
                  <c:v>0.219529819977</c:v>
                </c:pt>
                <c:pt idx="96">
                  <c:v>-1.45074441558</c:v>
                </c:pt>
                <c:pt idx="97">
                  <c:v>0.890402034494</c:v>
                </c:pt>
                <c:pt idx="98">
                  <c:v>-1.03934008333</c:v>
                </c:pt>
                <c:pt idx="99">
                  <c:v>-0.132852339572</c:v>
                </c:pt>
                <c:pt idx="100">
                  <c:v>-0.321278849757</c:v>
                </c:pt>
                <c:pt idx="101">
                  <c:v>0.890026679015</c:v>
                </c:pt>
                <c:pt idx="102">
                  <c:v>-1.160392239</c:v>
                </c:pt>
                <c:pt idx="103">
                  <c:v>-0.519059350899</c:v>
                </c:pt>
                <c:pt idx="104">
                  <c:v>0.657619752454</c:v>
                </c:pt>
                <c:pt idx="105">
                  <c:v>1.23664703914</c:v>
                </c:pt>
                <c:pt idx="106">
                  <c:v>0.856884805726</c:v>
                </c:pt>
                <c:pt idx="107">
                  <c:v>1.543417372</c:v>
                </c:pt>
                <c:pt idx="108">
                  <c:v>-0.321854210487</c:v>
                </c:pt>
                <c:pt idx="109">
                  <c:v>0.928924603152</c:v>
                </c:pt>
                <c:pt idx="110">
                  <c:v>-0.577294415116</c:v>
                </c:pt>
                <c:pt idx="111">
                  <c:v>-0.670267017489</c:v>
                </c:pt>
                <c:pt idx="112">
                  <c:v>1.67267773904</c:v>
                </c:pt>
                <c:pt idx="113">
                  <c:v>0.0684575397618</c:v>
                </c:pt>
                <c:pt idx="114">
                  <c:v>-2.06474597366</c:v>
                </c:pt>
                <c:pt idx="115">
                  <c:v>0.372382192247</c:v>
                </c:pt>
                <c:pt idx="116">
                  <c:v>-1.001611894</c:v>
                </c:pt>
                <c:pt idx="117">
                  <c:v>1.12760720073</c:v>
                </c:pt>
                <c:pt idx="118">
                  <c:v>0.0908311079582</c:v>
                </c:pt>
                <c:pt idx="119">
                  <c:v>0.0527202486429</c:v>
                </c:pt>
                <c:pt idx="120">
                  <c:v>1.04679288373</c:v>
                </c:pt>
                <c:pt idx="121">
                  <c:v>-0.0162858997874</c:v>
                </c:pt>
                <c:pt idx="122">
                  <c:v>-0.697579502291</c:v>
                </c:pt>
                <c:pt idx="123">
                  <c:v>-1.23149610516</c:v>
                </c:pt>
                <c:pt idx="124">
                  <c:v>-1.51824536046</c:v>
                </c:pt>
                <c:pt idx="125">
                  <c:v>-1.08394841674</c:v>
                </c:pt>
                <c:pt idx="126">
                  <c:v>-0.0231831287812</c:v>
                </c:pt>
                <c:pt idx="127">
                  <c:v>0.936903636495</c:v>
                </c:pt>
                <c:pt idx="128">
                  <c:v>-0.943226262606</c:v>
                </c:pt>
                <c:pt idx="129">
                  <c:v>-2.53743419329</c:v>
                </c:pt>
                <c:pt idx="130">
                  <c:v>0.293223063128</c:v>
                </c:pt>
                <c:pt idx="131">
                  <c:v>0.0254570216168</c:v>
                </c:pt>
                <c:pt idx="132">
                  <c:v>0.945752455051</c:v>
                </c:pt>
                <c:pt idx="133">
                  <c:v>-0.28958895511</c:v>
                </c:pt>
                <c:pt idx="134">
                  <c:v>-0.175519191309</c:v>
                </c:pt>
                <c:pt idx="135">
                  <c:v>-0.841698138635</c:v>
                </c:pt>
                <c:pt idx="136">
                  <c:v>0.438219770115</c:v>
                </c:pt>
                <c:pt idx="137">
                  <c:v>-0.508592690055</c:v>
                </c:pt>
                <c:pt idx="138">
                  <c:v>2.15561383535</c:v>
                </c:pt>
                <c:pt idx="139">
                  <c:v>-1.43506484092</c:v>
                </c:pt>
                <c:pt idx="140">
                  <c:v>-0.0931008934414</c:v>
                </c:pt>
                <c:pt idx="141">
                  <c:v>2.09880882002</c:v>
                </c:pt>
                <c:pt idx="142">
                  <c:v>-0.697798885637</c:v>
                </c:pt>
                <c:pt idx="143">
                  <c:v>-0.681667801476</c:v>
                </c:pt>
                <c:pt idx="144">
                  <c:v>-0.525201985101</c:v>
                </c:pt>
                <c:pt idx="145">
                  <c:v>1.21023438311</c:v>
                </c:pt>
                <c:pt idx="146">
                  <c:v>0.661816954696</c:v>
                </c:pt>
                <c:pt idx="147">
                  <c:v>-0.428916426509</c:v>
                </c:pt>
                <c:pt idx="148">
                  <c:v>-0.388479620284</c:v>
                </c:pt>
                <c:pt idx="149">
                  <c:v>0.188328635974</c:v>
                </c:pt>
                <c:pt idx="150">
                  <c:v>1.09108971563</c:v>
                </c:pt>
                <c:pt idx="151">
                  <c:v>0.344346344382</c:v>
                </c:pt>
                <c:pt idx="152">
                  <c:v>-1.31833600362</c:v>
                </c:pt>
                <c:pt idx="153">
                  <c:v>-0.642100750808</c:v>
                </c:pt>
                <c:pt idx="154">
                  <c:v>1.23990869297</c:v>
                </c:pt>
                <c:pt idx="155">
                  <c:v>1.0894754335</c:v>
                </c:pt>
                <c:pt idx="156">
                  <c:v>0.430470696595</c:v>
                </c:pt>
                <c:pt idx="157">
                  <c:v>0.71854648428</c:v>
                </c:pt>
                <c:pt idx="158">
                  <c:v>0.46549343435</c:v>
                </c:pt>
                <c:pt idx="159">
                  <c:v>-0.287442584597</c:v>
                </c:pt>
                <c:pt idx="160">
                  <c:v>1.30963093751</c:v>
                </c:pt>
                <c:pt idx="161">
                  <c:v>0.333859931599</c:v>
                </c:pt>
                <c:pt idx="162">
                  <c:v>-0.296281867278</c:v>
                </c:pt>
                <c:pt idx="163">
                  <c:v>-0.268394251208</c:v>
                </c:pt>
                <c:pt idx="164">
                  <c:v>2.58782312595</c:v>
                </c:pt>
                <c:pt idx="165">
                  <c:v>0.416754259729</c:v>
                </c:pt>
                <c:pt idx="166">
                  <c:v>1.09422514381</c:v>
                </c:pt>
                <c:pt idx="167">
                  <c:v>-0.546572149144</c:v>
                </c:pt>
                <c:pt idx="168">
                  <c:v>-0.39652934484</c:v>
                </c:pt>
                <c:pt idx="169">
                  <c:v>1.83587843233</c:v>
                </c:pt>
                <c:pt idx="170">
                  <c:v>-0.390705978302</c:v>
                </c:pt>
                <c:pt idx="171">
                  <c:v>-0.132941772812</c:v>
                </c:pt>
                <c:pt idx="172">
                  <c:v>-0.4868475952</c:v>
                </c:pt>
                <c:pt idx="173">
                  <c:v>-0.193425849693</c:v>
                </c:pt>
                <c:pt idx="174">
                  <c:v>-0.285449071064</c:v>
                </c:pt>
                <c:pt idx="175">
                  <c:v>1.51981203248</c:v>
                </c:pt>
                <c:pt idx="176">
                  <c:v>-0.648136785299</c:v>
                </c:pt>
                <c:pt idx="177">
                  <c:v>-1.64883305989</c:v>
                </c:pt>
                <c:pt idx="178">
                  <c:v>0.493554623293</c:v>
                </c:pt>
                <c:pt idx="179">
                  <c:v>-0.348384445258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沿光轴位置 z（μm）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横向位置 x（μm）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Data'!$A$2:$A$122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Data'!$B$2:$B$122</c:f>
              <c:numCache>
                <c:formatCode>0</c:formatCode>
                <c:ptCount val="121"/>
                <c:pt idx="0">
                  <c:v>40</c:v>
                </c:pt>
                <c:pt idx="1">
                  <c:v>41.5023489441</c:v>
                </c:pt>
                <c:pt idx="2">
                  <c:v>41.0701785957</c:v>
                </c:pt>
                <c:pt idx="3">
                  <c:v>40.4036594611</c:v>
                </c:pt>
                <c:pt idx="4">
                  <c:v>40.1180745749</c:v>
                </c:pt>
                <c:pt idx="5">
                  <c:v>40.2358144358</c:v>
                </c:pt>
                <c:pt idx="6">
                  <c:v>42.0618280532</c:v>
                </c:pt>
                <c:pt idx="7">
                  <c:v>44.0362478658</c:v>
                </c:pt>
                <c:pt idx="8">
                  <c:v>43.0023492897</c:v>
                </c:pt>
                <c:pt idx="9">
                  <c:v>40.1787711114</c:v>
                </c:pt>
                <c:pt idx="10">
                  <c:v>41.7064088868</c:v>
                </c:pt>
                <c:pt idx="11">
                  <c:v>41.1945614152</c:v>
                </c:pt>
                <c:pt idx="12">
                  <c:v>39.9521935357</c:v>
                </c:pt>
                <c:pt idx="13">
                  <c:v>38.9977192053</c:v>
                </c:pt>
                <c:pt idx="14">
                  <c:v>37.8080399304</c:v>
                </c:pt>
                <c:pt idx="15">
                  <c:v>35.4547602525</c:v>
                </c:pt>
                <c:pt idx="16">
                  <c:v>36.0508070946</c:v>
                </c:pt>
                <c:pt idx="17">
                  <c:v>37.4216406912</c:v>
                </c:pt>
                <c:pt idx="18">
                  <c:v>36.3103877958</c:v>
                </c:pt>
                <c:pt idx="19">
                  <c:v>37.4410258722</c:v>
                </c:pt>
                <c:pt idx="20">
                  <c:v>34.1309893641</c:v>
                </c:pt>
                <c:pt idx="21">
                  <c:v>35.5482036452</c:v>
                </c:pt>
                <c:pt idx="22">
                  <c:v>36.1241692108</c:v>
                </c:pt>
                <c:pt idx="23">
                  <c:v>36.0990251844</c:v>
                </c:pt>
                <c:pt idx="24">
                  <c:v>37.1971473494</c:v>
                </c:pt>
                <c:pt idx="25">
                  <c:v>39.7179613628</c:v>
                </c:pt>
                <c:pt idx="26">
                  <c:v>39.4323236396</c:v>
                </c:pt>
                <c:pt idx="27">
                  <c:v>38.9104137353</c:v>
                </c:pt>
                <c:pt idx="28">
                  <c:v>38.7967324684</c:v>
                </c:pt>
                <c:pt idx="29">
                  <c:v>39.2856896839</c:v>
                </c:pt>
                <c:pt idx="30">
                  <c:v>40.7399933333</c:v>
                </c:pt>
                <c:pt idx="31">
                  <c:v>38.5486104179</c:v>
                </c:pt>
                <c:pt idx="32">
                  <c:v>37.7571099087</c:v>
                </c:pt>
                <c:pt idx="33">
                  <c:v>37.1228645024</c:v>
                </c:pt>
                <c:pt idx="34">
                  <c:v>35.0587749568</c:v>
                </c:pt>
                <c:pt idx="35">
                  <c:v>36.6581246038</c:v>
                </c:pt>
                <c:pt idx="36">
                  <c:v>36.69093841</c:v>
                </c:pt>
                <c:pt idx="37">
                  <c:v>35.2392720278</c:v>
                </c:pt>
                <c:pt idx="38">
                  <c:v>32.3388449446</c:v>
                </c:pt>
                <c:pt idx="39">
                  <c:v>34.1494363217</c:v>
                </c:pt>
                <c:pt idx="40">
                  <c:v>34.1397474221</c:v>
                </c:pt>
                <c:pt idx="41">
                  <c:v>36.2953753066</c:v>
                </c:pt>
                <c:pt idx="42">
                  <c:v>35.1751452314</c:v>
                </c:pt>
                <c:pt idx="43">
                  <c:v>34.9065843584</c:v>
                </c:pt>
                <c:pt idx="44">
                  <c:v>36.0026019468</c:v>
                </c:pt>
                <c:pt idx="45">
                  <c:v>37.9126569385</c:v>
                </c:pt>
                <c:pt idx="46">
                  <c:v>37.3914645624</c:v>
                </c:pt>
                <c:pt idx="47">
                  <c:v>34.4250243943</c:v>
                </c:pt>
                <c:pt idx="48">
                  <c:v>38.0536006234</c:v>
                </c:pt>
                <c:pt idx="49">
                  <c:v>38.0032700835</c:v>
                </c:pt>
                <c:pt idx="50">
                  <c:v>37.297644985</c:v>
                </c:pt>
                <c:pt idx="51">
                  <c:v>37.9599013988</c:v>
                </c:pt>
                <c:pt idx="52">
                  <c:v>36.1315840411</c:v>
                </c:pt>
                <c:pt idx="53">
                  <c:v>36.1575580005</c:v>
                </c:pt>
                <c:pt idx="54">
                  <c:v>34.9673491198</c:v>
                </c:pt>
                <c:pt idx="55">
                  <c:v>36.8215327336</c:v>
                </c:pt>
                <c:pt idx="56">
                  <c:v>36.0659482693</c:v>
                </c:pt>
                <c:pt idx="57">
                  <c:v>34.6357642394</c:v>
                </c:pt>
                <c:pt idx="58">
                  <c:v>36.554575104</c:v>
                </c:pt>
                <c:pt idx="59">
                  <c:v>39.1309033571</c:v>
                </c:pt>
                <c:pt idx="60">
                  <c:v>41.8310852351</c:v>
                </c:pt>
                <c:pt idx="61">
                  <c:v>44.1616336671</c:v>
                </c:pt>
                <c:pt idx="62">
                  <c:v>43.3144711668</c:v>
                </c:pt>
                <c:pt idx="63">
                  <c:v>43.3922588908</c:v>
                </c:pt>
                <c:pt idx="64">
                  <c:v>44.9578871488</c:v>
                </c:pt>
                <c:pt idx="65">
                  <c:v>46.8500027551</c:v>
                </c:pt>
                <c:pt idx="66">
                  <c:v>49.5398769607</c:v>
                </c:pt>
                <c:pt idx="67">
                  <c:v>50.5003289564</c:v>
                </c:pt>
                <c:pt idx="68">
                  <c:v>44.5289541573</c:v>
                </c:pt>
                <c:pt idx="69">
                  <c:v>43.6146709017</c:v>
                </c:pt>
                <c:pt idx="70">
                  <c:v>43.3030292357</c:v>
                </c:pt>
                <c:pt idx="71">
                  <c:v>43.9159360538</c:v>
                </c:pt>
                <c:pt idx="72">
                  <c:v>44.2008983478</c:v>
                </c:pt>
                <c:pt idx="73">
                  <c:v>52.8420558039</c:v>
                </c:pt>
                <c:pt idx="74">
                  <c:v>58.2251655543</c:v>
                </c:pt>
                <c:pt idx="75">
                  <c:v>59.0377562748</c:v>
                </c:pt>
                <c:pt idx="76">
                  <c:v>57.1531394874</c:v>
                </c:pt>
                <c:pt idx="77">
                  <c:v>58.2652144606</c:v>
                </c:pt>
                <c:pt idx="78">
                  <c:v>59.9061871592</c:v>
                </c:pt>
                <c:pt idx="79">
                  <c:v>60.8285578145</c:v>
                </c:pt>
                <c:pt idx="80">
                  <c:v>63.3154697746</c:v>
                </c:pt>
                <c:pt idx="81">
                  <c:v>61.9916598032</c:v>
                </c:pt>
                <c:pt idx="82">
                  <c:v>57.8089011065</c:v>
                </c:pt>
                <c:pt idx="83">
                  <c:v>55.3045532725</c:v>
                </c:pt>
                <c:pt idx="84">
                  <c:v>56.7254489244</c:v>
                </c:pt>
                <c:pt idx="85">
                  <c:v>54.4976073712</c:v>
                </c:pt>
                <c:pt idx="86">
                  <c:v>55.5365866031</c:v>
                </c:pt>
                <c:pt idx="87">
                  <c:v>52.4505968922</c:v>
                </c:pt>
                <c:pt idx="88">
                  <c:v>54.7838567095</c:v>
                </c:pt>
                <c:pt idx="89">
                  <c:v>55.6879932147</c:v>
                </c:pt>
                <c:pt idx="90">
                  <c:v>55.5283476538</c:v>
                </c:pt>
                <c:pt idx="91">
                  <c:v>54.1819621007</c:v>
                </c:pt>
                <c:pt idx="92">
                  <c:v>59.6384282409</c:v>
                </c:pt>
                <c:pt idx="93">
                  <c:v>56.06453072</c:v>
                </c:pt>
                <c:pt idx="94">
                  <c:v>54.8673883099</c:v>
                </c:pt>
                <c:pt idx="95">
                  <c:v>54.279805673</c:v>
                </c:pt>
                <c:pt idx="96">
                  <c:v>51.3346804239</c:v>
                </c:pt>
                <c:pt idx="97">
                  <c:v>49.7766825203</c:v>
                </c:pt>
                <c:pt idx="98">
                  <c:v>47.1535519156</c:v>
                </c:pt>
                <c:pt idx="99">
                  <c:v>45.0611021356</c:v>
                </c:pt>
                <c:pt idx="100">
                  <c:v>43.2433596562</c:v>
                </c:pt>
                <c:pt idx="101">
                  <c:v>45.8646012336</c:v>
                </c:pt>
                <c:pt idx="102">
                  <c:v>46.8617007687</c:v>
                </c:pt>
                <c:pt idx="103">
                  <c:v>49.3575669155</c:v>
                </c:pt>
                <c:pt idx="104">
                  <c:v>45.3128644356</c:v>
                </c:pt>
                <c:pt idx="105">
                  <c:v>46.1153712385</c:v>
                </c:pt>
                <c:pt idx="106">
                  <c:v>46.060922328</c:v>
                </c:pt>
                <c:pt idx="107">
                  <c:v>45.4789542474</c:v>
                </c:pt>
                <c:pt idx="108">
                  <c:v>44.2780157646</c:v>
                </c:pt>
                <c:pt idx="109">
                  <c:v>44.0110647127</c:v>
                </c:pt>
                <c:pt idx="110">
                  <c:v>43.2738964497</c:v>
                </c:pt>
                <c:pt idx="111">
                  <c:v>45.9420697199</c:v>
                </c:pt>
                <c:pt idx="112">
                  <c:v>45.2196508707</c:v>
                </c:pt>
                <c:pt idx="113">
                  <c:v>48.3659484261</c:v>
                </c:pt>
                <c:pt idx="114">
                  <c:v>48.4792245962</c:v>
                </c:pt>
                <c:pt idx="115">
                  <c:v>49.2812160687</c:v>
                </c:pt>
                <c:pt idx="116">
                  <c:v>49.3222861374</c:v>
                </c:pt>
                <c:pt idx="117">
                  <c:v>45.4808476295</c:v>
                </c:pt>
                <c:pt idx="118">
                  <c:v>43.1412161038</c:v>
                </c:pt>
                <c:pt idx="119">
                  <c:v>40.3497437693</c:v>
                </c:pt>
                <c:pt idx="120">
                  <c:v>37.2339998417</c:v>
                </c:pt>
              </c:numCache>
            </c:numRef>
          </c:yVal>
        </c:ser>
        <c:ser>
          <c:idx val="1"/>
          <c:order val="1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Data'!$C$2:$C$122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Data'!$D$2:$D$122</c:f>
              <c:numCache>
                <c:formatCode>0</c:formatCode>
                <c:ptCount val="121"/>
                <c:pt idx="0">
                  <c:v>40</c:v>
                </c:pt>
                <c:pt idx="1">
                  <c:v>41.7104472131</c:v>
                </c:pt>
                <c:pt idx="2">
                  <c:v>39.7695375085</c:v>
                </c:pt>
                <c:pt idx="3">
                  <c:v>41.0475379304</c:v>
                </c:pt>
                <c:pt idx="4">
                  <c:v>39.586299771</c:v>
                </c:pt>
                <c:pt idx="5">
                  <c:v>39.71384575</c:v>
                </c:pt>
                <c:pt idx="6">
                  <c:v>36.7495352051</c:v>
                </c:pt>
                <c:pt idx="7">
                  <c:v>35.7462520166</c:v>
                </c:pt>
                <c:pt idx="8">
                  <c:v>37.2555153607</c:v>
                </c:pt>
                <c:pt idx="9">
                  <c:v>37.2568431924</c:v>
                </c:pt>
                <c:pt idx="10">
                  <c:v>37.5897806809</c:v>
                </c:pt>
                <c:pt idx="11">
                  <c:v>37.2216469937</c:v>
                </c:pt>
                <c:pt idx="12">
                  <c:v>39.1099421589</c:v>
                </c:pt>
                <c:pt idx="13">
                  <c:v>36.3223166207</c:v>
                </c:pt>
                <c:pt idx="14">
                  <c:v>37.8906835643</c:v>
                </c:pt>
                <c:pt idx="15">
                  <c:v>39.7058445903</c:v>
                </c:pt>
                <c:pt idx="16">
                  <c:v>39.9994929406</c:v>
                </c:pt>
                <c:pt idx="17">
                  <c:v>40.5474105786</c:v>
                </c:pt>
                <c:pt idx="18">
                  <c:v>39.1524291231</c:v>
                </c:pt>
                <c:pt idx="19">
                  <c:v>39.0505211015</c:v>
                </c:pt>
                <c:pt idx="20">
                  <c:v>37.7441138171</c:v>
                </c:pt>
                <c:pt idx="21">
                  <c:v>39.4884793321</c:v>
                </c:pt>
                <c:pt idx="22">
                  <c:v>40.762085169</c:v>
                </c:pt>
                <c:pt idx="23">
                  <c:v>37.8291184447</c:v>
                </c:pt>
                <c:pt idx="24">
                  <c:v>37.1225583165</c:v>
                </c:pt>
                <c:pt idx="25">
                  <c:v>36.9748510547</c:v>
                </c:pt>
                <c:pt idx="26">
                  <c:v>33.5227603267</c:v>
                </c:pt>
                <c:pt idx="27">
                  <c:v>34.2565761283</c:v>
                </c:pt>
                <c:pt idx="28">
                  <c:v>35.1071319141</c:v>
                </c:pt>
                <c:pt idx="29">
                  <c:v>33.8271025744</c:v>
                </c:pt>
                <c:pt idx="30">
                  <c:v>35.3539463229</c:v>
                </c:pt>
                <c:pt idx="31">
                  <c:v>34.0561555274</c:v>
                </c:pt>
                <c:pt idx="32">
                  <c:v>33.6911330449</c:v>
                </c:pt>
                <c:pt idx="33">
                  <c:v>33.4007263829</c:v>
                </c:pt>
                <c:pt idx="34">
                  <c:v>34.1809599542</c:v>
                </c:pt>
                <c:pt idx="35">
                  <c:v>34.1085604735</c:v>
                </c:pt>
                <c:pt idx="36">
                  <c:v>34.9657609924</c:v>
                </c:pt>
                <c:pt idx="37">
                  <c:v>34.8747675325</c:v>
                </c:pt>
                <c:pt idx="38">
                  <c:v>32.2368735574</c:v>
                </c:pt>
                <c:pt idx="39">
                  <c:v>33.5983205764</c:v>
                </c:pt>
                <c:pt idx="40">
                  <c:v>34.5341725188</c:v>
                </c:pt>
                <c:pt idx="41">
                  <c:v>33.6009881633</c:v>
                </c:pt>
                <c:pt idx="42">
                  <c:v>33.5851336156</c:v>
                </c:pt>
                <c:pt idx="43">
                  <c:v>35.1418672567</c:v>
                </c:pt>
                <c:pt idx="44">
                  <c:v>36.0584801451</c:v>
                </c:pt>
                <c:pt idx="45">
                  <c:v>34.5885155216</c:v>
                </c:pt>
                <c:pt idx="46">
                  <c:v>32.278362147</c:v>
                </c:pt>
                <c:pt idx="47">
                  <c:v>34.2567255086</c:v>
                </c:pt>
                <c:pt idx="48">
                  <c:v>32.6885613099</c:v>
                </c:pt>
                <c:pt idx="49">
                  <c:v>30.6139155384</c:v>
                </c:pt>
                <c:pt idx="50">
                  <c:v>26.8537231841</c:v>
                </c:pt>
                <c:pt idx="51">
                  <c:v>27.4242092609</c:v>
                </c:pt>
                <c:pt idx="52">
                  <c:v>25.9587866353</c:v>
                </c:pt>
                <c:pt idx="53">
                  <c:v>25.4672557628</c:v>
                </c:pt>
                <c:pt idx="54">
                  <c:v>24.9665480159</c:v>
                </c:pt>
                <c:pt idx="55">
                  <c:v>25.0205308347</c:v>
                </c:pt>
                <c:pt idx="56">
                  <c:v>26.3617969312</c:v>
                </c:pt>
                <c:pt idx="57">
                  <c:v>26.4183590947</c:v>
                </c:pt>
                <c:pt idx="58">
                  <c:v>26.9970938195</c:v>
                </c:pt>
                <c:pt idx="59">
                  <c:v>25.4632328623</c:v>
                </c:pt>
                <c:pt idx="60">
                  <c:v>24.8174598708</c:v>
                </c:pt>
                <c:pt idx="61">
                  <c:v>23.8333913656</c:v>
                </c:pt>
                <c:pt idx="62">
                  <c:v>23.1095316089</c:v>
                </c:pt>
                <c:pt idx="63">
                  <c:v>22.8732540345</c:v>
                </c:pt>
                <c:pt idx="64">
                  <c:v>22.4746127136</c:v>
                </c:pt>
                <c:pt idx="65">
                  <c:v>23.5374500645</c:v>
                </c:pt>
                <c:pt idx="66">
                  <c:v>22.1873153695</c:v>
                </c:pt>
                <c:pt idx="67">
                  <c:v>22.5326709061</c:v>
                </c:pt>
                <c:pt idx="68">
                  <c:v>22.7840730847</c:v>
                </c:pt>
                <c:pt idx="69">
                  <c:v>20.1979420666</c:v>
                </c:pt>
                <c:pt idx="70">
                  <c:v>21.5811615487</c:v>
                </c:pt>
                <c:pt idx="71">
                  <c:v>22.1204271051</c:v>
                </c:pt>
                <c:pt idx="72">
                  <c:v>22.335885049</c:v>
                </c:pt>
                <c:pt idx="73">
                  <c:v>22.2853480431</c:v>
                </c:pt>
                <c:pt idx="74">
                  <c:v>20.4352728113</c:v>
                </c:pt>
                <c:pt idx="75">
                  <c:v>19.4661466339</c:v>
                </c:pt>
                <c:pt idx="76">
                  <c:v>19.1421252796</c:v>
                </c:pt>
                <c:pt idx="77">
                  <c:v>19.016967254</c:v>
                </c:pt>
                <c:pt idx="78">
                  <c:v>20.3668580904</c:v>
                </c:pt>
                <c:pt idx="79">
                  <c:v>22.411838917</c:v>
                </c:pt>
                <c:pt idx="80">
                  <c:v>22.59728743</c:v>
                </c:pt>
                <c:pt idx="81">
                  <c:v>21.6708275699</c:v>
                </c:pt>
                <c:pt idx="82">
                  <c:v>22.1368331663</c:v>
                </c:pt>
                <c:pt idx="83">
                  <c:v>22.520629751</c:v>
                </c:pt>
                <c:pt idx="84">
                  <c:v>21.6693660701</c:v>
                </c:pt>
                <c:pt idx="85">
                  <c:v>21.6440697582</c:v>
                </c:pt>
                <c:pt idx="86">
                  <c:v>21.1661966078</c:v>
                </c:pt>
                <c:pt idx="87">
                  <c:v>21.5043517447</c:v>
                </c:pt>
                <c:pt idx="88">
                  <c:v>23.5005626266</c:v>
                </c:pt>
                <c:pt idx="89">
                  <c:v>22.0802117717</c:v>
                </c:pt>
                <c:pt idx="90">
                  <c:v>22.8534415926</c:v>
                </c:pt>
                <c:pt idx="91">
                  <c:v>24.1536428622</c:v>
                </c:pt>
                <c:pt idx="92">
                  <c:v>22.2896823159</c:v>
                </c:pt>
                <c:pt idx="93">
                  <c:v>23.4267454458</c:v>
                </c:pt>
                <c:pt idx="94">
                  <c:v>24.0445896299</c:v>
                </c:pt>
                <c:pt idx="95">
                  <c:v>25.363867928</c:v>
                </c:pt>
                <c:pt idx="96">
                  <c:v>25.8339965083</c:v>
                </c:pt>
                <c:pt idx="97">
                  <c:v>26.9368216471</c:v>
                </c:pt>
                <c:pt idx="98">
                  <c:v>27.1858938404</c:v>
                </c:pt>
                <c:pt idx="99">
                  <c:v>27.3045747276</c:v>
                </c:pt>
                <c:pt idx="100">
                  <c:v>27.0061102285</c:v>
                </c:pt>
                <c:pt idx="101">
                  <c:v>24.9750923934</c:v>
                </c:pt>
                <c:pt idx="102">
                  <c:v>24.2811027399</c:v>
                </c:pt>
                <c:pt idx="103">
                  <c:v>23.5553072789</c:v>
                </c:pt>
                <c:pt idx="104">
                  <c:v>22.6489325919</c:v>
                </c:pt>
                <c:pt idx="105">
                  <c:v>22.9240587834</c:v>
                </c:pt>
                <c:pt idx="106">
                  <c:v>21.7154121797</c:v>
                </c:pt>
                <c:pt idx="107">
                  <c:v>23.3427164773</c:v>
                </c:pt>
                <c:pt idx="108">
                  <c:v>25.9630657195</c:v>
                </c:pt>
                <c:pt idx="109">
                  <c:v>25.6584253281</c:v>
                </c:pt>
                <c:pt idx="110">
                  <c:v>23.177812151</c:v>
                </c:pt>
                <c:pt idx="111">
                  <c:v>23.609660617</c:v>
                </c:pt>
                <c:pt idx="112">
                  <c:v>22.8127554998</c:v>
                </c:pt>
                <c:pt idx="113">
                  <c:v>21.8970947577</c:v>
                </c:pt>
                <c:pt idx="114">
                  <c:v>20.0005888229</c:v>
                </c:pt>
                <c:pt idx="115">
                  <c:v>21.2466722217</c:v>
                </c:pt>
                <c:pt idx="116">
                  <c:v>21.3945503248</c:v>
                </c:pt>
                <c:pt idx="117">
                  <c:v>22.7210269963</c:v>
                </c:pt>
                <c:pt idx="118">
                  <c:v>23.1704854873</c:v>
                </c:pt>
                <c:pt idx="119">
                  <c:v>25.5644512072</c:v>
                </c:pt>
                <c:pt idx="120">
                  <c:v>26.9343089628</c:v>
                </c:pt>
              </c:numCache>
            </c:numRef>
          </c:yVal>
        </c:ser>
        <c:ser>
          <c:idx val="2"/>
          <c:order val="2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Data'!$E$2:$E$122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Data'!$F$2:$F$122</c:f>
              <c:numCache>
                <c:formatCode>0</c:formatCode>
                <c:ptCount val="121"/>
                <c:pt idx="0">
                  <c:v>40</c:v>
                </c:pt>
                <c:pt idx="1">
                  <c:v>36.3627572352</c:v>
                </c:pt>
                <c:pt idx="2">
                  <c:v>39.1455770386</c:v>
                </c:pt>
                <c:pt idx="3">
                  <c:v>40.2979221933</c:v>
                </c:pt>
                <c:pt idx="4">
                  <c:v>41.3800202656</c:v>
                </c:pt>
                <c:pt idx="5">
                  <c:v>43.9999322273</c:v>
                </c:pt>
                <c:pt idx="6">
                  <c:v>40.4042875612</c:v>
                </c:pt>
                <c:pt idx="7">
                  <c:v>40.3517475626</c:v>
                </c:pt>
                <c:pt idx="8">
                  <c:v>41.7098345391</c:v>
                </c:pt>
                <c:pt idx="9">
                  <c:v>39.3956331195</c:v>
                </c:pt>
                <c:pt idx="10">
                  <c:v>39.1126154127</c:v>
                </c:pt>
                <c:pt idx="11">
                  <c:v>38.6010309242</c:v>
                </c:pt>
                <c:pt idx="12">
                  <c:v>38.0943036936</c:v>
                </c:pt>
                <c:pt idx="13">
                  <c:v>38.2906651123</c:v>
                </c:pt>
                <c:pt idx="14">
                  <c:v>40.2923411886</c:v>
                </c:pt>
                <c:pt idx="15">
                  <c:v>41.525194433</c:v>
                </c:pt>
                <c:pt idx="16">
                  <c:v>41.5034768666</c:v>
                </c:pt>
                <c:pt idx="17">
                  <c:v>39.9083681242</c:v>
                </c:pt>
                <c:pt idx="18">
                  <c:v>38.8405169572</c:v>
                </c:pt>
                <c:pt idx="19">
                  <c:v>40.3024971171</c:v>
                </c:pt>
                <c:pt idx="20">
                  <c:v>39.5091482257</c:v>
                </c:pt>
                <c:pt idx="21">
                  <c:v>38.8706457183</c:v>
                </c:pt>
                <c:pt idx="22">
                  <c:v>38.986447633</c:v>
                </c:pt>
                <c:pt idx="23">
                  <c:v>40.5228152074</c:v>
                </c:pt>
                <c:pt idx="24">
                  <c:v>38.3438606556</c:v>
                </c:pt>
                <c:pt idx="25">
                  <c:v>37.8367608264</c:v>
                </c:pt>
                <c:pt idx="26">
                  <c:v>38.964654391</c:v>
                </c:pt>
                <c:pt idx="27">
                  <c:v>42.4157693392</c:v>
                </c:pt>
                <c:pt idx="28">
                  <c:v>41.9757063075</c:v>
                </c:pt>
                <c:pt idx="29">
                  <c:v>43.8035442698</c:v>
                </c:pt>
                <c:pt idx="30">
                  <c:v>41.5510605187</c:v>
                </c:pt>
                <c:pt idx="31">
                  <c:v>39.3135629274</c:v>
                </c:pt>
                <c:pt idx="32">
                  <c:v>39.5969873344</c:v>
                </c:pt>
                <c:pt idx="33">
                  <c:v>40.8479935344</c:v>
                </c:pt>
                <c:pt idx="34">
                  <c:v>37.9589011683</c:v>
                </c:pt>
                <c:pt idx="35">
                  <c:v>38.9836894845</c:v>
                </c:pt>
                <c:pt idx="36">
                  <c:v>38.8096508554</c:v>
                </c:pt>
                <c:pt idx="37">
                  <c:v>39.1814480181</c:v>
                </c:pt>
                <c:pt idx="38">
                  <c:v>40.3826551359</c:v>
                </c:pt>
                <c:pt idx="39">
                  <c:v>39.9997067668</c:v>
                </c:pt>
                <c:pt idx="40">
                  <c:v>41.9411632976</c:v>
                </c:pt>
                <c:pt idx="41">
                  <c:v>43.8405910841</c:v>
                </c:pt>
                <c:pt idx="42">
                  <c:v>44.2789277621</c:v>
                </c:pt>
                <c:pt idx="43">
                  <c:v>43.9937043164</c:v>
                </c:pt>
                <c:pt idx="44">
                  <c:v>40.5386411626</c:v>
                </c:pt>
                <c:pt idx="45">
                  <c:v>40.1202886526</c:v>
                </c:pt>
                <c:pt idx="46">
                  <c:v>41.8207127075</c:v>
                </c:pt>
                <c:pt idx="47">
                  <c:v>39.6520997272</c:v>
                </c:pt>
                <c:pt idx="48">
                  <c:v>38.411185805</c:v>
                </c:pt>
                <c:pt idx="49">
                  <c:v>38.4370624132</c:v>
                </c:pt>
                <c:pt idx="50">
                  <c:v>40.132920091</c:v>
                </c:pt>
                <c:pt idx="51">
                  <c:v>40.7542289405</c:v>
                </c:pt>
                <c:pt idx="52">
                  <c:v>40.2890412434</c:v>
                </c:pt>
                <c:pt idx="53">
                  <c:v>38.4586246675</c:v>
                </c:pt>
                <c:pt idx="54">
                  <c:v>37.7846546895</c:v>
                </c:pt>
                <c:pt idx="55">
                  <c:v>37.7821500661</c:v>
                </c:pt>
                <c:pt idx="56">
                  <c:v>38.4037523768</c:v>
                </c:pt>
                <c:pt idx="57">
                  <c:v>39.0555335973</c:v>
                </c:pt>
                <c:pt idx="58">
                  <c:v>38.1079416459</c:v>
                </c:pt>
                <c:pt idx="59">
                  <c:v>33.879354231</c:v>
                </c:pt>
                <c:pt idx="60">
                  <c:v>34.9604640638</c:v>
                </c:pt>
                <c:pt idx="61">
                  <c:v>34.374518773</c:v>
                </c:pt>
                <c:pt idx="62">
                  <c:v>34.1719275282</c:v>
                </c:pt>
                <c:pt idx="63">
                  <c:v>33.5206785116</c:v>
                </c:pt>
                <c:pt idx="64">
                  <c:v>35.2168673055</c:v>
                </c:pt>
                <c:pt idx="65">
                  <c:v>36.0895439398</c:v>
                </c:pt>
                <c:pt idx="66">
                  <c:v>36.0757142497</c:v>
                </c:pt>
                <c:pt idx="67">
                  <c:v>36.2839694109</c:v>
                </c:pt>
                <c:pt idx="68">
                  <c:v>35.7073714781</c:v>
                </c:pt>
                <c:pt idx="69">
                  <c:v>36.5335300742</c:v>
                </c:pt>
                <c:pt idx="70">
                  <c:v>38.6168541803</c:v>
                </c:pt>
                <c:pt idx="71">
                  <c:v>39.8964688544</c:v>
                </c:pt>
                <c:pt idx="72">
                  <c:v>41.9493248947</c:v>
                </c:pt>
                <c:pt idx="73">
                  <c:v>37.5988299876</c:v>
                </c:pt>
                <c:pt idx="74">
                  <c:v>39.7748626222</c:v>
                </c:pt>
                <c:pt idx="75">
                  <c:v>39.894457147</c:v>
                </c:pt>
                <c:pt idx="76">
                  <c:v>44.5628959913</c:v>
                </c:pt>
                <c:pt idx="77">
                  <c:v>44.6019557448</c:v>
                </c:pt>
                <c:pt idx="78">
                  <c:v>45.0726922233</c:v>
                </c:pt>
                <c:pt idx="79">
                  <c:v>45.6633257243</c:v>
                </c:pt>
                <c:pt idx="80">
                  <c:v>46.44489004</c:v>
                </c:pt>
                <c:pt idx="81">
                  <c:v>48.4686260579</c:v>
                </c:pt>
                <c:pt idx="82">
                  <c:v>47.2186299521</c:v>
                </c:pt>
                <c:pt idx="83">
                  <c:v>53.0829454618</c:v>
                </c:pt>
                <c:pt idx="84">
                  <c:v>56.1214213555</c:v>
                </c:pt>
                <c:pt idx="85">
                  <c:v>53.6006391923</c:v>
                </c:pt>
                <c:pt idx="86">
                  <c:v>57.4208591025</c:v>
                </c:pt>
                <c:pt idx="87">
                  <c:v>62.6344237582</c:v>
                </c:pt>
                <c:pt idx="88">
                  <c:v>66.8754553609</c:v>
                </c:pt>
                <c:pt idx="89">
                  <c:v>66.1641030882</c:v>
                </c:pt>
                <c:pt idx="90">
                  <c:v>63.4368827407</c:v>
                </c:pt>
                <c:pt idx="91">
                  <c:v>63.957267031</c:v>
                </c:pt>
                <c:pt idx="92">
                  <c:v>61.1623075796</c:v>
                </c:pt>
                <c:pt idx="93">
                  <c:v>57.1545360389</c:v>
                </c:pt>
                <c:pt idx="94">
                  <c:v>56.7554818725</c:v>
                </c:pt>
                <c:pt idx="95">
                  <c:v>61.4991438637</c:v>
                </c:pt>
                <c:pt idx="96">
                  <c:v>59.2108550961</c:v>
                </c:pt>
                <c:pt idx="97">
                  <c:v>66.1804164045</c:v>
                </c:pt>
                <c:pt idx="98">
                  <c:v>70.5901794769</c:v>
                </c:pt>
                <c:pt idx="99">
                  <c:v>69.6364853854</c:v>
                </c:pt>
                <c:pt idx="100">
                  <c:v>74.2126788355</c:v>
                </c:pt>
                <c:pt idx="101">
                  <c:v>70.9489965238</c:v>
                </c:pt>
                <c:pt idx="102">
                  <c:v>71.2725214413</c:v>
                </c:pt>
                <c:pt idx="103">
                  <c:v>71.774256969</c:v>
                </c:pt>
                <c:pt idx="104">
                  <c:v>65.7240827208</c:v>
                </c:pt>
                <c:pt idx="105">
                  <c:v>64.5806716317</c:v>
                </c:pt>
                <c:pt idx="106">
                  <c:v>67.3695838879</c:v>
                </c:pt>
                <c:pt idx="107">
                  <c:v>64.6821526573</c:v>
                </c:pt>
                <c:pt idx="108">
                  <c:v>73.3759633971</c:v>
                </c:pt>
                <c:pt idx="109">
                  <c:v>76.5600017166</c:v>
                </c:pt>
                <c:pt idx="110">
                  <c:v>72.4630536367</c:v>
                </c:pt>
                <c:pt idx="111">
                  <c:v>71.7738629393</c:v>
                </c:pt>
                <c:pt idx="112">
                  <c:v>73.7592195255</c:v>
                </c:pt>
                <c:pt idx="113">
                  <c:v>72.8270322686</c:v>
                </c:pt>
                <c:pt idx="114">
                  <c:v>71.5142002588</c:v>
                </c:pt>
                <c:pt idx="115">
                  <c:v>71.2718717265</c:v>
                </c:pt>
                <c:pt idx="116">
                  <c:v>77.3319410944</c:v>
                </c:pt>
                <c:pt idx="117">
                  <c:v>77.2037753213</c:v>
                </c:pt>
                <c:pt idx="118">
                  <c:v>78.4628753063</c:v>
                </c:pt>
                <c:pt idx="119">
                  <c:v>83.5917647595</c:v>
                </c:pt>
                <c:pt idx="120">
                  <c:v>80.4415191465</c:v>
                </c:pt>
              </c:numCache>
            </c:numRef>
          </c:yVal>
        </c:ser>
        <c:ser>
          <c:idx val="3"/>
          <c:order val="3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Data'!$G$2:$G$122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Data'!$H$2:$H$122</c:f>
              <c:numCache>
                <c:formatCode>0</c:formatCode>
                <c:ptCount val="121"/>
                <c:pt idx="0">
                  <c:v>40</c:v>
                </c:pt>
                <c:pt idx="1">
                  <c:v>43.4088342079</c:v>
                </c:pt>
                <c:pt idx="2">
                  <c:v>47.0706967002</c:v>
                </c:pt>
                <c:pt idx="3">
                  <c:v>46.1305935111</c:v>
                </c:pt>
                <c:pt idx="4">
                  <c:v>45.4710408678</c:v>
                </c:pt>
                <c:pt idx="5">
                  <c:v>50.9824109397</c:v>
                </c:pt>
                <c:pt idx="6">
                  <c:v>50.4901390316</c:v>
                </c:pt>
                <c:pt idx="7">
                  <c:v>50.0173674283</c:v>
                </c:pt>
                <c:pt idx="8">
                  <c:v>49.620395651</c:v>
                </c:pt>
                <c:pt idx="9">
                  <c:v>52.3951633308</c:v>
                </c:pt>
                <c:pt idx="10">
                  <c:v>51.3030081699</c:v>
                </c:pt>
                <c:pt idx="11">
                  <c:v>50.2340939117</c:v>
                </c:pt>
                <c:pt idx="12">
                  <c:v>51.2558404232</c:v>
                </c:pt>
                <c:pt idx="13">
                  <c:v>54.0961185196</c:v>
                </c:pt>
                <c:pt idx="14">
                  <c:v>55.2914901636</c:v>
                </c:pt>
                <c:pt idx="15">
                  <c:v>55.4321800978</c:v>
                </c:pt>
                <c:pt idx="16">
                  <c:v>53.4327765821</c:v>
                </c:pt>
                <c:pt idx="17">
                  <c:v>48.5585025823</c:v>
                </c:pt>
                <c:pt idx="18">
                  <c:v>49.2804643119</c:v>
                </c:pt>
                <c:pt idx="19">
                  <c:v>50.5037873521</c:v>
                </c:pt>
                <c:pt idx="20">
                  <c:v>49.7519161649</c:v>
                </c:pt>
                <c:pt idx="21">
                  <c:v>47.8041024274</c:v>
                </c:pt>
                <c:pt idx="22">
                  <c:v>44.1741885091</c:v>
                </c:pt>
                <c:pt idx="23">
                  <c:v>42.9377125366</c:v>
                </c:pt>
                <c:pt idx="24">
                  <c:v>38.6740781013</c:v>
                </c:pt>
                <c:pt idx="25">
                  <c:v>37.8147115271</c:v>
                </c:pt>
                <c:pt idx="26">
                  <c:v>39.9116018047</c:v>
                </c:pt>
                <c:pt idx="27">
                  <c:v>40.0004879203</c:v>
                </c:pt>
                <c:pt idx="28">
                  <c:v>38.5260759577</c:v>
                </c:pt>
                <c:pt idx="29">
                  <c:v>37.1558802534</c:v>
                </c:pt>
                <c:pt idx="30">
                  <c:v>38.7821256583</c:v>
                </c:pt>
                <c:pt idx="31">
                  <c:v>39.149401488</c:v>
                </c:pt>
                <c:pt idx="32">
                  <c:v>43.0271853185</c:v>
                </c:pt>
                <c:pt idx="33">
                  <c:v>45.6871283761</c:v>
                </c:pt>
                <c:pt idx="34">
                  <c:v>48.2559159398</c:v>
                </c:pt>
                <c:pt idx="35">
                  <c:v>47.3494156454</c:v>
                </c:pt>
                <c:pt idx="36">
                  <c:v>51.5657228743</c:v>
                </c:pt>
                <c:pt idx="37">
                  <c:v>51.6339219616</c:v>
                </c:pt>
                <c:pt idx="38">
                  <c:v>57.714535238</c:v>
                </c:pt>
                <c:pt idx="39">
                  <c:v>61.0954500247</c:v>
                </c:pt>
                <c:pt idx="40">
                  <c:v>59.8286407074</c:v>
                </c:pt>
                <c:pt idx="41">
                  <c:v>59.0464803381</c:v>
                </c:pt>
                <c:pt idx="42">
                  <c:v>57.5252126474</c:v>
                </c:pt>
                <c:pt idx="43">
                  <c:v>53.98896816</c:v>
                </c:pt>
                <c:pt idx="44">
                  <c:v>54.0125613862</c:v>
                </c:pt>
                <c:pt idx="45">
                  <c:v>54.301649423</c:v>
                </c:pt>
                <c:pt idx="46">
                  <c:v>51.1713241065</c:v>
                </c:pt>
                <c:pt idx="47">
                  <c:v>52.9527144965</c:v>
                </c:pt>
                <c:pt idx="48">
                  <c:v>52.3562276473</c:v>
                </c:pt>
                <c:pt idx="49">
                  <c:v>53.4263329685</c:v>
                </c:pt>
                <c:pt idx="50">
                  <c:v>53.935621713</c:v>
                </c:pt>
                <c:pt idx="51">
                  <c:v>52.3071225555</c:v>
                </c:pt>
                <c:pt idx="52">
                  <c:v>49.516173293</c:v>
                </c:pt>
                <c:pt idx="53">
                  <c:v>45.5373071924</c:v>
                </c:pt>
                <c:pt idx="54">
                  <c:v>44.9671836974</c:v>
                </c:pt>
                <c:pt idx="55">
                  <c:v>50.5312667617</c:v>
                </c:pt>
                <c:pt idx="56">
                  <c:v>51.1598570216</c:v>
                </c:pt>
                <c:pt idx="57">
                  <c:v>48.5848198684</c:v>
                </c:pt>
                <c:pt idx="58">
                  <c:v>46.9051455768</c:v>
                </c:pt>
                <c:pt idx="59">
                  <c:v>44.8758940919</c:v>
                </c:pt>
                <c:pt idx="60">
                  <c:v>41.4871789938</c:v>
                </c:pt>
                <c:pt idx="61">
                  <c:v>41.903027903</c:v>
                </c:pt>
                <c:pt idx="62">
                  <c:v>40.9745102941</c:v>
                </c:pt>
                <c:pt idx="63">
                  <c:v>37.8924848625</c:v>
                </c:pt>
                <c:pt idx="64">
                  <c:v>37.9847839059</c:v>
                </c:pt>
                <c:pt idx="65">
                  <c:v>33.8318255935</c:v>
                </c:pt>
                <c:pt idx="66">
                  <c:v>35.8644643668</c:v>
                </c:pt>
                <c:pt idx="67">
                  <c:v>35.4633572919</c:v>
                </c:pt>
                <c:pt idx="68">
                  <c:v>35.4767074</c:v>
                </c:pt>
                <c:pt idx="69">
                  <c:v>36.1563845443</c:v>
                </c:pt>
                <c:pt idx="70">
                  <c:v>38.1937283159</c:v>
                </c:pt>
                <c:pt idx="71">
                  <c:v>37.7582291484</c:v>
                </c:pt>
                <c:pt idx="72">
                  <c:v>39.8956497287</c:v>
                </c:pt>
                <c:pt idx="73">
                  <c:v>37.0705811243</c:v>
                </c:pt>
                <c:pt idx="74">
                  <c:v>38.0356281725</c:v>
                </c:pt>
                <c:pt idx="75">
                  <c:v>38.0305760641</c:v>
                </c:pt>
                <c:pt idx="76">
                  <c:v>36.1556044461</c:v>
                </c:pt>
                <c:pt idx="77">
                  <c:v>37.8863664944</c:v>
                </c:pt>
                <c:pt idx="78">
                  <c:v>34.3414855302</c:v>
                </c:pt>
                <c:pt idx="79">
                  <c:v>31.6925332268</c:v>
                </c:pt>
                <c:pt idx="80">
                  <c:v>32.8791892598</c:v>
                </c:pt>
                <c:pt idx="81">
                  <c:v>33.5063340421</c:v>
                </c:pt>
                <c:pt idx="82">
                  <c:v>32.0162235153</c:v>
                </c:pt>
                <c:pt idx="83">
                  <c:v>32.9624313852</c:v>
                </c:pt>
                <c:pt idx="84">
                  <c:v>32.0207781982</c:v>
                </c:pt>
                <c:pt idx="85">
                  <c:v>30.6751951173</c:v>
                </c:pt>
                <c:pt idx="86">
                  <c:v>28.066745192</c:v>
                </c:pt>
                <c:pt idx="87">
                  <c:v>27.0074572724</c:v>
                </c:pt>
                <c:pt idx="88">
                  <c:v>27.1397382998</c:v>
                </c:pt>
                <c:pt idx="89">
                  <c:v>27.7565889012</c:v>
                </c:pt>
                <c:pt idx="90">
                  <c:v>27.8966463682</c:v>
                </c:pt>
                <c:pt idx="91">
                  <c:v>26.0109994299</c:v>
                </c:pt>
                <c:pt idx="92">
                  <c:v>26.4404298774</c:v>
                </c:pt>
                <c:pt idx="93">
                  <c:v>26.0774190537</c:v>
                </c:pt>
                <c:pt idx="94">
                  <c:v>22.862852046</c:v>
                </c:pt>
                <c:pt idx="95">
                  <c:v>24.2874825258</c:v>
                </c:pt>
                <c:pt idx="96">
                  <c:v>22.3047362112</c:v>
                </c:pt>
                <c:pt idx="97">
                  <c:v>21.4865424534</c:v>
                </c:pt>
                <c:pt idx="98">
                  <c:v>21.1079353382</c:v>
                </c:pt>
                <c:pt idx="99">
                  <c:v>19.8060875937</c:v>
                </c:pt>
                <c:pt idx="100">
                  <c:v>19.8490487947</c:v>
                </c:pt>
                <c:pt idx="101">
                  <c:v>21.7133284936</c:v>
                </c:pt>
                <c:pt idx="102">
                  <c:v>20.8968400019</c:v>
                </c:pt>
                <c:pt idx="103">
                  <c:v>20.6885665808</c:v>
                </c:pt>
                <c:pt idx="104">
                  <c:v>20.0956550882</c:v>
                </c:pt>
                <c:pt idx="105">
                  <c:v>17.5470917953</c:v>
                </c:pt>
                <c:pt idx="106">
                  <c:v>17.9684724586</c:v>
                </c:pt>
                <c:pt idx="107">
                  <c:v>17.4265395014</c:v>
                </c:pt>
                <c:pt idx="108">
                  <c:v>17.8103825801</c:v>
                </c:pt>
                <c:pt idx="109">
                  <c:v>18.7863008088</c:v>
                </c:pt>
                <c:pt idx="110">
                  <c:v>20.3094650102</c:v>
                </c:pt>
                <c:pt idx="111">
                  <c:v>20.4613433511</c:v>
                </c:pt>
                <c:pt idx="112">
                  <c:v>20.5198602217</c:v>
                </c:pt>
                <c:pt idx="113">
                  <c:v>20.3582226271</c:v>
                </c:pt>
                <c:pt idx="114">
                  <c:v>19.793381022</c:v>
                </c:pt>
                <c:pt idx="115">
                  <c:v>19.1477562922</c:v>
                </c:pt>
                <c:pt idx="116">
                  <c:v>18.243551608</c:v>
                </c:pt>
                <c:pt idx="117">
                  <c:v>19.5228560455</c:v>
                </c:pt>
                <c:pt idx="118">
                  <c:v>20.960623758</c:v>
                </c:pt>
                <c:pt idx="119">
                  <c:v>20.4651376965</c:v>
                </c:pt>
                <c:pt idx="120">
                  <c:v>19.388781113</c:v>
                </c:pt>
              </c:numCache>
            </c:numRef>
          </c:yVal>
        </c:ser>
        <c:ser>
          <c:idx val="4"/>
          <c:order val="4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Data'!$I$2:$I$122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Data'!$J$2:$J$122</c:f>
              <c:numCache>
                <c:formatCode>0</c:formatCode>
                <c:ptCount val="121"/>
                <c:pt idx="0">
                  <c:v>40</c:v>
                </c:pt>
                <c:pt idx="1">
                  <c:v>38.0038374539</c:v>
                </c:pt>
                <c:pt idx="2">
                  <c:v>37.4294993086</c:v>
                </c:pt>
                <c:pt idx="3">
                  <c:v>36.3614540012</c:v>
                </c:pt>
                <c:pt idx="4">
                  <c:v>37.4853925553</c:v>
                </c:pt>
                <c:pt idx="5">
                  <c:v>37.9164632497</c:v>
                </c:pt>
                <c:pt idx="6">
                  <c:v>36.2248839007</c:v>
                </c:pt>
                <c:pt idx="7">
                  <c:v>30.9608517625</c:v>
                </c:pt>
                <c:pt idx="8">
                  <c:v>31.3863067757</c:v>
                </c:pt>
                <c:pt idx="9">
                  <c:v>31.5126345444</c:v>
                </c:pt>
                <c:pt idx="10">
                  <c:v>33.7311392761</c:v>
                </c:pt>
                <c:pt idx="11">
                  <c:v>34.2657788801</c:v>
                </c:pt>
                <c:pt idx="12">
                  <c:v>36.1710334599</c:v>
                </c:pt>
                <c:pt idx="13">
                  <c:v>39.4282778846</c:v>
                </c:pt>
                <c:pt idx="14">
                  <c:v>42.3723502123</c:v>
                </c:pt>
                <c:pt idx="15">
                  <c:v>45.6378456766</c:v>
                </c:pt>
                <c:pt idx="16">
                  <c:v>46.1342164555</c:v>
                </c:pt>
                <c:pt idx="17">
                  <c:v>47.9987378949</c:v>
                </c:pt>
                <c:pt idx="18">
                  <c:v>48.3346748869</c:v>
                </c:pt>
                <c:pt idx="19">
                  <c:v>47.9898922405</c:v>
                </c:pt>
                <c:pt idx="20">
                  <c:v>52.5256488938</c:v>
                </c:pt>
                <c:pt idx="21">
                  <c:v>52.0366656787</c:v>
                </c:pt>
                <c:pt idx="22">
                  <c:v>54.455093401</c:v>
                </c:pt>
                <c:pt idx="23">
                  <c:v>55.5276517529</c:v>
                </c:pt>
                <c:pt idx="24">
                  <c:v>54.1092492398</c:v>
                </c:pt>
                <c:pt idx="25">
                  <c:v>56.8353661547</c:v>
                </c:pt>
                <c:pt idx="26">
                  <c:v>62.1517605865</c:v>
                </c:pt>
                <c:pt idx="27">
                  <c:v>60.5230069648</c:v>
                </c:pt>
                <c:pt idx="28">
                  <c:v>61.7799514798</c:v>
                </c:pt>
                <c:pt idx="29">
                  <c:v>57.5264410962</c:v>
                </c:pt>
                <c:pt idx="30">
                  <c:v>61.8044147204</c:v>
                </c:pt>
                <c:pt idx="31">
                  <c:v>67.6535658734</c:v>
                </c:pt>
                <c:pt idx="32">
                  <c:v>66.647351433</c:v>
                </c:pt>
                <c:pt idx="33">
                  <c:v>66.3273855721</c:v>
                </c:pt>
                <c:pt idx="34">
                  <c:v>62.7500028068</c:v>
                </c:pt>
                <c:pt idx="35">
                  <c:v>63.2044194444</c:v>
                </c:pt>
                <c:pt idx="36">
                  <c:v>69.600547039</c:v>
                </c:pt>
                <c:pt idx="37">
                  <c:v>75.9037545635</c:v>
                </c:pt>
                <c:pt idx="38">
                  <c:v>69.8342550687</c:v>
                </c:pt>
                <c:pt idx="39">
                  <c:v>65.2106332928</c:v>
                </c:pt>
                <c:pt idx="40">
                  <c:v>72.5841865576</c:v>
                </c:pt>
                <c:pt idx="41">
                  <c:v>73.0526368979</c:v>
                </c:pt>
                <c:pt idx="42">
                  <c:v>69.1648772587</c:v>
                </c:pt>
                <c:pt idx="43">
                  <c:v>62.330047239</c:v>
                </c:pt>
                <c:pt idx="44">
                  <c:v>67.3712306242</c:v>
                </c:pt>
                <c:pt idx="45">
                  <c:v>66.800852444</c:v>
                </c:pt>
                <c:pt idx="46">
                  <c:v>67.3923412892</c:v>
                </c:pt>
                <c:pt idx="47">
                  <c:v>66.0855860867</c:v>
                </c:pt>
                <c:pt idx="48">
                  <c:v>71.7301661012</c:v>
                </c:pt>
                <c:pt idx="49">
                  <c:v>67.8619925257</c:v>
                </c:pt>
                <c:pt idx="50">
                  <c:v>73.4460332147</c:v>
                </c:pt>
                <c:pt idx="51">
                  <c:v>71.8612835625</c:v>
                </c:pt>
                <c:pt idx="52">
                  <c:v>72.728876965</c:v>
                </c:pt>
                <c:pt idx="53">
                  <c:v>73.5778331207</c:v>
                </c:pt>
                <c:pt idx="54">
                  <c:v>72.8555566257</c:v>
                </c:pt>
                <c:pt idx="55">
                  <c:v>76.3490757191</c:v>
                </c:pt>
                <c:pt idx="56">
                  <c:v>82.6769525309</c:v>
                </c:pt>
                <c:pt idx="57">
                  <c:v>89.3956760269</c:v>
                </c:pt>
                <c:pt idx="58">
                  <c:v>89.1407977486</c:v>
                </c:pt>
                <c:pt idx="59">
                  <c:v>93.7217951583</c:v>
                </c:pt>
                <c:pt idx="60">
                  <c:v>95.1317308783</c:v>
                </c:pt>
                <c:pt idx="61">
                  <c:v>96.6634869967</c:v>
                </c:pt>
                <c:pt idx="62">
                  <c:v>100.084098787</c:v>
                </c:pt>
                <c:pt idx="63">
                  <c:v>107.367418233</c:v>
                </c:pt>
                <c:pt idx="64">
                  <c:v>117.747921038</c:v>
                </c:pt>
                <c:pt idx="65">
                  <c:v>117.747639179</c:v>
                </c:pt>
                <c:pt idx="66">
                  <c:v>122.188574352</c:v>
                </c:pt>
                <c:pt idx="67">
                  <c:v>128.16250012</c:v>
                </c:pt>
                <c:pt idx="68">
                  <c:v>138.233660795</c:v>
                </c:pt>
                <c:pt idx="69">
                  <c:v>134.39295444</c:v>
                </c:pt>
                <c:pt idx="70">
                  <c:v>141.593740806</c:v>
                </c:pt>
                <c:pt idx="71">
                  <c:v>142.010642521</c:v>
                </c:pt>
                <c:pt idx="72">
                  <c:v>136.515926798</c:v>
                </c:pt>
                <c:pt idx="73">
                  <c:v>132.987150643</c:v>
                </c:pt>
                <c:pt idx="74">
                  <c:v>127.535398038</c:v>
                </c:pt>
                <c:pt idx="75">
                  <c:v>132.835805699</c:v>
                </c:pt>
                <c:pt idx="76">
                  <c:v>134.092884684</c:v>
                </c:pt>
                <c:pt idx="77">
                  <c:v>139.000734931</c:v>
                </c:pt>
                <c:pt idx="78">
                  <c:v>138.089684046</c:v>
                </c:pt>
                <c:pt idx="79">
                  <c:v>139.586323803</c:v>
                </c:pt>
                <c:pt idx="80">
                  <c:v>142.460648532</c:v>
                </c:pt>
                <c:pt idx="81">
                  <c:v>142.154414146</c:v>
                </c:pt>
                <c:pt idx="82">
                  <c:v>149.24521162</c:v>
                </c:pt>
                <c:pt idx="83">
                  <c:v>139.463527351</c:v>
                </c:pt>
                <c:pt idx="84">
                  <c:v>128.990176799</c:v>
                </c:pt>
                <c:pt idx="85">
                  <c:v>126.061071031</c:v>
                </c:pt>
                <c:pt idx="86">
                  <c:v>121.992045271</c:v>
                </c:pt>
                <c:pt idx="87">
                  <c:v>131.867082426</c:v>
                </c:pt>
                <c:pt idx="88">
                  <c:v>132.681109068</c:v>
                </c:pt>
                <c:pt idx="89">
                  <c:v>135.885085891</c:v>
                </c:pt>
                <c:pt idx="90">
                  <c:v>141.934099123</c:v>
                </c:pt>
                <c:pt idx="91">
                  <c:v>145.548344457</c:v>
                </c:pt>
                <c:pt idx="92">
                  <c:v>149.363104682</c:v>
                </c:pt>
                <c:pt idx="93">
                  <c:v>152.549993563</c:v>
                </c:pt>
                <c:pt idx="94">
                  <c:v>145.006078131</c:v>
                </c:pt>
                <c:pt idx="95">
                  <c:v>139.970867338</c:v>
                </c:pt>
                <c:pt idx="96">
                  <c:v>134.295879441</c:v>
                </c:pt>
                <c:pt idx="97">
                  <c:v>148.283578495</c:v>
                </c:pt>
                <c:pt idx="98">
                  <c:v>164.577320345</c:v>
                </c:pt>
                <c:pt idx="99">
                  <c:v>159.566027115</c:v>
                </c:pt>
                <c:pt idx="100">
                  <c:v>159.015633899</c:v>
                </c:pt>
                <c:pt idx="101">
                  <c:v>158.613325069</c:v>
                </c:pt>
                <c:pt idx="102">
                  <c:v>162.63737421</c:v>
                </c:pt>
                <c:pt idx="103">
                  <c:v>182.795093935</c:v>
                </c:pt>
                <c:pt idx="104">
                  <c:v>210.034378238</c:v>
                </c:pt>
                <c:pt idx="105">
                  <c:v>215.125928315</c:v>
                </c:pt>
                <c:pt idx="106">
                  <c:v>204.459023103</c:v>
                </c:pt>
                <c:pt idx="107">
                  <c:v>191.57037112</c:v>
                </c:pt>
                <c:pt idx="108">
                  <c:v>179.763110004</c:v>
                </c:pt>
                <c:pt idx="109">
                  <c:v>171.09115917</c:v>
                </c:pt>
                <c:pt idx="110">
                  <c:v>156.938974242</c:v>
                </c:pt>
                <c:pt idx="111">
                  <c:v>151.448907429</c:v>
                </c:pt>
                <c:pt idx="112">
                  <c:v>160.97306859</c:v>
                </c:pt>
                <c:pt idx="113">
                  <c:v>171.090172576</c:v>
                </c:pt>
                <c:pt idx="114">
                  <c:v>173.350245497</c:v>
                </c:pt>
                <c:pt idx="115">
                  <c:v>157.673363186</c:v>
                </c:pt>
                <c:pt idx="116">
                  <c:v>150.095404318</c:v>
                </c:pt>
                <c:pt idx="117">
                  <c:v>145.601817318</c:v>
                </c:pt>
                <c:pt idx="118">
                  <c:v>132.002199306</c:v>
                </c:pt>
                <c:pt idx="119">
                  <c:v>132.480920217</c:v>
                </c:pt>
                <c:pt idx="120">
                  <c:v>135.081518876</c:v>
                </c:pt>
              </c:numCache>
            </c:numRef>
          </c:yVal>
        </c:ser>
        <c:ser>
          <c:idx val="5"/>
          <c:order val="5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Data'!$K$2:$K$122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Data'!$L$2:$L$122</c:f>
              <c:numCache>
                <c:formatCode>0</c:formatCode>
                <c:ptCount val="121"/>
                <c:pt idx="0">
                  <c:v>40</c:v>
                </c:pt>
                <c:pt idx="1">
                  <c:v>38.3403335487</c:v>
                </c:pt>
                <c:pt idx="2">
                  <c:v>42.8065906818</c:v>
                </c:pt>
                <c:pt idx="3">
                  <c:v>43.2366239464</c:v>
                </c:pt>
                <c:pt idx="4">
                  <c:v>43.0562962616</c:v>
                </c:pt>
                <c:pt idx="5">
                  <c:v>43.1111150945</c:v>
                </c:pt>
                <c:pt idx="6">
                  <c:v>41.935286115</c:v>
                </c:pt>
                <c:pt idx="7">
                  <c:v>40.2779375307</c:v>
                </c:pt>
                <c:pt idx="8">
                  <c:v>43.0854123419</c:v>
                </c:pt>
                <c:pt idx="9">
                  <c:v>44.3311422158</c:v>
                </c:pt>
                <c:pt idx="10">
                  <c:v>43.7576891469</c:v>
                </c:pt>
                <c:pt idx="11">
                  <c:v>46.8968394164</c:v>
                </c:pt>
                <c:pt idx="12">
                  <c:v>47.8602986276</c:v>
                </c:pt>
                <c:pt idx="13">
                  <c:v>45.3278742787</c:v>
                </c:pt>
                <c:pt idx="14">
                  <c:v>45.8230561187</c:v>
                </c:pt>
                <c:pt idx="15">
                  <c:v>47.2801331046</c:v>
                </c:pt>
                <c:pt idx="16">
                  <c:v>50.5274390849</c:v>
                </c:pt>
                <c:pt idx="17">
                  <c:v>53.1205515334</c:v>
                </c:pt>
                <c:pt idx="18">
                  <c:v>54.9570319361</c:v>
                </c:pt>
                <c:pt idx="19">
                  <c:v>61.5109519889</c:v>
                </c:pt>
                <c:pt idx="20">
                  <c:v>60.1017320766</c:v>
                </c:pt>
                <c:pt idx="21">
                  <c:v>53.9615512216</c:v>
                </c:pt>
                <c:pt idx="22">
                  <c:v>51.9076119761</c:v>
                </c:pt>
                <c:pt idx="23">
                  <c:v>60.3768840169</c:v>
                </c:pt>
                <c:pt idx="24">
                  <c:v>61.4477044195</c:v>
                </c:pt>
                <c:pt idx="25">
                  <c:v>60.848598624</c:v>
                </c:pt>
                <c:pt idx="26">
                  <c:v>65.3330894293</c:v>
                </c:pt>
                <c:pt idx="27">
                  <c:v>63.2461632653</c:v>
                </c:pt>
                <c:pt idx="28">
                  <c:v>66.4167135452</c:v>
                </c:pt>
                <c:pt idx="29">
                  <c:v>68.5108601578</c:v>
                </c:pt>
                <c:pt idx="30">
                  <c:v>65.2588164767</c:v>
                </c:pt>
                <c:pt idx="31">
                  <c:v>68.5679486123</c:v>
                </c:pt>
                <c:pt idx="32">
                  <c:v>73.0675932607</c:v>
                </c:pt>
                <c:pt idx="33">
                  <c:v>72.3173952039</c:v>
                </c:pt>
                <c:pt idx="34">
                  <c:v>67.0026490326</c:v>
                </c:pt>
                <c:pt idx="35">
                  <c:v>66.2676918665</c:v>
                </c:pt>
                <c:pt idx="36">
                  <c:v>65.6135882858</c:v>
                </c:pt>
                <c:pt idx="37">
                  <c:v>66.7369791386</c:v>
                </c:pt>
                <c:pt idx="38">
                  <c:v>69.3281141097</c:v>
                </c:pt>
                <c:pt idx="39">
                  <c:v>69.5707611307</c:v>
                </c:pt>
                <c:pt idx="40">
                  <c:v>73.5811965709</c:v>
                </c:pt>
                <c:pt idx="41">
                  <c:v>78.0786580289</c:v>
                </c:pt>
                <c:pt idx="42">
                  <c:v>77.5231425143</c:v>
                </c:pt>
                <c:pt idx="43">
                  <c:v>78.4634841613</c:v>
                </c:pt>
                <c:pt idx="44">
                  <c:v>81.8730224698</c:v>
                </c:pt>
                <c:pt idx="45">
                  <c:v>83.1940395892</c:v>
                </c:pt>
                <c:pt idx="46">
                  <c:v>85.0586269245</c:v>
                </c:pt>
                <c:pt idx="47">
                  <c:v>82.7145930626</c:v>
                </c:pt>
                <c:pt idx="48">
                  <c:v>82.0613697705</c:v>
                </c:pt>
                <c:pt idx="49">
                  <c:v>75.5545984487</c:v>
                </c:pt>
                <c:pt idx="50">
                  <c:v>70.6496966368</c:v>
                </c:pt>
                <c:pt idx="51">
                  <c:v>69.8402301881</c:v>
                </c:pt>
                <c:pt idx="52">
                  <c:v>67.9809469212</c:v>
                </c:pt>
                <c:pt idx="53">
                  <c:v>67.7442636062</c:v>
                </c:pt>
                <c:pt idx="54">
                  <c:v>68.852652339</c:v>
                </c:pt>
                <c:pt idx="55">
                  <c:v>62.5543849041</c:v>
                </c:pt>
                <c:pt idx="56">
                  <c:v>58.3130138376</c:v>
                </c:pt>
                <c:pt idx="57">
                  <c:v>63.6130529347</c:v>
                </c:pt>
                <c:pt idx="58">
                  <c:v>59.4695119002</c:v>
                </c:pt>
                <c:pt idx="59">
                  <c:v>58.9693615023</c:v>
                </c:pt>
                <c:pt idx="60">
                  <c:v>55.6129457409</c:v>
                </c:pt>
                <c:pt idx="61">
                  <c:v>59.3774613462</c:v>
                </c:pt>
                <c:pt idx="62">
                  <c:v>58.0446906104</c:v>
                </c:pt>
                <c:pt idx="63">
                  <c:v>56.9363428554</c:v>
                </c:pt>
                <c:pt idx="64">
                  <c:v>56.7713262127</c:v>
                </c:pt>
                <c:pt idx="65">
                  <c:v>57.126060065</c:v>
                </c:pt>
                <c:pt idx="66">
                  <c:v>54.7073978754</c:v>
                </c:pt>
                <c:pt idx="67">
                  <c:v>54.1426503001</c:v>
                </c:pt>
                <c:pt idx="68">
                  <c:v>52.6120764074</c:v>
                </c:pt>
                <c:pt idx="69">
                  <c:v>54.3811604576</c:v>
                </c:pt>
                <c:pt idx="70">
                  <c:v>55.6593270262</c:v>
                </c:pt>
                <c:pt idx="71">
                  <c:v>57.5056668781</c:v>
                </c:pt>
                <c:pt idx="72">
                  <c:v>62.0676526656</c:v>
                </c:pt>
                <c:pt idx="73">
                  <c:v>60.0481295797</c:v>
                </c:pt>
                <c:pt idx="74">
                  <c:v>56.2881815431</c:v>
                </c:pt>
                <c:pt idx="75">
                  <c:v>61.8800802791</c:v>
                </c:pt>
                <c:pt idx="76">
                  <c:v>61.3199081724</c:v>
                </c:pt>
                <c:pt idx="77">
                  <c:v>56.0570506956</c:v>
                </c:pt>
                <c:pt idx="78">
                  <c:v>61.2313074236</c:v>
                </c:pt>
                <c:pt idx="79">
                  <c:v>64.8615646214</c:v>
                </c:pt>
                <c:pt idx="80">
                  <c:v>64.208543006</c:v>
                </c:pt>
                <c:pt idx="81">
                  <c:v>65.249302733</c:v>
                </c:pt>
                <c:pt idx="82">
                  <c:v>66.8859133307</c:v>
                </c:pt>
                <c:pt idx="83">
                  <c:v>70.9924264309</c:v>
                </c:pt>
                <c:pt idx="84">
                  <c:v>70.4541755193</c:v>
                </c:pt>
                <c:pt idx="85">
                  <c:v>62.8417113772</c:v>
                </c:pt>
                <c:pt idx="86">
                  <c:v>62.3555365747</c:v>
                </c:pt>
                <c:pt idx="87">
                  <c:v>52.5360593022</c:v>
                </c:pt>
                <c:pt idx="88">
                  <c:v>47.2739092777</c:v>
                </c:pt>
                <c:pt idx="89">
                  <c:v>45.7418664669</c:v>
                </c:pt>
                <c:pt idx="90">
                  <c:v>50.5979128659</c:v>
                </c:pt>
                <c:pt idx="91">
                  <c:v>51.2871905402</c:v>
                </c:pt>
                <c:pt idx="92">
                  <c:v>48.8779214496</c:v>
                </c:pt>
                <c:pt idx="93">
                  <c:v>47.9002333243</c:v>
                </c:pt>
                <c:pt idx="94">
                  <c:v>48.7571781307</c:v>
                </c:pt>
                <c:pt idx="95">
                  <c:v>47.2388251802</c:v>
                </c:pt>
                <c:pt idx="96">
                  <c:v>48.388161222</c:v>
                </c:pt>
                <c:pt idx="97">
                  <c:v>43.4036289766</c:v>
                </c:pt>
                <c:pt idx="98">
                  <c:v>49.8246482087</c:v>
                </c:pt>
                <c:pt idx="99">
                  <c:v>51.7045037966</c:v>
                </c:pt>
                <c:pt idx="100">
                  <c:v>56.6284300601</c:v>
                </c:pt>
                <c:pt idx="101">
                  <c:v>54.0103745623</c:v>
                </c:pt>
                <c:pt idx="102">
                  <c:v>51.9679169796</c:v>
                </c:pt>
                <c:pt idx="103">
                  <c:v>53.5873013011</c:v>
                </c:pt>
                <c:pt idx="104">
                  <c:v>56.8836592812</c:v>
                </c:pt>
                <c:pt idx="105">
                  <c:v>59.2347497868</c:v>
                </c:pt>
                <c:pt idx="106">
                  <c:v>59.2213795629</c:v>
                </c:pt>
                <c:pt idx="107">
                  <c:v>61.632528472</c:v>
                </c:pt>
                <c:pt idx="108">
                  <c:v>64.1953322547</c:v>
                </c:pt>
                <c:pt idx="109">
                  <c:v>64.6543461184</c:v>
                </c:pt>
                <c:pt idx="110">
                  <c:v>63.2768485267</c:v>
                </c:pt>
                <c:pt idx="111">
                  <c:v>66.2744893664</c:v>
                </c:pt>
                <c:pt idx="112">
                  <c:v>68.0781747643</c:v>
                </c:pt>
                <c:pt idx="113">
                  <c:v>73.9845543598</c:v>
                </c:pt>
                <c:pt idx="114">
                  <c:v>74.2774302637</c:v>
                </c:pt>
                <c:pt idx="115">
                  <c:v>73.110426385</c:v>
                </c:pt>
                <c:pt idx="116">
                  <c:v>70.3008126409</c:v>
                </c:pt>
                <c:pt idx="117">
                  <c:v>67.4001612903</c:v>
                </c:pt>
                <c:pt idx="118">
                  <c:v>61.8680444747</c:v>
                </c:pt>
                <c:pt idx="119">
                  <c:v>58.4208657807</c:v>
                </c:pt>
                <c:pt idx="120">
                  <c:v>61.057688692</c:v>
                </c:pt>
              </c:numCache>
            </c:numRef>
          </c:yVal>
        </c:ser>
        <c:ser>
          <c:idx val="6"/>
          <c:order val="6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Data'!$M$2:$M$122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Data'!$N$2:$N$122</c:f>
              <c:numCache>
                <c:formatCode>0</c:formatCode>
                <c:ptCount val="121"/>
                <c:pt idx="0">
                  <c:v>40</c:v>
                </c:pt>
                <c:pt idx="1">
                  <c:v>39.4561715183</c:v>
                </c:pt>
                <c:pt idx="2">
                  <c:v>41.5911499028</c:v>
                </c:pt>
                <c:pt idx="3">
                  <c:v>39.754339966</c:v>
                </c:pt>
                <c:pt idx="4">
                  <c:v>37.8943846994</c:v>
                </c:pt>
                <c:pt idx="5">
                  <c:v>40.5133986081</c:v>
                </c:pt>
                <c:pt idx="6">
                  <c:v>41.5119149287</c:v>
                </c:pt>
                <c:pt idx="7">
                  <c:v>38.0562935812</c:v>
                </c:pt>
                <c:pt idx="8">
                  <c:v>37.2422329869</c:v>
                </c:pt>
                <c:pt idx="9">
                  <c:v>36.2521428064</c:v>
                </c:pt>
                <c:pt idx="10">
                  <c:v>34.8096129987</c:v>
                </c:pt>
                <c:pt idx="11">
                  <c:v>36.3088218714</c:v>
                </c:pt>
                <c:pt idx="12">
                  <c:v>39.5100500304</c:v>
                </c:pt>
                <c:pt idx="13">
                  <c:v>39.6042471167</c:v>
                </c:pt>
                <c:pt idx="14">
                  <c:v>43.1736457169</c:v>
                </c:pt>
                <c:pt idx="15">
                  <c:v>44.6413268498</c:v>
                </c:pt>
                <c:pt idx="16">
                  <c:v>41.6389867723</c:v>
                </c:pt>
                <c:pt idx="17">
                  <c:v>40.8575856486</c:v>
                </c:pt>
                <c:pt idx="18">
                  <c:v>44.3564694695</c:v>
                </c:pt>
                <c:pt idx="19">
                  <c:v>42.510659492</c:v>
                </c:pt>
                <c:pt idx="20">
                  <c:v>45.4812915467</c:v>
                </c:pt>
                <c:pt idx="21">
                  <c:v>42.5363864403</c:v>
                </c:pt>
                <c:pt idx="22">
                  <c:v>38.4752559748</c:v>
                </c:pt>
                <c:pt idx="23">
                  <c:v>36.5696649767</c:v>
                </c:pt>
                <c:pt idx="24">
                  <c:v>37.0180780611</c:v>
                </c:pt>
                <c:pt idx="25">
                  <c:v>34.3807585902</c:v>
                </c:pt>
                <c:pt idx="26">
                  <c:v>35.8973901674</c:v>
                </c:pt>
                <c:pt idx="27">
                  <c:v>35.0445721224</c:v>
                </c:pt>
                <c:pt idx="28">
                  <c:v>36.0792557793</c:v>
                </c:pt>
                <c:pt idx="29">
                  <c:v>36.425901787</c:v>
                </c:pt>
                <c:pt idx="30">
                  <c:v>36.5706109466</c:v>
                </c:pt>
                <c:pt idx="31">
                  <c:v>38.4421642785</c:v>
                </c:pt>
                <c:pt idx="32">
                  <c:v>36.7483283276</c:v>
                </c:pt>
                <c:pt idx="33">
                  <c:v>38.0243850982</c:v>
                </c:pt>
                <c:pt idx="34">
                  <c:v>37.6463962131</c:v>
                </c:pt>
                <c:pt idx="35">
                  <c:v>36.6437417266</c:v>
                </c:pt>
                <c:pt idx="36">
                  <c:v>34.4353415113</c:v>
                </c:pt>
                <c:pt idx="37">
                  <c:v>34.8934832405</c:v>
                </c:pt>
                <c:pt idx="38">
                  <c:v>33.4096541347</c:v>
                </c:pt>
                <c:pt idx="39">
                  <c:v>30.4536618163</c:v>
                </c:pt>
                <c:pt idx="40">
                  <c:v>29.0802267299</c:v>
                </c:pt>
                <c:pt idx="41">
                  <c:v>29.2298331099</c:v>
                </c:pt>
                <c:pt idx="42">
                  <c:v>28.1663543992</c:v>
                </c:pt>
                <c:pt idx="43">
                  <c:v>25.6669521564</c:v>
                </c:pt>
                <c:pt idx="44">
                  <c:v>25.6178703795</c:v>
                </c:pt>
                <c:pt idx="45">
                  <c:v>24.5510162719</c:v>
                </c:pt>
                <c:pt idx="46">
                  <c:v>23.5220180979</c:v>
                </c:pt>
                <c:pt idx="47">
                  <c:v>25.217232991</c:v>
                </c:pt>
                <c:pt idx="48">
                  <c:v>25.8793068291</c:v>
                </c:pt>
                <c:pt idx="49">
                  <c:v>25.6649636623</c:v>
                </c:pt>
                <c:pt idx="50">
                  <c:v>25.1651599658</c:v>
                </c:pt>
                <c:pt idx="51">
                  <c:v>24.477295626</c:v>
                </c:pt>
                <c:pt idx="52">
                  <c:v>25.8656702996</c:v>
                </c:pt>
                <c:pt idx="53">
                  <c:v>27.9736779311</c:v>
                </c:pt>
                <c:pt idx="54">
                  <c:v>29.1555745309</c:v>
                </c:pt>
                <c:pt idx="55">
                  <c:v>28.9431104963</c:v>
                </c:pt>
                <c:pt idx="56">
                  <c:v>31.3611791916</c:v>
                </c:pt>
                <c:pt idx="57">
                  <c:v>31.0028414769</c:v>
                </c:pt>
                <c:pt idx="58">
                  <c:v>31.0733452791</c:v>
                </c:pt>
                <c:pt idx="59">
                  <c:v>31.8033490946</c:v>
                </c:pt>
                <c:pt idx="60">
                  <c:v>30.6669138076</c:v>
                </c:pt>
                <c:pt idx="61">
                  <c:v>30.6914949719</c:v>
                </c:pt>
                <c:pt idx="62">
                  <c:v>28.0297281744</c:v>
                </c:pt>
                <c:pt idx="63">
                  <c:v>26.457088893</c:v>
                </c:pt>
                <c:pt idx="64">
                  <c:v>27.5313145097</c:v>
                </c:pt>
                <c:pt idx="65">
                  <c:v>26.4759923537</c:v>
                </c:pt>
                <c:pt idx="66">
                  <c:v>25.3817891142</c:v>
                </c:pt>
                <c:pt idx="67">
                  <c:v>22.0312690824</c:v>
                </c:pt>
                <c:pt idx="68">
                  <c:v>20.1520917492</c:v>
                </c:pt>
                <c:pt idx="69">
                  <c:v>19.403322734</c:v>
                </c:pt>
                <c:pt idx="70">
                  <c:v>19.2919506776</c:v>
                </c:pt>
                <c:pt idx="71">
                  <c:v>18.4942175422</c:v>
                </c:pt>
                <c:pt idx="72">
                  <c:v>18.1895256003</c:v>
                </c:pt>
                <c:pt idx="73">
                  <c:v>18.3873761836</c:v>
                </c:pt>
                <c:pt idx="74">
                  <c:v>18.291070446</c:v>
                </c:pt>
                <c:pt idx="75">
                  <c:v>18.0139544617</c:v>
                </c:pt>
                <c:pt idx="76">
                  <c:v>17.8039145703</c:v>
                </c:pt>
                <c:pt idx="77">
                  <c:v>16.9435965345</c:v>
                </c:pt>
                <c:pt idx="78">
                  <c:v>18.7191599387</c:v>
                </c:pt>
                <c:pt idx="79">
                  <c:v>17.8863912352</c:v>
                </c:pt>
                <c:pt idx="80">
                  <c:v>18.3753906062</c:v>
                </c:pt>
                <c:pt idx="81">
                  <c:v>18.7353140934</c:v>
                </c:pt>
                <c:pt idx="82">
                  <c:v>19.4097680957</c:v>
                </c:pt>
                <c:pt idx="83">
                  <c:v>20.6714412295</c:v>
                </c:pt>
                <c:pt idx="84">
                  <c:v>21.0355993673</c:v>
                </c:pt>
                <c:pt idx="85">
                  <c:v>21.8003255461</c:v>
                </c:pt>
                <c:pt idx="86">
                  <c:v>21.9876321646</c:v>
                </c:pt>
                <c:pt idx="87">
                  <c:v>20.9393724757</c:v>
                </c:pt>
                <c:pt idx="88">
                  <c:v>21.6415873203</c:v>
                </c:pt>
                <c:pt idx="89">
                  <c:v>22.5704414646</c:v>
                </c:pt>
                <c:pt idx="90">
                  <c:v>23.5112176645</c:v>
                </c:pt>
                <c:pt idx="91">
                  <c:v>21.9257393502</c:v>
                </c:pt>
                <c:pt idx="92">
                  <c:v>21.0450086239</c:v>
                </c:pt>
                <c:pt idx="93">
                  <c:v>22.2635028926</c:v>
                </c:pt>
                <c:pt idx="94">
                  <c:v>24.3871829245</c:v>
                </c:pt>
                <c:pt idx="95">
                  <c:v>26.5270166673</c:v>
                </c:pt>
                <c:pt idx="96">
                  <c:v>26.852679756</c:v>
                </c:pt>
                <c:pt idx="97">
                  <c:v>26.8383611024</c:v>
                </c:pt>
                <c:pt idx="98">
                  <c:v>26.4392824043</c:v>
                </c:pt>
                <c:pt idx="99">
                  <c:v>27.1093247883</c:v>
                </c:pt>
                <c:pt idx="100">
                  <c:v>28.8300616758</c:v>
                </c:pt>
                <c:pt idx="101">
                  <c:v>30.587824299</c:v>
                </c:pt>
                <c:pt idx="102">
                  <c:v>29.8010042043</c:v>
                </c:pt>
                <c:pt idx="103">
                  <c:v>29.4036132913</c:v>
                </c:pt>
                <c:pt idx="104">
                  <c:v>29.2426887936</c:v>
                </c:pt>
                <c:pt idx="105">
                  <c:v>27.3164573077</c:v>
                </c:pt>
                <c:pt idx="106">
                  <c:v>26.8624491655</c:v>
                </c:pt>
                <c:pt idx="107">
                  <c:v>29.6652955466</c:v>
                </c:pt>
                <c:pt idx="108">
                  <c:v>26.872405348</c:v>
                </c:pt>
                <c:pt idx="109">
                  <c:v>27.832323562</c:v>
                </c:pt>
                <c:pt idx="110">
                  <c:v>28.5617696817</c:v>
                </c:pt>
                <c:pt idx="111">
                  <c:v>27.3573920243</c:v>
                </c:pt>
                <c:pt idx="112">
                  <c:v>26.5343729828</c:v>
                </c:pt>
                <c:pt idx="113">
                  <c:v>27.2625600169</c:v>
                </c:pt>
                <c:pt idx="114">
                  <c:v>26.807956027</c:v>
                </c:pt>
                <c:pt idx="115">
                  <c:v>26.3807509012</c:v>
                </c:pt>
                <c:pt idx="116">
                  <c:v>27.6377495706</c:v>
                </c:pt>
                <c:pt idx="117">
                  <c:v>27.9317089808</c:v>
                </c:pt>
                <c:pt idx="118">
                  <c:v>29.1875345264</c:v>
                </c:pt>
                <c:pt idx="119">
                  <c:v>29.0255625278</c:v>
                </c:pt>
                <c:pt idx="120">
                  <c:v>30.7233012134</c:v>
                </c:pt>
              </c:numCache>
            </c:numRef>
          </c:yVal>
        </c:ser>
        <c:ser>
          <c:idx val="7"/>
          <c:order val="7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Data'!$O$2:$O$122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Data'!$P$2:$P$122</c:f>
              <c:numCache>
                <c:formatCode>0</c:formatCode>
                <c:ptCount val="121"/>
                <c:pt idx="0">
                  <c:v>40</c:v>
                </c:pt>
                <c:pt idx="1">
                  <c:v>38.0477783862</c:v>
                </c:pt>
                <c:pt idx="2">
                  <c:v>34.00439637</c:v>
                </c:pt>
                <c:pt idx="3">
                  <c:v>32.1441712084</c:v>
                </c:pt>
                <c:pt idx="4">
                  <c:v>30.876348387</c:v>
                </c:pt>
                <c:pt idx="5">
                  <c:v>31.0329451343</c:v>
                </c:pt>
                <c:pt idx="6">
                  <c:v>32.294055359</c:v>
                </c:pt>
                <c:pt idx="7">
                  <c:v>28.0608441426</c:v>
                </c:pt>
                <c:pt idx="8">
                  <c:v>27.6286423177</c:v>
                </c:pt>
                <c:pt idx="9">
                  <c:v>28.9998698067</c:v>
                </c:pt>
                <c:pt idx="10">
                  <c:v>27.8883888511</c:v>
                </c:pt>
                <c:pt idx="11">
                  <c:v>26.9337866862</c:v>
                </c:pt>
                <c:pt idx="12">
                  <c:v>24.7179602785</c:v>
                </c:pt>
                <c:pt idx="13">
                  <c:v>22.5969600658</c:v>
                </c:pt>
                <c:pt idx="14">
                  <c:v>23.052442793</c:v>
                </c:pt>
                <c:pt idx="15">
                  <c:v>23.7890257766</c:v>
                </c:pt>
                <c:pt idx="16">
                  <c:v>24.8312589128</c:v>
                </c:pt>
                <c:pt idx="17">
                  <c:v>24.5824817554</c:v>
                </c:pt>
                <c:pt idx="18">
                  <c:v>24.719940445</c:v>
                </c:pt>
                <c:pt idx="19">
                  <c:v>23.4643671989</c:v>
                </c:pt>
                <c:pt idx="20">
                  <c:v>21.7013731875</c:v>
                </c:pt>
                <c:pt idx="21">
                  <c:v>19.0765130918</c:v>
                </c:pt>
                <c:pt idx="22">
                  <c:v>18.47609126</c:v>
                </c:pt>
                <c:pt idx="23">
                  <c:v>16.9840957566</c:v>
                </c:pt>
                <c:pt idx="24">
                  <c:v>16.874637596</c:v>
                </c:pt>
                <c:pt idx="25">
                  <c:v>16.3595769589</c:v>
                </c:pt>
                <c:pt idx="26">
                  <c:v>16.0926795919</c:v>
                </c:pt>
                <c:pt idx="27">
                  <c:v>15.7459087787</c:v>
                </c:pt>
                <c:pt idx="28">
                  <c:v>16.7742786956</c:v>
                </c:pt>
                <c:pt idx="29">
                  <c:v>16.2640379232</c:v>
                </c:pt>
                <c:pt idx="30">
                  <c:v>15.4236724547</c:v>
                </c:pt>
                <c:pt idx="31">
                  <c:v>14.8875008857</c:v>
                </c:pt>
                <c:pt idx="32">
                  <c:v>13.3760331639</c:v>
                </c:pt>
                <c:pt idx="33">
                  <c:v>12.8658852256</c:v>
                </c:pt>
                <c:pt idx="34">
                  <c:v>11.877948304</c:v>
                </c:pt>
                <c:pt idx="35">
                  <c:v>11.0088415741</c:v>
                </c:pt>
                <c:pt idx="36">
                  <c:v>11.4869455573</c:v>
                </c:pt>
                <c:pt idx="37">
                  <c:v>11.9452714915</c:v>
                </c:pt>
                <c:pt idx="38">
                  <c:v>13.2832877498</c:v>
                </c:pt>
                <c:pt idx="39">
                  <c:v>14.4831062471</c:v>
                </c:pt>
                <c:pt idx="40">
                  <c:v>14.7810653945</c:v>
                </c:pt>
                <c:pt idx="41">
                  <c:v>15.762286449</c:v>
                </c:pt>
                <c:pt idx="42">
                  <c:v>14.4631664373</c:v>
                </c:pt>
                <c:pt idx="43">
                  <c:v>14.4826319443</c:v>
                </c:pt>
                <c:pt idx="44">
                  <c:v>15.4455476269</c:v>
                </c:pt>
                <c:pt idx="45">
                  <c:v>16.9255122809</c:v>
                </c:pt>
                <c:pt idx="46">
                  <c:v>17.830610962</c:v>
                </c:pt>
                <c:pt idx="47">
                  <c:v>18.6664766695</c:v>
                </c:pt>
                <c:pt idx="48">
                  <c:v>19.7547991669</c:v>
                </c:pt>
                <c:pt idx="49">
                  <c:v>18.7215431914</c:v>
                </c:pt>
                <c:pt idx="50">
                  <c:v>18.9386749956</c:v>
                </c:pt>
                <c:pt idx="51">
                  <c:v>19.8938670781</c:v>
                </c:pt>
                <c:pt idx="52">
                  <c:v>19.610436152</c:v>
                </c:pt>
                <c:pt idx="53">
                  <c:v>20.3045289448</c:v>
                </c:pt>
                <c:pt idx="54">
                  <c:v>21.3531960849</c:v>
                </c:pt>
                <c:pt idx="55">
                  <c:v>22.0298565327</c:v>
                </c:pt>
                <c:pt idx="56">
                  <c:v>22.4173670132</c:v>
                </c:pt>
                <c:pt idx="57">
                  <c:v>21.4943031686</c:v>
                </c:pt>
                <c:pt idx="58">
                  <c:v>20.7728423861</c:v>
                </c:pt>
                <c:pt idx="59">
                  <c:v>20.6204835194</c:v>
                </c:pt>
                <c:pt idx="60">
                  <c:v>21.4470644355</c:v>
                </c:pt>
                <c:pt idx="61">
                  <c:v>21.0915474989</c:v>
                </c:pt>
                <c:pt idx="62">
                  <c:v>20.5676607416</c:v>
                </c:pt>
                <c:pt idx="63">
                  <c:v>21.8803307889</c:v>
                </c:pt>
                <c:pt idx="64">
                  <c:v>22.2436183151</c:v>
                </c:pt>
                <c:pt idx="65">
                  <c:v>20.5168166682</c:v>
                </c:pt>
                <c:pt idx="66">
                  <c:v>20.9799872278</c:v>
                </c:pt>
                <c:pt idx="67">
                  <c:v>21.329268428</c:v>
                </c:pt>
                <c:pt idx="68">
                  <c:v>22.0493393651</c:v>
                </c:pt>
                <c:pt idx="69">
                  <c:v>23.0717278373</c:v>
                </c:pt>
                <c:pt idx="70">
                  <c:v>22.0344796593</c:v>
                </c:pt>
                <c:pt idx="71">
                  <c:v>20.1970155618</c:v>
                </c:pt>
                <c:pt idx="72">
                  <c:v>20.0136837066</c:v>
                </c:pt>
                <c:pt idx="73">
                  <c:v>21.3160260675</c:v>
                </c:pt>
                <c:pt idx="74">
                  <c:v>20.926966982</c:v>
                </c:pt>
                <c:pt idx="75">
                  <c:v>22.3303895246</c:v>
                </c:pt>
                <c:pt idx="76">
                  <c:v>22.0336227885</c:v>
                </c:pt>
                <c:pt idx="77">
                  <c:v>22.7577018119</c:v>
                </c:pt>
                <c:pt idx="78">
                  <c:v>21.9671434668</c:v>
                </c:pt>
                <c:pt idx="79">
                  <c:v>22.4910146845</c:v>
                </c:pt>
                <c:pt idx="80">
                  <c:v>20.3897999665</c:v>
                </c:pt>
                <c:pt idx="81">
                  <c:v>20.1490988817</c:v>
                </c:pt>
                <c:pt idx="82">
                  <c:v>18.2609259212</c:v>
                </c:pt>
                <c:pt idx="83">
                  <c:v>16.7438525801</c:v>
                </c:pt>
                <c:pt idx="84">
                  <c:v>16.9276977761</c:v>
                </c:pt>
                <c:pt idx="85">
                  <c:v>16.129789789</c:v>
                </c:pt>
                <c:pt idx="86">
                  <c:v>15.029441001</c:v>
                </c:pt>
                <c:pt idx="87">
                  <c:v>14.7803866289</c:v>
                </c:pt>
                <c:pt idx="88">
                  <c:v>14.989895844</c:v>
                </c:pt>
                <c:pt idx="89">
                  <c:v>14.9555566044</c:v>
                </c:pt>
                <c:pt idx="90">
                  <c:v>15.4191055607</c:v>
                </c:pt>
                <c:pt idx="91">
                  <c:v>15.7320366504</c:v>
                </c:pt>
                <c:pt idx="92">
                  <c:v>15.4278815706</c:v>
                </c:pt>
                <c:pt idx="93">
                  <c:v>15.7730332918</c:v>
                </c:pt>
                <c:pt idx="94">
                  <c:v>16.4587816331</c:v>
                </c:pt>
                <c:pt idx="95">
                  <c:v>15.6276780931</c:v>
                </c:pt>
                <c:pt idx="96">
                  <c:v>15.257279879</c:v>
                </c:pt>
                <c:pt idx="97">
                  <c:v>15.2521178254</c:v>
                </c:pt>
                <c:pt idx="98">
                  <c:v>16.2248940611</c:v>
                </c:pt>
                <c:pt idx="99">
                  <c:v>15.9694658714</c:v>
                </c:pt>
                <c:pt idx="100">
                  <c:v>16.323174587</c:v>
                </c:pt>
                <c:pt idx="101">
                  <c:v>16.8493565529</c:v>
                </c:pt>
                <c:pt idx="102">
                  <c:v>17.2331412562</c:v>
                </c:pt>
                <c:pt idx="103">
                  <c:v>17.3567271019</c:v>
                </c:pt>
                <c:pt idx="104">
                  <c:v>18.373630277</c:v>
                </c:pt>
                <c:pt idx="105">
                  <c:v>18.3153679844</c:v>
                </c:pt>
                <c:pt idx="106">
                  <c:v>17.5864182678</c:v>
                </c:pt>
                <c:pt idx="107">
                  <c:v>18.1757912649</c:v>
                </c:pt>
                <c:pt idx="108">
                  <c:v>17.3259546198</c:v>
                </c:pt>
                <c:pt idx="109">
                  <c:v>17.2394602726</c:v>
                </c:pt>
                <c:pt idx="110">
                  <c:v>18.405623973</c:v>
                </c:pt>
                <c:pt idx="111">
                  <c:v>19.7343415698</c:v>
                </c:pt>
                <c:pt idx="112">
                  <c:v>18.2593811984</c:v>
                </c:pt>
                <c:pt idx="113">
                  <c:v>18.3765165397</c:v>
                </c:pt>
                <c:pt idx="114">
                  <c:v>17.4487031461</c:v>
                </c:pt>
                <c:pt idx="115">
                  <c:v>15.8857550275</c:v>
                </c:pt>
                <c:pt idx="116">
                  <c:v>15.6913479821</c:v>
                </c:pt>
                <c:pt idx="117">
                  <c:v>15.4685909059</c:v>
                </c:pt>
                <c:pt idx="118">
                  <c:v>15.9699952671</c:v>
                </c:pt>
                <c:pt idx="119">
                  <c:v>14.9590892079</c:v>
                </c:pt>
                <c:pt idx="120">
                  <c:v>15.1602753163</c:v>
                </c:pt>
              </c:numCache>
            </c:numRef>
          </c:yVal>
        </c:ser>
        <c:ser>
          <c:idx val="8"/>
          <c:order val="8"/>
          <c:tx>
            <c:v>理论平均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38100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Data'!$Q$2:$Q$122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Data'!$R$2:$R$122</c:f>
              <c:numCache>
                <c:formatCode>0</c:formatCode>
                <c:ptCount val="121"/>
                <c:pt idx="0">
                  <c:v>40</c:v>
                </c:pt>
                <c:pt idx="1">
                  <c:v>40.1001251042</c:v>
                </c:pt>
                <c:pt idx="2">
                  <c:v>40.2005008344</c:v>
                </c:pt>
                <c:pt idx="3">
                  <c:v>40.3011278178</c:v>
                </c:pt>
                <c:pt idx="4">
                  <c:v>40.4020066834</c:v>
                </c:pt>
                <c:pt idx="5">
                  <c:v>40.5031380616</c:v>
                </c:pt>
                <c:pt idx="6">
                  <c:v>40.6045225846</c:v>
                </c:pt>
                <c:pt idx="7">
                  <c:v>40.706160886</c:v>
                </c:pt>
                <c:pt idx="8">
                  <c:v>40.8080536011</c:v>
                </c:pt>
                <c:pt idx="9">
                  <c:v>40.9102013666</c:v>
                </c:pt>
                <c:pt idx="10">
                  <c:v>41.012604821</c:v>
                </c:pt>
                <c:pt idx="11">
                  <c:v>41.1152646043</c:v>
                </c:pt>
                <c:pt idx="12">
                  <c:v>41.2181813581</c:v>
                </c:pt>
                <c:pt idx="13">
                  <c:v>41.3213557258</c:v>
                </c:pt>
                <c:pt idx="14">
                  <c:v>41.424788352</c:v>
                </c:pt>
                <c:pt idx="15">
                  <c:v>41.5284798833</c:v>
                </c:pt>
                <c:pt idx="16">
                  <c:v>41.6324309677</c:v>
                </c:pt>
                <c:pt idx="17">
                  <c:v>41.7366422549</c:v>
                </c:pt>
                <c:pt idx="18">
                  <c:v>41.8411143963</c:v>
                </c:pt>
                <c:pt idx="19">
                  <c:v>41.9458480449</c:v>
                </c:pt>
                <c:pt idx="20">
                  <c:v>42.050843855</c:v>
                </c:pt>
                <c:pt idx="21">
                  <c:v>42.1561024831</c:v>
                </c:pt>
                <c:pt idx="22">
                  <c:v>42.261624587</c:v>
                </c:pt>
                <c:pt idx="23">
                  <c:v>42.3674108262</c:v>
                </c:pt>
                <c:pt idx="24">
                  <c:v>42.4734618618</c:v>
                </c:pt>
                <c:pt idx="25">
                  <c:v>42.5797783567</c:v>
                </c:pt>
                <c:pt idx="26">
                  <c:v>42.6863609754</c:v>
                </c:pt>
                <c:pt idx="27">
                  <c:v>42.7932103839</c:v>
                </c:pt>
                <c:pt idx="28">
                  <c:v>42.9003272502</c:v>
                </c:pt>
                <c:pt idx="29">
                  <c:v>43.0077122436</c:v>
                </c:pt>
                <c:pt idx="30">
                  <c:v>43.1153660354</c:v>
                </c:pt>
                <c:pt idx="31">
                  <c:v>43.2232892983</c:v>
                </c:pt>
                <c:pt idx="32">
                  <c:v>43.331482707</c:v>
                </c:pt>
                <c:pt idx="33">
                  <c:v>43.4399469376</c:v>
                </c:pt>
                <c:pt idx="34">
                  <c:v>43.5486826679</c:v>
                </c:pt>
                <c:pt idx="35">
                  <c:v>43.6576905777</c:v>
                </c:pt>
                <c:pt idx="36">
                  <c:v>43.7669713482</c:v>
                </c:pt>
                <c:pt idx="37">
                  <c:v>43.8765256624</c:v>
                </c:pt>
                <c:pt idx="38">
                  <c:v>43.986354205</c:v>
                </c:pt>
                <c:pt idx="39">
                  <c:v>44.0964576625</c:v>
                </c:pt>
                <c:pt idx="40">
                  <c:v>44.206836723</c:v>
                </c:pt>
                <c:pt idx="41">
                  <c:v>44.3174920764</c:v>
                </c:pt>
                <c:pt idx="42">
                  <c:v>44.4284244142</c:v>
                </c:pt>
                <c:pt idx="43">
                  <c:v>44.5396344299</c:v>
                </c:pt>
                <c:pt idx="44">
                  <c:v>44.6511228184</c:v>
                </c:pt>
                <c:pt idx="45">
                  <c:v>44.7628902765</c:v>
                </c:pt>
                <c:pt idx="46">
                  <c:v>44.8749375029</c:v>
                </c:pt>
                <c:pt idx="47">
                  <c:v>44.9872651977</c:v>
                </c:pt>
                <c:pt idx="48">
                  <c:v>45.0998740632</c:v>
                </c:pt>
                <c:pt idx="49">
                  <c:v>45.212764803</c:v>
                </c:pt>
                <c:pt idx="50">
                  <c:v>45.3259381227</c:v>
                </c:pt>
                <c:pt idx="51">
                  <c:v>45.4393947296</c:v>
                </c:pt>
                <c:pt idx="52">
                  <c:v>45.553135333</c:v>
                </c:pt>
                <c:pt idx="53">
                  <c:v>45.6671606436</c:v>
                </c:pt>
                <c:pt idx="54">
                  <c:v>45.7814713741</c:v>
                </c:pt>
                <c:pt idx="55">
                  <c:v>45.8960682389</c:v>
                </c:pt>
                <c:pt idx="56">
                  <c:v>46.0109519543</c:v>
                </c:pt>
                <c:pt idx="57">
                  <c:v>46.1261232383</c:v>
                </c:pt>
                <c:pt idx="58">
                  <c:v>46.2415828107</c:v>
                </c:pt>
                <c:pt idx="59">
                  <c:v>46.3573313932</c:v>
                </c:pt>
                <c:pt idx="60">
                  <c:v>46.4733697091</c:v>
                </c:pt>
                <c:pt idx="61">
                  <c:v>46.5896984838</c:v>
                </c:pt>
                <c:pt idx="62">
                  <c:v>46.7063184442</c:v>
                </c:pt>
                <c:pt idx="63">
                  <c:v>46.8232303193</c:v>
                </c:pt>
                <c:pt idx="64">
                  <c:v>46.9404348397</c:v>
                </c:pt>
                <c:pt idx="65">
                  <c:v>47.0579327379</c:v>
                </c:pt>
                <c:pt idx="66">
                  <c:v>47.1757247485</c:v>
                </c:pt>
                <c:pt idx="67">
                  <c:v>47.2938116074</c:v>
                </c:pt>
                <c:pt idx="68">
                  <c:v>47.4121940528</c:v>
                </c:pt>
                <c:pt idx="69">
                  <c:v>47.5308728246</c:v>
                </c:pt>
                <c:pt idx="70">
                  <c:v>47.6498486645</c:v>
                </c:pt>
                <c:pt idx="71">
                  <c:v>47.7691223161</c:v>
                </c:pt>
                <c:pt idx="72">
                  <c:v>47.8886945249</c:v>
                </c:pt>
                <c:pt idx="73">
                  <c:v>48.0085660381</c:v>
                </c:pt>
                <c:pt idx="74">
                  <c:v>48.1287376051</c:v>
                </c:pt>
                <c:pt idx="75">
                  <c:v>48.2492099768</c:v>
                </c:pt>
                <c:pt idx="76">
                  <c:v>48.3699839063</c:v>
                </c:pt>
                <c:pt idx="77">
                  <c:v>48.4910601483</c:v>
                </c:pt>
                <c:pt idx="78">
                  <c:v>48.6124394596</c:v>
                </c:pt>
                <c:pt idx="79">
                  <c:v>48.7341225988</c:v>
                </c:pt>
                <c:pt idx="80">
                  <c:v>48.8561103264</c:v>
                </c:pt>
                <c:pt idx="81">
                  <c:v>48.9784034049</c:v>
                </c:pt>
                <c:pt idx="82">
                  <c:v>49.1010025985</c:v>
                </c:pt>
                <c:pt idx="83">
                  <c:v>49.2239086736</c:v>
                </c:pt>
                <c:pt idx="84">
                  <c:v>49.3471223983</c:v>
                </c:pt>
                <c:pt idx="85">
                  <c:v>49.4706445426</c:v>
                </c:pt>
                <c:pt idx="86">
                  <c:v>49.5944758786</c:v>
                </c:pt>
                <c:pt idx="87">
                  <c:v>49.7186171803</c:v>
                </c:pt>
                <c:pt idx="88">
                  <c:v>49.8430692235</c:v>
                </c:pt>
                <c:pt idx="89">
                  <c:v>49.967832786</c:v>
                </c:pt>
                <c:pt idx="90">
                  <c:v>50.0929086477</c:v>
                </c:pt>
                <c:pt idx="91">
                  <c:v>50.2182975902</c:v>
                </c:pt>
                <c:pt idx="92">
                  <c:v>50.3440003972</c:v>
                </c:pt>
                <c:pt idx="93">
                  <c:v>50.4700178544</c:v>
                </c:pt>
                <c:pt idx="94">
                  <c:v>50.5963507493</c:v>
                </c:pt>
                <c:pt idx="95">
                  <c:v>50.7229998716</c:v>
                </c:pt>
                <c:pt idx="96">
                  <c:v>50.8499660129</c:v>
                </c:pt>
                <c:pt idx="97">
                  <c:v>50.9772499665</c:v>
                </c:pt>
                <c:pt idx="98">
                  <c:v>51.1048525282</c:v>
                </c:pt>
                <c:pt idx="99">
                  <c:v>51.2327744953</c:v>
                </c:pt>
                <c:pt idx="100">
                  <c:v>51.3610166675</c:v>
                </c:pt>
                <c:pt idx="101">
                  <c:v>51.4895798462</c:v>
                </c:pt>
                <c:pt idx="102">
                  <c:v>51.6184648349</c:v>
                </c:pt>
                <c:pt idx="103">
                  <c:v>51.7476724392</c:v>
                </c:pt>
                <c:pt idx="104">
                  <c:v>51.8772034666</c:v>
                </c:pt>
                <c:pt idx="105">
                  <c:v>52.0070587267</c:v>
                </c:pt>
                <c:pt idx="106">
                  <c:v>52.1372390311</c:v>
                </c:pt>
                <c:pt idx="107">
                  <c:v>52.2677451934</c:v>
                </c:pt>
                <c:pt idx="108">
                  <c:v>52.3985780293</c:v>
                </c:pt>
                <c:pt idx="109">
                  <c:v>52.5297383565</c:v>
                </c:pt>
                <c:pt idx="110">
                  <c:v>52.6612269947</c:v>
                </c:pt>
                <c:pt idx="111">
                  <c:v>52.7930447658</c:v>
                </c:pt>
                <c:pt idx="112">
                  <c:v>52.9251924935</c:v>
                </c:pt>
                <c:pt idx="113">
                  <c:v>53.0576710039</c:v>
                </c:pt>
                <c:pt idx="114">
                  <c:v>53.1904811249</c:v>
                </c:pt>
                <c:pt idx="115">
                  <c:v>53.3236236865</c:v>
                </c:pt>
                <c:pt idx="116">
                  <c:v>53.457099521</c:v>
                </c:pt>
                <c:pt idx="117">
                  <c:v>53.5909094626</c:v>
                </c:pt>
                <c:pt idx="118">
                  <c:v>53.7250543475</c:v>
                </c:pt>
                <c:pt idx="119">
                  <c:v>53.8595350141</c:v>
                </c:pt>
                <c:pt idx="120">
                  <c:v>53.994352303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高于阱底的能量（μK）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3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时间（ms）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较集中</c:v>
          </c:tx>
          <c:spPr>
            <a:solidFill xmlns:a="http://schemas.openxmlformats.org/drawingml/2006/main">
              <a:srgbClr val="186DA0"/>
            </a:solidFill>
          </c:spPr>
          <c:cat>
            <c:numRef>
              <c:f>'Chart Data'!$A$2:$A$9</c:f>
              <c:numCache>
                <c:formatCode>General</c:formatCode>
                <c:ptCount val="8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</c:numCache>
            </c:num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0</c:v>
                </c:pt>
                <c:pt idx="1">
                  <c:v>0</c:v>
                </c:pt>
                <c:pt idx="2">
                  <c:v>20</c:v>
                </c:pt>
                <c:pt idx="3">
                  <c:v>60</c:v>
                </c:pt>
                <c:pt idx="4">
                  <c:v>20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v>较分散</c:v>
          </c:tx>
          <c:spPr>
            <a:solidFill xmlns:a="http://schemas.openxmlformats.org/drawingml/2006/main">
              <a:srgbClr val="D36E2B"/>
            </a:solidFill>
          </c:spPr>
          <c:cat>
            <c:numRef>
              <c:f>'Chart Data'!$C$2:$C$9</c:f>
              <c:numCache>
                <c:formatCode>General</c:formatCode>
                <c:ptCount val="8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</c:numCache>
            </c:numRef>
          </c:cat>
          <c:val>
            <c:numRef>
              <c:f>'Chart Data'!$D$2:$D$9</c:f>
              <c:numCache>
                <c:formatCode>0.00</c:formatCode>
                <c:ptCount val="8"/>
                <c:pt idx="0">
                  <c:v>20</c:v>
                </c:pt>
                <c:pt idx="1">
                  <c:v>10</c:v>
                </c:pt>
                <c:pt idx="2">
                  <c:v>20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原子数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势能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-2.5</c:v>
                </c:pt>
                <c:pt idx="1">
                  <c:v>-2.45</c:v>
                </c:pt>
                <c:pt idx="2">
                  <c:v>-2.4</c:v>
                </c:pt>
                <c:pt idx="3">
                  <c:v>-2.35</c:v>
                </c:pt>
                <c:pt idx="4">
                  <c:v>-2.3</c:v>
                </c:pt>
                <c:pt idx="5">
                  <c:v>-2.25</c:v>
                </c:pt>
                <c:pt idx="6">
                  <c:v>-2.2</c:v>
                </c:pt>
                <c:pt idx="7">
                  <c:v>-2.15</c:v>
                </c:pt>
                <c:pt idx="8">
                  <c:v>-2.1</c:v>
                </c:pt>
                <c:pt idx="9">
                  <c:v>-2.05</c:v>
                </c:pt>
                <c:pt idx="10">
                  <c:v>-2</c:v>
                </c:pt>
                <c:pt idx="11">
                  <c:v>-1.95</c:v>
                </c:pt>
                <c:pt idx="12">
                  <c:v>-1.9</c:v>
                </c:pt>
                <c:pt idx="13">
                  <c:v>-1.85</c:v>
                </c:pt>
                <c:pt idx="14">
                  <c:v>-1.8</c:v>
                </c:pt>
                <c:pt idx="15">
                  <c:v>-1.75</c:v>
                </c:pt>
                <c:pt idx="16">
                  <c:v>-1.7</c:v>
                </c:pt>
                <c:pt idx="17">
                  <c:v>-1.65</c:v>
                </c:pt>
                <c:pt idx="18">
                  <c:v>-1.6</c:v>
                </c:pt>
                <c:pt idx="19">
                  <c:v>-1.55</c:v>
                </c:pt>
                <c:pt idx="20">
                  <c:v>-1.5</c:v>
                </c:pt>
                <c:pt idx="21">
                  <c:v>-1.45</c:v>
                </c:pt>
                <c:pt idx="22">
                  <c:v>-1.4</c:v>
                </c:pt>
                <c:pt idx="23">
                  <c:v>-1.35</c:v>
                </c:pt>
                <c:pt idx="24">
                  <c:v>-1.3</c:v>
                </c:pt>
                <c:pt idx="25">
                  <c:v>-1.25</c:v>
                </c:pt>
                <c:pt idx="26">
                  <c:v>-1.2</c:v>
                </c:pt>
                <c:pt idx="27">
                  <c:v>-1.15</c:v>
                </c:pt>
                <c:pt idx="28">
                  <c:v>-1.1</c:v>
                </c:pt>
                <c:pt idx="29">
                  <c:v>-1.05</c:v>
                </c:pt>
                <c:pt idx="30">
                  <c:v>-1</c:v>
                </c:pt>
                <c:pt idx="31">
                  <c:v>-0.95</c:v>
                </c:pt>
                <c:pt idx="32">
                  <c:v>-0.9</c:v>
                </c:pt>
                <c:pt idx="33">
                  <c:v>-0.85</c:v>
                </c:pt>
                <c:pt idx="34">
                  <c:v>-0.8</c:v>
                </c:pt>
                <c:pt idx="35">
                  <c:v>-0.75</c:v>
                </c:pt>
                <c:pt idx="36">
                  <c:v>-0.7</c:v>
                </c:pt>
                <c:pt idx="37">
                  <c:v>-0.65</c:v>
                </c:pt>
                <c:pt idx="38">
                  <c:v>-0.6</c:v>
                </c:pt>
                <c:pt idx="39">
                  <c:v>-0.55</c:v>
                </c:pt>
                <c:pt idx="40">
                  <c:v>-0.5</c:v>
                </c:pt>
                <c:pt idx="41">
                  <c:v>-0.45</c:v>
                </c:pt>
                <c:pt idx="42">
                  <c:v>-0.4</c:v>
                </c:pt>
                <c:pt idx="43">
                  <c:v>-0.35</c:v>
                </c:pt>
                <c:pt idx="44">
                  <c:v>-0.3</c:v>
                </c:pt>
                <c:pt idx="45">
                  <c:v>-0.25</c:v>
                </c:pt>
                <c:pt idx="46">
                  <c:v>-0.2</c:v>
                </c:pt>
                <c:pt idx="47">
                  <c:v>-0.15</c:v>
                </c:pt>
                <c:pt idx="48">
                  <c:v>-0.1</c:v>
                </c:pt>
                <c:pt idx="49">
                  <c:v>-0.05</c:v>
                </c:pt>
                <c:pt idx="50">
                  <c:v>0</c:v>
                </c:pt>
                <c:pt idx="51">
                  <c:v>0.05</c:v>
                </c:pt>
                <c:pt idx="52">
                  <c:v>0.1</c:v>
                </c:pt>
                <c:pt idx="53">
                  <c:v>0.15</c:v>
                </c:pt>
                <c:pt idx="54">
                  <c:v>0.2</c:v>
                </c:pt>
                <c:pt idx="55">
                  <c:v>0.25</c:v>
                </c:pt>
                <c:pt idx="56">
                  <c:v>0.3</c:v>
                </c:pt>
                <c:pt idx="57">
                  <c:v>0.35</c:v>
                </c:pt>
                <c:pt idx="58">
                  <c:v>0.4</c:v>
                </c:pt>
                <c:pt idx="59">
                  <c:v>0.45</c:v>
                </c:pt>
                <c:pt idx="60">
                  <c:v>0.5</c:v>
                </c:pt>
                <c:pt idx="61">
                  <c:v>0.55</c:v>
                </c:pt>
                <c:pt idx="62">
                  <c:v>0.6</c:v>
                </c:pt>
                <c:pt idx="63">
                  <c:v>0.65</c:v>
                </c:pt>
                <c:pt idx="64">
                  <c:v>0.7</c:v>
                </c:pt>
                <c:pt idx="65">
                  <c:v>0.75</c:v>
                </c:pt>
                <c:pt idx="66">
                  <c:v>0.8</c:v>
                </c:pt>
                <c:pt idx="67">
                  <c:v>0.85</c:v>
                </c:pt>
                <c:pt idx="68">
                  <c:v>0.9</c:v>
                </c:pt>
                <c:pt idx="69">
                  <c:v>0.95</c:v>
                </c:pt>
                <c:pt idx="70">
                  <c:v>1</c:v>
                </c:pt>
                <c:pt idx="71">
                  <c:v>1.05</c:v>
                </c:pt>
                <c:pt idx="72">
                  <c:v>1.1</c:v>
                </c:pt>
                <c:pt idx="73">
                  <c:v>1.15</c:v>
                </c:pt>
                <c:pt idx="74">
                  <c:v>1.2</c:v>
                </c:pt>
                <c:pt idx="75">
                  <c:v>1.25</c:v>
                </c:pt>
                <c:pt idx="76">
                  <c:v>1.3</c:v>
                </c:pt>
                <c:pt idx="77">
                  <c:v>1.35</c:v>
                </c:pt>
                <c:pt idx="78">
                  <c:v>1.4</c:v>
                </c:pt>
                <c:pt idx="79">
                  <c:v>1.45</c:v>
                </c:pt>
                <c:pt idx="80">
                  <c:v>1.5</c:v>
                </c:pt>
                <c:pt idx="81">
                  <c:v>1.55</c:v>
                </c:pt>
                <c:pt idx="82">
                  <c:v>1.6</c:v>
                </c:pt>
                <c:pt idx="83">
                  <c:v>1.65</c:v>
                </c:pt>
                <c:pt idx="84">
                  <c:v>1.7</c:v>
                </c:pt>
                <c:pt idx="85">
                  <c:v>1.75</c:v>
                </c:pt>
                <c:pt idx="86">
                  <c:v>1.8</c:v>
                </c:pt>
                <c:pt idx="87">
                  <c:v>1.85</c:v>
                </c:pt>
                <c:pt idx="88">
                  <c:v>1.9</c:v>
                </c:pt>
                <c:pt idx="89">
                  <c:v>1.95</c:v>
                </c:pt>
                <c:pt idx="90">
                  <c:v>2</c:v>
                </c:pt>
                <c:pt idx="91">
                  <c:v>2.05</c:v>
                </c:pt>
                <c:pt idx="92">
                  <c:v>2.1</c:v>
                </c:pt>
                <c:pt idx="93">
                  <c:v>2.15</c:v>
                </c:pt>
                <c:pt idx="94">
                  <c:v>2.2</c:v>
                </c:pt>
                <c:pt idx="95">
                  <c:v>2.25</c:v>
                </c:pt>
                <c:pt idx="96">
                  <c:v>2.3</c:v>
                </c:pt>
                <c:pt idx="97">
                  <c:v>2.35</c:v>
                </c:pt>
                <c:pt idx="98">
                  <c:v>2.4</c:v>
                </c:pt>
                <c:pt idx="99">
                  <c:v>2.45</c:v>
                </c:pt>
                <c:pt idx="100">
                  <c:v>2.5</c:v>
                </c:pt>
              </c:numCache>
            </c:numRef>
          </c:xVal>
          <c:yVal>
            <c:numRef>
              <c:f>'Chart Data'!$B$2:$B$102</c:f>
              <c:numCache>
                <c:formatCode>0</c:formatCode>
                <c:ptCount val="101"/>
                <c:pt idx="0">
                  <c:v>-0.0302993267962</c:v>
                </c:pt>
                <c:pt idx="1">
                  <c:v>-0.0434986412546</c:v>
                </c:pt>
                <c:pt idx="2">
                  <c:v>-0.0619934524813</c:v>
                </c:pt>
                <c:pt idx="3">
                  <c:v>-0.0877088416306</c:v>
                </c:pt>
                <c:pt idx="4">
                  <c:v>-0.123187983805</c:v>
                </c:pt>
                <c:pt idx="5">
                  <c:v>-0.171759488918</c:v>
                </c:pt>
                <c:pt idx="6">
                  <c:v>-0.237739065366</c:v>
                </c:pt>
                <c:pt idx="7">
                  <c:v>-0.326668894514</c:v>
                </c:pt>
                <c:pt idx="8">
                  <c:v>-0.445597180914</c:v>
                </c:pt>
                <c:pt idx="9">
                  <c:v>-0.603398889172</c:v>
                </c:pt>
                <c:pt idx="10">
                  <c:v>-0.811136599981</c:v>
                </c:pt>
                <c:pt idx="11">
                  <c:v>-1.08245763905</c:v>
                </c:pt>
                <c:pt idx="12">
                  <c:v>-1.43402010852</c:v>
                </c:pt>
                <c:pt idx="13">
                  <c:v>-1.88593618296</c:v>
                </c:pt>
                <c:pt idx="14">
                  <c:v>-2.46221608631</c:v>
                </c:pt>
                <c:pt idx="15">
                  <c:v>-3.19119068657</c:v>
                </c:pt>
                <c:pt idx="16">
                  <c:v>-4.1058848679</c:v>
                </c:pt>
                <c:pt idx="17">
                  <c:v>-5.24430810417</c:v>
                </c:pt>
                <c:pt idx="18">
                  <c:v>-6.64962340285</c:v>
                </c:pt>
                <c:pt idx="19">
                  <c:v>-8.37015154848</c:v>
                </c:pt>
                <c:pt idx="20">
                  <c:v>-10.4591649583</c:v>
                </c:pt>
                <c:pt idx="21">
                  <c:v>-12.9744251171</c:v>
                </c:pt>
                <c:pt idx="22">
                  <c:v>-15.9774201223</c:v>
                </c:pt>
                <c:pt idx="23">
                  <c:v>-19.5322649237</c:v>
                </c:pt>
                <c:pt idx="24">
                  <c:v>-23.7042368143</c:v>
                </c:pt>
                <c:pt idx="25">
                  <c:v>-28.557932866</c:v>
                </c:pt>
                <c:pt idx="26">
                  <c:v>-34.1550542392</c:v>
                </c:pt>
                <c:pt idx="27">
                  <c:v>-40.5518442617</c:v>
                </c:pt>
                <c:pt idx="28">
                  <c:v>-47.7962320835</c:v>
                </c:pt>
                <c:pt idx="29">
                  <c:v>-55.9247604055</c:v>
                </c:pt>
                <c:pt idx="30">
                  <c:v>-64.9594027126</c:v>
                </c:pt>
                <c:pt idx="31">
                  <c:v>-74.9044007322</c:v>
                </c:pt>
                <c:pt idx="32">
                  <c:v>-85.7432744163</c:v>
                </c:pt>
                <c:pt idx="33">
                  <c:v>-97.4361724346</c:v>
                </c:pt>
                <c:pt idx="34">
                  <c:v>-109.917738901</c:v>
                </c:pt>
                <c:pt idx="35">
                  <c:v>-123.095670043</c:v>
                </c:pt>
                <c:pt idx="36">
                  <c:v>-136.850121479</c:v>
                </c:pt>
                <c:pt idx="37">
                  <c:v>-151.034102027</c:v>
                </c:pt>
                <c:pt idx="38">
                  <c:v>-165.474953737</c:v>
                </c:pt>
                <c:pt idx="39">
                  <c:v>-179.976971177</c:v>
                </c:pt>
                <c:pt idx="40">
                  <c:v>-194.325157897</c:v>
                </c:pt>
                <c:pt idx="41">
                  <c:v>-208.290057399</c:v>
                </c:pt>
                <c:pt idx="42">
                  <c:v>-221.633533269</c:v>
                </c:pt>
                <c:pt idx="43">
                  <c:v>-234.115312671</c:v>
                </c:pt>
                <c:pt idx="44">
                  <c:v>-245.500053212</c:v>
                </c:pt>
                <c:pt idx="45">
                  <c:v>-255.564649588</c:v>
                </c:pt>
                <c:pt idx="46">
                  <c:v>-264.10546687</c:v>
                </c:pt>
                <c:pt idx="47">
                  <c:v>-270.945174792</c:v>
                </c:pt>
                <c:pt idx="48">
                  <c:v>-275.938863507</c:v>
                </c:pt>
                <c:pt idx="49">
                  <c:v>-278.979146532</c:v>
                </c:pt>
                <c:pt idx="50">
                  <c:v>-280</c:v>
                </c:pt>
                <c:pt idx="51">
                  <c:v>-278.979146532</c:v>
                </c:pt>
                <c:pt idx="52">
                  <c:v>-275.938863507</c:v>
                </c:pt>
                <c:pt idx="53">
                  <c:v>-270.945174792</c:v>
                </c:pt>
                <c:pt idx="54">
                  <c:v>-264.10546687</c:v>
                </c:pt>
                <c:pt idx="55">
                  <c:v>-255.564649588</c:v>
                </c:pt>
                <c:pt idx="56">
                  <c:v>-245.500053212</c:v>
                </c:pt>
                <c:pt idx="57">
                  <c:v>-234.115312671</c:v>
                </c:pt>
                <c:pt idx="58">
                  <c:v>-221.633533269</c:v>
                </c:pt>
                <c:pt idx="59">
                  <c:v>-208.290057399</c:v>
                </c:pt>
                <c:pt idx="60">
                  <c:v>-194.325157897</c:v>
                </c:pt>
                <c:pt idx="61">
                  <c:v>-179.976971177</c:v>
                </c:pt>
                <c:pt idx="62">
                  <c:v>-165.474953737</c:v>
                </c:pt>
                <c:pt idx="63">
                  <c:v>-151.034102027</c:v>
                </c:pt>
                <c:pt idx="64">
                  <c:v>-136.850121479</c:v>
                </c:pt>
                <c:pt idx="65">
                  <c:v>-123.095670043</c:v>
                </c:pt>
                <c:pt idx="66">
                  <c:v>-109.917738901</c:v>
                </c:pt>
                <c:pt idx="67">
                  <c:v>-97.4361724346</c:v>
                </c:pt>
                <c:pt idx="68">
                  <c:v>-85.7432744163</c:v>
                </c:pt>
                <c:pt idx="69">
                  <c:v>-74.9044007322</c:v>
                </c:pt>
                <c:pt idx="70">
                  <c:v>-64.9594027126</c:v>
                </c:pt>
                <c:pt idx="71">
                  <c:v>-55.9247604055</c:v>
                </c:pt>
                <c:pt idx="72">
                  <c:v>-47.7962320835</c:v>
                </c:pt>
                <c:pt idx="73">
                  <c:v>-40.5518442617</c:v>
                </c:pt>
                <c:pt idx="74">
                  <c:v>-34.1550542392</c:v>
                </c:pt>
                <c:pt idx="75">
                  <c:v>-28.557932866</c:v>
                </c:pt>
                <c:pt idx="76">
                  <c:v>-23.7042368143</c:v>
                </c:pt>
                <c:pt idx="77">
                  <c:v>-19.5322649237</c:v>
                </c:pt>
                <c:pt idx="78">
                  <c:v>-15.9774201223</c:v>
                </c:pt>
                <c:pt idx="79">
                  <c:v>-12.9744251171</c:v>
                </c:pt>
                <c:pt idx="80">
                  <c:v>-10.4591649583</c:v>
                </c:pt>
                <c:pt idx="81">
                  <c:v>-8.37015154848</c:v>
                </c:pt>
                <c:pt idx="82">
                  <c:v>-6.64962340285</c:v>
                </c:pt>
                <c:pt idx="83">
                  <c:v>-5.24430810417</c:v>
                </c:pt>
                <c:pt idx="84">
                  <c:v>-4.1058848679</c:v>
                </c:pt>
                <c:pt idx="85">
                  <c:v>-3.19119068657</c:v>
                </c:pt>
                <c:pt idx="86">
                  <c:v>-2.46221608631</c:v>
                </c:pt>
                <c:pt idx="87">
                  <c:v>-1.88593618296</c:v>
                </c:pt>
                <c:pt idx="88">
                  <c:v>-1.43402010852</c:v>
                </c:pt>
                <c:pt idx="89">
                  <c:v>-1.08245763905</c:v>
                </c:pt>
                <c:pt idx="90">
                  <c:v>-0.811136599981</c:v>
                </c:pt>
                <c:pt idx="91">
                  <c:v>-0.603398889172</c:v>
                </c:pt>
                <c:pt idx="92">
                  <c:v>-0.445597180914</c:v>
                </c:pt>
                <c:pt idx="93">
                  <c:v>-0.326668894514</c:v>
                </c:pt>
                <c:pt idx="94">
                  <c:v>-0.237739065366</c:v>
                </c:pt>
                <c:pt idx="95">
                  <c:v>-0.171759488918</c:v>
                </c:pt>
                <c:pt idx="96">
                  <c:v>-0.123187983805</c:v>
                </c:pt>
                <c:pt idx="97">
                  <c:v>-0.0877088416306</c:v>
                </c:pt>
                <c:pt idx="98">
                  <c:v>-0.0619934524813</c:v>
                </c:pt>
                <c:pt idx="99">
                  <c:v>-0.0434986412546</c:v>
                </c:pt>
                <c:pt idx="100">
                  <c:v>-0.0302993267962</c:v>
                </c:pt>
              </c:numCache>
            </c:numRef>
          </c:yVal>
        </c:ser>
        <c:ser>
          <c:idx val="1"/>
          <c:order val="1"/>
          <c:tx>
            <c:v>零能量</c:v>
          </c:tx>
          <c:spPr>
            <a:solidFill xmlns:a="http://schemas.openxmlformats.org/drawingml/2006/main">
              <a:srgbClr val="8395A1"/>
            </a:solidFill>
            <a:ln xmlns:a="http://schemas.openxmlformats.org/drawingml/2006/main" w="28575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-2.5</c:v>
                </c:pt>
                <c:pt idx="1">
                  <c:v>2.5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tx>
            <c:v>束缚</c:v>
          </c:tx>
          <c:spPr>
            <a:solidFill xmlns:a="http://schemas.openxmlformats.org/drawingml/2006/main">
              <a:srgbClr val="21877A"/>
            </a:solidFill>
            <a:ln xmlns:a="http://schemas.openxmlformats.org/drawingml/2006/main" w="28575">
              <a:solidFill>
                <a:srgbClr val="21877A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-1.7</c:v>
                </c:pt>
                <c:pt idx="1">
                  <c:v>1.7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-65</c:v>
                </c:pt>
                <c:pt idx="1">
                  <c:v>-65</c:v>
                </c:pt>
              </c:numCache>
            </c:numRef>
          </c:yVal>
        </c:ser>
        <c:ser>
          <c:idx val="3"/>
          <c:order val="3"/>
          <c:tx>
            <c:v>丢失</c:v>
          </c:tx>
          <c:spPr>
            <a:solidFill xmlns:a="http://schemas.openxmlformats.org/drawingml/2006/main">
              <a:srgbClr val="B44147"/>
            </a:solidFill>
            <a:ln xmlns:a="http://schemas.openxmlformats.org/drawingml/2006/main" w="28575">
              <a:solidFill>
                <a:srgbClr val="B44147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-1.7</c:v>
                </c:pt>
                <c:pt idx="1">
                  <c:v>1.7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35</c:v>
                </c:pt>
                <c:pt idx="1">
                  <c:v>35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5"/>
          <c:min val="-3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能量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2.5"/>
          <c:min val="-2.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相对阱中心的位置（μm）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势能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-2.5</c:v>
                </c:pt>
                <c:pt idx="1">
                  <c:v>-2.45</c:v>
                </c:pt>
                <c:pt idx="2">
                  <c:v>-2.4</c:v>
                </c:pt>
                <c:pt idx="3">
                  <c:v>-2.35</c:v>
                </c:pt>
                <c:pt idx="4">
                  <c:v>-2.3</c:v>
                </c:pt>
                <c:pt idx="5">
                  <c:v>-2.25</c:v>
                </c:pt>
                <c:pt idx="6">
                  <c:v>-2.2</c:v>
                </c:pt>
                <c:pt idx="7">
                  <c:v>-2.15</c:v>
                </c:pt>
                <c:pt idx="8">
                  <c:v>-2.1</c:v>
                </c:pt>
                <c:pt idx="9">
                  <c:v>-2.05</c:v>
                </c:pt>
                <c:pt idx="10">
                  <c:v>-2</c:v>
                </c:pt>
                <c:pt idx="11">
                  <c:v>-1.95</c:v>
                </c:pt>
                <c:pt idx="12">
                  <c:v>-1.9</c:v>
                </c:pt>
                <c:pt idx="13">
                  <c:v>-1.85</c:v>
                </c:pt>
                <c:pt idx="14">
                  <c:v>-1.8</c:v>
                </c:pt>
                <c:pt idx="15">
                  <c:v>-1.75</c:v>
                </c:pt>
                <c:pt idx="16">
                  <c:v>-1.7</c:v>
                </c:pt>
                <c:pt idx="17">
                  <c:v>-1.65</c:v>
                </c:pt>
                <c:pt idx="18">
                  <c:v>-1.6</c:v>
                </c:pt>
                <c:pt idx="19">
                  <c:v>-1.55</c:v>
                </c:pt>
                <c:pt idx="20">
                  <c:v>-1.5</c:v>
                </c:pt>
                <c:pt idx="21">
                  <c:v>-1.45</c:v>
                </c:pt>
                <c:pt idx="22">
                  <c:v>-1.4</c:v>
                </c:pt>
                <c:pt idx="23">
                  <c:v>-1.35</c:v>
                </c:pt>
                <c:pt idx="24">
                  <c:v>-1.3</c:v>
                </c:pt>
                <c:pt idx="25">
                  <c:v>-1.25</c:v>
                </c:pt>
                <c:pt idx="26">
                  <c:v>-1.2</c:v>
                </c:pt>
                <c:pt idx="27">
                  <c:v>-1.15</c:v>
                </c:pt>
                <c:pt idx="28">
                  <c:v>-1.1</c:v>
                </c:pt>
                <c:pt idx="29">
                  <c:v>-1.05</c:v>
                </c:pt>
                <c:pt idx="30">
                  <c:v>-1</c:v>
                </c:pt>
                <c:pt idx="31">
                  <c:v>-0.95</c:v>
                </c:pt>
                <c:pt idx="32">
                  <c:v>-0.9</c:v>
                </c:pt>
                <c:pt idx="33">
                  <c:v>-0.85</c:v>
                </c:pt>
                <c:pt idx="34">
                  <c:v>-0.8</c:v>
                </c:pt>
                <c:pt idx="35">
                  <c:v>-0.75</c:v>
                </c:pt>
                <c:pt idx="36">
                  <c:v>-0.7</c:v>
                </c:pt>
                <c:pt idx="37">
                  <c:v>-0.65</c:v>
                </c:pt>
                <c:pt idx="38">
                  <c:v>-0.6</c:v>
                </c:pt>
                <c:pt idx="39">
                  <c:v>-0.55</c:v>
                </c:pt>
                <c:pt idx="40">
                  <c:v>-0.5</c:v>
                </c:pt>
                <c:pt idx="41">
                  <c:v>-0.45</c:v>
                </c:pt>
                <c:pt idx="42">
                  <c:v>-0.4</c:v>
                </c:pt>
                <c:pt idx="43">
                  <c:v>-0.35</c:v>
                </c:pt>
                <c:pt idx="44">
                  <c:v>-0.3</c:v>
                </c:pt>
                <c:pt idx="45">
                  <c:v>-0.25</c:v>
                </c:pt>
                <c:pt idx="46">
                  <c:v>-0.2</c:v>
                </c:pt>
                <c:pt idx="47">
                  <c:v>-0.15</c:v>
                </c:pt>
                <c:pt idx="48">
                  <c:v>-0.1</c:v>
                </c:pt>
                <c:pt idx="49">
                  <c:v>-0.05</c:v>
                </c:pt>
                <c:pt idx="50">
                  <c:v>0</c:v>
                </c:pt>
                <c:pt idx="51">
                  <c:v>0.05</c:v>
                </c:pt>
                <c:pt idx="52">
                  <c:v>0.1</c:v>
                </c:pt>
                <c:pt idx="53">
                  <c:v>0.15</c:v>
                </c:pt>
                <c:pt idx="54">
                  <c:v>0.2</c:v>
                </c:pt>
                <c:pt idx="55">
                  <c:v>0.25</c:v>
                </c:pt>
                <c:pt idx="56">
                  <c:v>0.3</c:v>
                </c:pt>
                <c:pt idx="57">
                  <c:v>0.35</c:v>
                </c:pt>
                <c:pt idx="58">
                  <c:v>0.4</c:v>
                </c:pt>
                <c:pt idx="59">
                  <c:v>0.45</c:v>
                </c:pt>
                <c:pt idx="60">
                  <c:v>0.5</c:v>
                </c:pt>
                <c:pt idx="61">
                  <c:v>0.55</c:v>
                </c:pt>
                <c:pt idx="62">
                  <c:v>0.6</c:v>
                </c:pt>
                <c:pt idx="63">
                  <c:v>0.65</c:v>
                </c:pt>
                <c:pt idx="64">
                  <c:v>0.7</c:v>
                </c:pt>
                <c:pt idx="65">
                  <c:v>0.75</c:v>
                </c:pt>
                <c:pt idx="66">
                  <c:v>0.8</c:v>
                </c:pt>
                <c:pt idx="67">
                  <c:v>0.85</c:v>
                </c:pt>
                <c:pt idx="68">
                  <c:v>0.9</c:v>
                </c:pt>
                <c:pt idx="69">
                  <c:v>0.95</c:v>
                </c:pt>
                <c:pt idx="70">
                  <c:v>1</c:v>
                </c:pt>
                <c:pt idx="71">
                  <c:v>1.05</c:v>
                </c:pt>
                <c:pt idx="72">
                  <c:v>1.1</c:v>
                </c:pt>
                <c:pt idx="73">
                  <c:v>1.15</c:v>
                </c:pt>
                <c:pt idx="74">
                  <c:v>1.2</c:v>
                </c:pt>
                <c:pt idx="75">
                  <c:v>1.25</c:v>
                </c:pt>
                <c:pt idx="76">
                  <c:v>1.3</c:v>
                </c:pt>
                <c:pt idx="77">
                  <c:v>1.35</c:v>
                </c:pt>
                <c:pt idx="78">
                  <c:v>1.4</c:v>
                </c:pt>
                <c:pt idx="79">
                  <c:v>1.45</c:v>
                </c:pt>
                <c:pt idx="80">
                  <c:v>1.5</c:v>
                </c:pt>
                <c:pt idx="81">
                  <c:v>1.55</c:v>
                </c:pt>
                <c:pt idx="82">
                  <c:v>1.6</c:v>
                </c:pt>
                <c:pt idx="83">
                  <c:v>1.65</c:v>
                </c:pt>
                <c:pt idx="84">
                  <c:v>1.7</c:v>
                </c:pt>
                <c:pt idx="85">
                  <c:v>1.75</c:v>
                </c:pt>
                <c:pt idx="86">
                  <c:v>1.8</c:v>
                </c:pt>
                <c:pt idx="87">
                  <c:v>1.85</c:v>
                </c:pt>
                <c:pt idx="88">
                  <c:v>1.9</c:v>
                </c:pt>
                <c:pt idx="89">
                  <c:v>1.95</c:v>
                </c:pt>
                <c:pt idx="90">
                  <c:v>2</c:v>
                </c:pt>
                <c:pt idx="91">
                  <c:v>2.05</c:v>
                </c:pt>
                <c:pt idx="92">
                  <c:v>2.1</c:v>
                </c:pt>
                <c:pt idx="93">
                  <c:v>2.15</c:v>
                </c:pt>
                <c:pt idx="94">
                  <c:v>2.2</c:v>
                </c:pt>
                <c:pt idx="95">
                  <c:v>2.25</c:v>
                </c:pt>
                <c:pt idx="96">
                  <c:v>2.3</c:v>
                </c:pt>
                <c:pt idx="97">
                  <c:v>2.35</c:v>
                </c:pt>
                <c:pt idx="98">
                  <c:v>2.4</c:v>
                </c:pt>
                <c:pt idx="99">
                  <c:v>2.45</c:v>
                </c:pt>
                <c:pt idx="100">
                  <c:v>2.5</c:v>
                </c:pt>
              </c:numCache>
            </c:numRef>
          </c:xVal>
          <c:yVal>
            <c:numRef>
              <c:f>'Chart Data'!$B$2:$B$102</c:f>
              <c:numCache>
                <c:formatCode>0</c:formatCode>
                <c:ptCount val="101"/>
                <c:pt idx="0">
                  <c:v>-0.0151496633981</c:v>
                </c:pt>
                <c:pt idx="1">
                  <c:v>-0.0217493206273</c:v>
                </c:pt>
                <c:pt idx="2">
                  <c:v>-0.0309967262406</c:v>
                </c:pt>
                <c:pt idx="3">
                  <c:v>-0.0438544208153</c:v>
                </c:pt>
                <c:pt idx="4">
                  <c:v>-0.0615939919025</c:v>
                </c:pt>
                <c:pt idx="5">
                  <c:v>-0.0858797444592</c:v>
                </c:pt>
                <c:pt idx="6">
                  <c:v>-0.118869532683</c:v>
                </c:pt>
                <c:pt idx="7">
                  <c:v>-0.163334447257</c:v>
                </c:pt>
                <c:pt idx="8">
                  <c:v>-0.222798590457</c:v>
                </c:pt>
                <c:pt idx="9">
                  <c:v>-0.301699444586</c:v>
                </c:pt>
                <c:pt idx="10">
                  <c:v>-0.40556829999</c:v>
                </c:pt>
                <c:pt idx="11">
                  <c:v>-0.541228819526</c:v>
                </c:pt>
                <c:pt idx="12">
                  <c:v>-0.717010054261</c:v>
                </c:pt>
                <c:pt idx="13">
                  <c:v>-0.942968091478</c:v>
                </c:pt>
                <c:pt idx="14">
                  <c:v>-1.23110804316</c:v>
                </c:pt>
                <c:pt idx="15">
                  <c:v>-1.59559534329</c:v>
                </c:pt>
                <c:pt idx="16">
                  <c:v>-2.05294243395</c:v>
                </c:pt>
                <c:pt idx="17">
                  <c:v>-2.62215405208</c:v>
                </c:pt>
                <c:pt idx="18">
                  <c:v>-3.32481170143</c:v>
                </c:pt>
                <c:pt idx="19">
                  <c:v>-4.18507577424</c:v>
                </c:pt>
                <c:pt idx="20">
                  <c:v>-5.22958247917</c:v>
                </c:pt>
                <c:pt idx="21">
                  <c:v>-6.48721255855</c:v>
                </c:pt>
                <c:pt idx="22">
                  <c:v>-7.98871006117</c:v>
                </c:pt>
                <c:pt idx="23">
                  <c:v>-9.76613246183</c:v>
                </c:pt>
                <c:pt idx="24">
                  <c:v>-11.8521184072</c:v>
                </c:pt>
                <c:pt idx="25">
                  <c:v>-14.278966433</c:v>
                </c:pt>
                <c:pt idx="26">
                  <c:v>-17.0775271196</c:v>
                </c:pt>
                <c:pt idx="27">
                  <c:v>-20.2759221309</c:v>
                </c:pt>
                <c:pt idx="28">
                  <c:v>-23.8981160418</c:v>
                </c:pt>
                <c:pt idx="29">
                  <c:v>-27.9623802028</c:v>
                </c:pt>
                <c:pt idx="30">
                  <c:v>-32.4797013563</c:v>
                </c:pt>
                <c:pt idx="31">
                  <c:v>-37.4522003661</c:v>
                </c:pt>
                <c:pt idx="32">
                  <c:v>-42.8716372081</c:v>
                </c:pt>
                <c:pt idx="33">
                  <c:v>-48.7180862173</c:v>
                </c:pt>
                <c:pt idx="34">
                  <c:v>-54.9588694504</c:v>
                </c:pt>
                <c:pt idx="35">
                  <c:v>-61.5478350214</c:v>
                </c:pt>
                <c:pt idx="36">
                  <c:v>-68.4250607393</c:v>
                </c:pt>
                <c:pt idx="37">
                  <c:v>-75.5170510133</c:v>
                </c:pt>
                <c:pt idx="38">
                  <c:v>-82.7374768687</c:v>
                </c:pt>
                <c:pt idx="39">
                  <c:v>-89.9884855884</c:v>
                </c:pt>
                <c:pt idx="40">
                  <c:v>-97.1625789484</c:v>
                </c:pt>
                <c:pt idx="41">
                  <c:v>-104.145028699</c:v>
                </c:pt>
                <c:pt idx="42">
                  <c:v>-110.816766634</c:v>
                </c:pt>
                <c:pt idx="43">
                  <c:v>-117.057656335</c:v>
                </c:pt>
                <c:pt idx="44">
                  <c:v>-122.750026606</c:v>
                </c:pt>
                <c:pt idx="45">
                  <c:v>-127.782324794</c:v>
                </c:pt>
                <c:pt idx="46">
                  <c:v>-132.052733435</c:v>
                </c:pt>
                <c:pt idx="47">
                  <c:v>-135.472587396</c:v>
                </c:pt>
                <c:pt idx="48">
                  <c:v>-137.969431754</c:v>
                </c:pt>
                <c:pt idx="49">
                  <c:v>-139.489573266</c:v>
                </c:pt>
                <c:pt idx="50">
                  <c:v>-140</c:v>
                </c:pt>
                <c:pt idx="51">
                  <c:v>-139.489573266</c:v>
                </c:pt>
                <c:pt idx="52">
                  <c:v>-137.969431754</c:v>
                </c:pt>
                <c:pt idx="53">
                  <c:v>-135.472587396</c:v>
                </c:pt>
                <c:pt idx="54">
                  <c:v>-132.052733435</c:v>
                </c:pt>
                <c:pt idx="55">
                  <c:v>-127.782324794</c:v>
                </c:pt>
                <c:pt idx="56">
                  <c:v>-122.750026606</c:v>
                </c:pt>
                <c:pt idx="57">
                  <c:v>-117.057656335</c:v>
                </c:pt>
                <c:pt idx="58">
                  <c:v>-110.816766634</c:v>
                </c:pt>
                <c:pt idx="59">
                  <c:v>-104.145028699</c:v>
                </c:pt>
                <c:pt idx="60">
                  <c:v>-97.1625789484</c:v>
                </c:pt>
                <c:pt idx="61">
                  <c:v>-89.9884855884</c:v>
                </c:pt>
                <c:pt idx="62">
                  <c:v>-82.7374768687</c:v>
                </c:pt>
                <c:pt idx="63">
                  <c:v>-75.5170510133</c:v>
                </c:pt>
                <c:pt idx="64">
                  <c:v>-68.4250607393</c:v>
                </c:pt>
                <c:pt idx="65">
                  <c:v>-61.5478350214</c:v>
                </c:pt>
                <c:pt idx="66">
                  <c:v>-54.9588694504</c:v>
                </c:pt>
                <c:pt idx="67">
                  <c:v>-48.7180862173</c:v>
                </c:pt>
                <c:pt idx="68">
                  <c:v>-42.8716372081</c:v>
                </c:pt>
                <c:pt idx="69">
                  <c:v>-37.4522003661</c:v>
                </c:pt>
                <c:pt idx="70">
                  <c:v>-32.4797013563</c:v>
                </c:pt>
                <c:pt idx="71">
                  <c:v>-27.9623802028</c:v>
                </c:pt>
                <c:pt idx="72">
                  <c:v>-23.8981160418</c:v>
                </c:pt>
                <c:pt idx="73">
                  <c:v>-20.2759221309</c:v>
                </c:pt>
                <c:pt idx="74">
                  <c:v>-17.0775271196</c:v>
                </c:pt>
                <c:pt idx="75">
                  <c:v>-14.278966433</c:v>
                </c:pt>
                <c:pt idx="76">
                  <c:v>-11.8521184072</c:v>
                </c:pt>
                <c:pt idx="77">
                  <c:v>-9.76613246183</c:v>
                </c:pt>
                <c:pt idx="78">
                  <c:v>-7.98871006117</c:v>
                </c:pt>
                <c:pt idx="79">
                  <c:v>-6.48721255855</c:v>
                </c:pt>
                <c:pt idx="80">
                  <c:v>-5.22958247917</c:v>
                </c:pt>
                <c:pt idx="81">
                  <c:v>-4.18507577424</c:v>
                </c:pt>
                <c:pt idx="82">
                  <c:v>-3.32481170143</c:v>
                </c:pt>
                <c:pt idx="83">
                  <c:v>-2.62215405208</c:v>
                </c:pt>
                <c:pt idx="84">
                  <c:v>-2.05294243395</c:v>
                </c:pt>
                <c:pt idx="85">
                  <c:v>-1.59559534329</c:v>
                </c:pt>
                <c:pt idx="86">
                  <c:v>-1.23110804316</c:v>
                </c:pt>
                <c:pt idx="87">
                  <c:v>-0.942968091478</c:v>
                </c:pt>
                <c:pt idx="88">
                  <c:v>-0.717010054261</c:v>
                </c:pt>
                <c:pt idx="89">
                  <c:v>-0.541228819526</c:v>
                </c:pt>
                <c:pt idx="90">
                  <c:v>-0.40556829999</c:v>
                </c:pt>
                <c:pt idx="91">
                  <c:v>-0.301699444586</c:v>
                </c:pt>
                <c:pt idx="92">
                  <c:v>-0.222798590457</c:v>
                </c:pt>
                <c:pt idx="93">
                  <c:v>-0.163334447257</c:v>
                </c:pt>
                <c:pt idx="94">
                  <c:v>-0.118869532683</c:v>
                </c:pt>
                <c:pt idx="95">
                  <c:v>-0.0858797444592</c:v>
                </c:pt>
                <c:pt idx="96">
                  <c:v>-0.0615939919025</c:v>
                </c:pt>
                <c:pt idx="97">
                  <c:v>-0.0438544208153</c:v>
                </c:pt>
                <c:pt idx="98">
                  <c:v>-0.0309967262406</c:v>
                </c:pt>
                <c:pt idx="99">
                  <c:v>-0.0217493206273</c:v>
                </c:pt>
                <c:pt idx="100">
                  <c:v>-0.0151496633981</c:v>
                </c:pt>
              </c:numCache>
            </c:numRef>
          </c:yVal>
        </c:ser>
        <c:ser>
          <c:idx val="1"/>
          <c:order val="1"/>
          <c:tx>
            <c:v>零能量</c:v>
          </c:tx>
          <c:spPr>
            <a:solidFill xmlns:a="http://schemas.openxmlformats.org/drawingml/2006/main">
              <a:srgbClr val="8395A1"/>
            </a:solidFill>
            <a:ln xmlns:a="http://schemas.openxmlformats.org/drawingml/2006/main" w="28575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-2.5</c:v>
                </c:pt>
                <c:pt idx="1">
                  <c:v>2.5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tx>
            <c:v>束缚</c:v>
          </c:tx>
          <c:spPr>
            <a:solidFill xmlns:a="http://schemas.openxmlformats.org/drawingml/2006/main">
              <a:srgbClr val="21877A"/>
            </a:solidFill>
            <a:ln xmlns:a="http://schemas.openxmlformats.org/drawingml/2006/main" w="28575">
              <a:solidFill>
                <a:srgbClr val="21877A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-1.7</c:v>
                </c:pt>
                <c:pt idx="1">
                  <c:v>1.7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-65</c:v>
                </c:pt>
                <c:pt idx="1">
                  <c:v>-65</c:v>
                </c:pt>
              </c:numCache>
            </c:numRef>
          </c:yVal>
        </c:ser>
        <c:ser>
          <c:idx val="3"/>
          <c:order val="3"/>
          <c:tx>
            <c:v>丢失</c:v>
          </c:tx>
          <c:spPr>
            <a:solidFill xmlns:a="http://schemas.openxmlformats.org/drawingml/2006/main">
              <a:srgbClr val="B44147"/>
            </a:solidFill>
            <a:ln xmlns:a="http://schemas.openxmlformats.org/drawingml/2006/main" w="28575">
              <a:solidFill>
                <a:srgbClr val="B44147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-1.7</c:v>
                </c:pt>
                <c:pt idx="1">
                  <c:v>1.7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35</c:v>
                </c:pt>
                <c:pt idx="1">
                  <c:v>35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5"/>
          <c:min val="-3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能量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2.5"/>
          <c:min val="-2.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相对阱中心的位置（μm）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仍被束缚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Data'!$B$2:$B$62</c:f>
              <c:numCache>
                <c:formatCode>0</c:formatCode>
                <c:ptCount val="61"/>
                <c:pt idx="0">
                  <c:v>8192</c:v>
                </c:pt>
                <c:pt idx="1">
                  <c:v>8163</c:v>
                </c:pt>
                <c:pt idx="2">
                  <c:v>8104</c:v>
                </c:pt>
                <c:pt idx="3">
                  <c:v>8064</c:v>
                </c:pt>
                <c:pt idx="4">
                  <c:v>7997</c:v>
                </c:pt>
                <c:pt idx="5">
                  <c:v>7963</c:v>
                </c:pt>
                <c:pt idx="6">
                  <c:v>7909</c:v>
                </c:pt>
                <c:pt idx="7">
                  <c:v>7873</c:v>
                </c:pt>
                <c:pt idx="8">
                  <c:v>7807</c:v>
                </c:pt>
                <c:pt idx="9">
                  <c:v>7761</c:v>
                </c:pt>
                <c:pt idx="10">
                  <c:v>7714</c:v>
                </c:pt>
                <c:pt idx="11">
                  <c:v>7665</c:v>
                </c:pt>
                <c:pt idx="12">
                  <c:v>7606</c:v>
                </c:pt>
                <c:pt idx="13">
                  <c:v>7563</c:v>
                </c:pt>
                <c:pt idx="14">
                  <c:v>7488</c:v>
                </c:pt>
                <c:pt idx="15">
                  <c:v>7428</c:v>
                </c:pt>
                <c:pt idx="16">
                  <c:v>7345</c:v>
                </c:pt>
                <c:pt idx="17">
                  <c:v>7296</c:v>
                </c:pt>
                <c:pt idx="18">
                  <c:v>7217</c:v>
                </c:pt>
                <c:pt idx="19">
                  <c:v>7165</c:v>
                </c:pt>
                <c:pt idx="20">
                  <c:v>7105</c:v>
                </c:pt>
                <c:pt idx="21">
                  <c:v>7036</c:v>
                </c:pt>
                <c:pt idx="22">
                  <c:v>6947</c:v>
                </c:pt>
                <c:pt idx="23">
                  <c:v>6877</c:v>
                </c:pt>
                <c:pt idx="24">
                  <c:v>6791</c:v>
                </c:pt>
                <c:pt idx="25">
                  <c:v>6722</c:v>
                </c:pt>
                <c:pt idx="26">
                  <c:v>6631</c:v>
                </c:pt>
                <c:pt idx="27">
                  <c:v>6567</c:v>
                </c:pt>
                <c:pt idx="28">
                  <c:v>6484</c:v>
                </c:pt>
                <c:pt idx="29">
                  <c:v>6415</c:v>
                </c:pt>
                <c:pt idx="30">
                  <c:v>6346</c:v>
                </c:pt>
                <c:pt idx="31">
                  <c:v>6275</c:v>
                </c:pt>
                <c:pt idx="32">
                  <c:v>6174</c:v>
                </c:pt>
                <c:pt idx="33">
                  <c:v>6116</c:v>
                </c:pt>
                <c:pt idx="34">
                  <c:v>6036</c:v>
                </c:pt>
                <c:pt idx="35">
                  <c:v>5964</c:v>
                </c:pt>
                <c:pt idx="36">
                  <c:v>5883</c:v>
                </c:pt>
                <c:pt idx="37">
                  <c:v>5822</c:v>
                </c:pt>
                <c:pt idx="38">
                  <c:v>5741</c:v>
                </c:pt>
                <c:pt idx="39">
                  <c:v>5676</c:v>
                </c:pt>
                <c:pt idx="40">
                  <c:v>5600</c:v>
                </c:pt>
                <c:pt idx="41">
                  <c:v>5545</c:v>
                </c:pt>
                <c:pt idx="42">
                  <c:v>5460</c:v>
                </c:pt>
                <c:pt idx="43">
                  <c:v>5394</c:v>
                </c:pt>
                <c:pt idx="44">
                  <c:v>5326</c:v>
                </c:pt>
                <c:pt idx="45">
                  <c:v>5263</c:v>
                </c:pt>
                <c:pt idx="46">
                  <c:v>5168</c:v>
                </c:pt>
                <c:pt idx="47">
                  <c:v>5121</c:v>
                </c:pt>
                <c:pt idx="48">
                  <c:v>5057</c:v>
                </c:pt>
                <c:pt idx="49">
                  <c:v>5008</c:v>
                </c:pt>
                <c:pt idx="50">
                  <c:v>4926</c:v>
                </c:pt>
                <c:pt idx="51">
                  <c:v>4864</c:v>
                </c:pt>
                <c:pt idx="52">
                  <c:v>4781</c:v>
                </c:pt>
                <c:pt idx="53">
                  <c:v>4717</c:v>
                </c:pt>
                <c:pt idx="54">
                  <c:v>4654</c:v>
                </c:pt>
                <c:pt idx="55">
                  <c:v>4606</c:v>
                </c:pt>
                <c:pt idx="56">
                  <c:v>4534</c:v>
                </c:pt>
                <c:pt idx="57">
                  <c:v>4475</c:v>
                </c:pt>
                <c:pt idx="58">
                  <c:v>4388</c:v>
                </c:pt>
                <c:pt idx="59">
                  <c:v>4338</c:v>
                </c:pt>
                <c:pt idx="60">
                  <c:v>4260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5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剩余原子数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200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原子数</c:v>
          </c:tx>
          <c:spPr>
            <a:solidFill xmlns:a="http://schemas.openxmlformats.org/drawingml/2006/main">
              <a:srgbClr val="186DA0"/>
            </a:solidFill>
          </c:spPr>
          <c:cat>
            <c:strRef>
              <c:f>'Chart Data'!$A$2:$A$3</c:f>
              <c:strCache>
                <c:ptCount val="2"/>
                <c:pt idx="0">
                  <c:v>留下</c:v>
                </c:pt>
                <c:pt idx="1">
                  <c:v>丢失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4260</c:v>
                </c:pt>
                <c:pt idx="1">
                  <c:v>3932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8192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原子数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手工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Data'!$A$2:$A$162</c:f>
              <c:numCache>
                <c:formatCode>General</c:formatCode>
                <c:ptCount val="16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185</c:v>
                </c:pt>
                <c:pt idx="75">
                  <c:v>187.5</c:v>
                </c:pt>
                <c:pt idx="76">
                  <c:v>190</c:v>
                </c:pt>
                <c:pt idx="77">
                  <c:v>192.5</c:v>
                </c:pt>
                <c:pt idx="78">
                  <c:v>195</c:v>
                </c:pt>
                <c:pt idx="79">
                  <c:v>197.5</c:v>
                </c:pt>
                <c:pt idx="80">
                  <c:v>200</c:v>
                </c:pt>
                <c:pt idx="81">
                  <c:v>202.5</c:v>
                </c:pt>
                <c:pt idx="82">
                  <c:v>205</c:v>
                </c:pt>
                <c:pt idx="83">
                  <c:v>207.5</c:v>
                </c:pt>
                <c:pt idx="84">
                  <c:v>210</c:v>
                </c:pt>
                <c:pt idx="85">
                  <c:v>212.5</c:v>
                </c:pt>
                <c:pt idx="86">
                  <c:v>215</c:v>
                </c:pt>
                <c:pt idx="87">
                  <c:v>217.5</c:v>
                </c:pt>
                <c:pt idx="88">
                  <c:v>220</c:v>
                </c:pt>
                <c:pt idx="89">
                  <c:v>222.5</c:v>
                </c:pt>
                <c:pt idx="90">
                  <c:v>225</c:v>
                </c:pt>
                <c:pt idx="91">
                  <c:v>227.5</c:v>
                </c:pt>
                <c:pt idx="92">
                  <c:v>230</c:v>
                </c:pt>
                <c:pt idx="93">
                  <c:v>232.5</c:v>
                </c:pt>
                <c:pt idx="94">
                  <c:v>235</c:v>
                </c:pt>
                <c:pt idx="95">
                  <c:v>237.5</c:v>
                </c:pt>
                <c:pt idx="96">
                  <c:v>240</c:v>
                </c:pt>
                <c:pt idx="97">
                  <c:v>242.5</c:v>
                </c:pt>
                <c:pt idx="98">
                  <c:v>245</c:v>
                </c:pt>
                <c:pt idx="99">
                  <c:v>247.5</c:v>
                </c:pt>
                <c:pt idx="100">
                  <c:v>250</c:v>
                </c:pt>
                <c:pt idx="101">
                  <c:v>252.5</c:v>
                </c:pt>
                <c:pt idx="102">
                  <c:v>255</c:v>
                </c:pt>
                <c:pt idx="103">
                  <c:v>257.5</c:v>
                </c:pt>
                <c:pt idx="104">
                  <c:v>260</c:v>
                </c:pt>
                <c:pt idx="105">
                  <c:v>262.5</c:v>
                </c:pt>
                <c:pt idx="106">
                  <c:v>265</c:v>
                </c:pt>
                <c:pt idx="107">
                  <c:v>267.5</c:v>
                </c:pt>
                <c:pt idx="108">
                  <c:v>270</c:v>
                </c:pt>
                <c:pt idx="109">
                  <c:v>272.5</c:v>
                </c:pt>
                <c:pt idx="110">
                  <c:v>275</c:v>
                </c:pt>
                <c:pt idx="111">
                  <c:v>277.5</c:v>
                </c:pt>
                <c:pt idx="112">
                  <c:v>280</c:v>
                </c:pt>
                <c:pt idx="113">
                  <c:v>282.5</c:v>
                </c:pt>
                <c:pt idx="114">
                  <c:v>285</c:v>
                </c:pt>
                <c:pt idx="115">
                  <c:v>287.5</c:v>
                </c:pt>
                <c:pt idx="116">
                  <c:v>290</c:v>
                </c:pt>
                <c:pt idx="117">
                  <c:v>292.5</c:v>
                </c:pt>
                <c:pt idx="118">
                  <c:v>295</c:v>
                </c:pt>
                <c:pt idx="119">
                  <c:v>297.5</c:v>
                </c:pt>
                <c:pt idx="120">
                  <c:v>300</c:v>
                </c:pt>
                <c:pt idx="121">
                  <c:v>302.5</c:v>
                </c:pt>
                <c:pt idx="122">
                  <c:v>305</c:v>
                </c:pt>
                <c:pt idx="123">
                  <c:v>307.5</c:v>
                </c:pt>
                <c:pt idx="124">
                  <c:v>310</c:v>
                </c:pt>
                <c:pt idx="125">
                  <c:v>312.5</c:v>
                </c:pt>
                <c:pt idx="126">
                  <c:v>315</c:v>
                </c:pt>
                <c:pt idx="127">
                  <c:v>317.5</c:v>
                </c:pt>
                <c:pt idx="128">
                  <c:v>320</c:v>
                </c:pt>
                <c:pt idx="129">
                  <c:v>322.5</c:v>
                </c:pt>
                <c:pt idx="130">
                  <c:v>325</c:v>
                </c:pt>
                <c:pt idx="131">
                  <c:v>327.5</c:v>
                </c:pt>
                <c:pt idx="132">
                  <c:v>330</c:v>
                </c:pt>
                <c:pt idx="133">
                  <c:v>332.5</c:v>
                </c:pt>
                <c:pt idx="134">
                  <c:v>335</c:v>
                </c:pt>
                <c:pt idx="135">
                  <c:v>337.5</c:v>
                </c:pt>
                <c:pt idx="136">
                  <c:v>340</c:v>
                </c:pt>
                <c:pt idx="137">
                  <c:v>342.5</c:v>
                </c:pt>
                <c:pt idx="138">
                  <c:v>345</c:v>
                </c:pt>
                <c:pt idx="139">
                  <c:v>347.5</c:v>
                </c:pt>
                <c:pt idx="140">
                  <c:v>350</c:v>
                </c:pt>
                <c:pt idx="141">
                  <c:v>352.5</c:v>
                </c:pt>
                <c:pt idx="142">
                  <c:v>355</c:v>
                </c:pt>
                <c:pt idx="143">
                  <c:v>357.5</c:v>
                </c:pt>
                <c:pt idx="144">
                  <c:v>360</c:v>
                </c:pt>
                <c:pt idx="145">
                  <c:v>362.5</c:v>
                </c:pt>
                <c:pt idx="146">
                  <c:v>365</c:v>
                </c:pt>
                <c:pt idx="147">
                  <c:v>367.5</c:v>
                </c:pt>
                <c:pt idx="148">
                  <c:v>370</c:v>
                </c:pt>
                <c:pt idx="149">
                  <c:v>372.5</c:v>
                </c:pt>
                <c:pt idx="150">
                  <c:v>375</c:v>
                </c:pt>
                <c:pt idx="151">
                  <c:v>377.5</c:v>
                </c:pt>
                <c:pt idx="152">
                  <c:v>380</c:v>
                </c:pt>
                <c:pt idx="153">
                  <c:v>382.5</c:v>
                </c:pt>
                <c:pt idx="154">
                  <c:v>385</c:v>
                </c:pt>
                <c:pt idx="155">
                  <c:v>387.5</c:v>
                </c:pt>
                <c:pt idx="156">
                  <c:v>390</c:v>
                </c:pt>
                <c:pt idx="157">
                  <c:v>392.5</c:v>
                </c:pt>
                <c:pt idx="158">
                  <c:v>395</c:v>
                </c:pt>
                <c:pt idx="159">
                  <c:v>397.5</c:v>
                </c:pt>
                <c:pt idx="160">
                  <c:v>400</c:v>
                </c:pt>
              </c:numCache>
            </c:numRef>
          </c:xVal>
          <c:yVal>
            <c:numRef>
              <c:f>'Chart Data'!$B$2:$B$162</c:f>
              <c:numCache>
                <c:formatCode>0.0</c:formatCode>
                <c:ptCount val="16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4.15383548589E-05</c:v>
                </c:pt>
                <c:pt idx="78">
                  <c:v>0.00148337932408</c:v>
                </c:pt>
                <c:pt idx="79">
                  <c:v>0.00494546451838</c:v>
                </c:pt>
                <c:pt idx="80">
                  <c:v>0.0103777878926</c:v>
                </c:pt>
                <c:pt idx="81">
                  <c:v>0.0177303434015</c:v>
                </c:pt>
                <c:pt idx="82">
                  <c:v>0.026953125</c:v>
                </c:pt>
                <c:pt idx="83">
                  <c:v>0.0379961266429</c:v>
                </c:pt>
                <c:pt idx="84">
                  <c:v>0.0508093422849</c:v>
                </c:pt>
                <c:pt idx="85">
                  <c:v>0.065342765881</c:v>
                </c:pt>
                <c:pt idx="86">
                  <c:v>0.081546391386</c:v>
                </c:pt>
                <c:pt idx="87">
                  <c:v>0.0993702127546</c:v>
                </c:pt>
                <c:pt idx="88">
                  <c:v>0.118764223942</c:v>
                </c:pt>
                <c:pt idx="89">
                  <c:v>0.139678418902</c:v>
                </c:pt>
                <c:pt idx="90">
                  <c:v>0.162062791591</c:v>
                </c:pt>
                <c:pt idx="91">
                  <c:v>0.185867335962</c:v>
                </c:pt>
                <c:pt idx="92">
                  <c:v>0.211042045972</c:v>
                </c:pt>
                <c:pt idx="93">
                  <c:v>0.237536915574</c:v>
                </c:pt>
                <c:pt idx="94">
                  <c:v>0.265301938723</c:v>
                </c:pt>
                <c:pt idx="95">
                  <c:v>0.294287109375</c:v>
                </c:pt>
                <c:pt idx="96">
                  <c:v>0.324442421484</c:v>
                </c:pt>
                <c:pt idx="97">
                  <c:v>0.355717869005</c:v>
                </c:pt>
                <c:pt idx="98">
                  <c:v>0.388063445892</c:v>
                </c:pt>
                <c:pt idx="99">
                  <c:v>0.421429146101</c:v>
                </c:pt>
                <c:pt idx="100">
                  <c:v>0.455764963587</c:v>
                </c:pt>
                <c:pt idx="101">
                  <c:v>0.491020892303</c:v>
                </c:pt>
                <c:pt idx="102">
                  <c:v>0.527146926206</c:v>
                </c:pt>
                <c:pt idx="103">
                  <c:v>0.56409305925</c:v>
                </c:pt>
                <c:pt idx="104">
                  <c:v>0.601809285389</c:v>
                </c:pt>
                <c:pt idx="105">
                  <c:v>0.640245598579</c:v>
                </c:pt>
                <c:pt idx="106">
                  <c:v>0.679351992774</c:v>
                </c:pt>
                <c:pt idx="107">
                  <c:v>0.71907846193</c:v>
                </c:pt>
                <c:pt idx="108">
                  <c:v>0.759375</c:v>
                </c:pt>
                <c:pt idx="109">
                  <c:v>0.80019160094</c:v>
                </c:pt>
                <c:pt idx="110">
                  <c:v>0.841478258705</c:v>
                </c:pt>
                <c:pt idx="111">
                  <c:v>0.883184967249</c:v>
                </c:pt>
                <c:pt idx="112">
                  <c:v>0.925261720528</c:v>
                </c:pt>
                <c:pt idx="113">
                  <c:v>0.967658512496</c:v>
                </c:pt>
                <c:pt idx="114">
                  <c:v>1.01032533711</c:v>
                </c:pt>
                <c:pt idx="115">
                  <c:v>1.05321218832</c:v>
                </c:pt>
                <c:pt idx="116">
                  <c:v>1.09626906008</c:v>
                </c:pt>
                <c:pt idx="117">
                  <c:v>1.13944594635</c:v>
                </c:pt>
                <c:pt idx="118">
                  <c:v>1.18269284109</c:v>
                </c:pt>
                <c:pt idx="119">
                  <c:v>1.22595973824</c:v>
                </c:pt>
                <c:pt idx="120">
                  <c:v>1.26919663177</c:v>
                </c:pt>
                <c:pt idx="121">
                  <c:v>1.31235351562</c:v>
                </c:pt>
                <c:pt idx="122">
                  <c:v>1.35538038376</c:v>
                </c:pt>
                <c:pt idx="123">
                  <c:v>1.39822723014</c:v>
                </c:pt>
                <c:pt idx="124">
                  <c:v>1.4408440487</c:v>
                </c:pt>
                <c:pt idx="125">
                  <c:v>1.48318083342</c:v>
                </c:pt>
                <c:pt idx="126">
                  <c:v>1.52518757823</c:v>
                </c:pt>
                <c:pt idx="127">
                  <c:v>1.5668142771</c:v>
                </c:pt>
                <c:pt idx="128">
                  <c:v>1.60801092399</c:v>
                </c:pt>
                <c:pt idx="129">
                  <c:v>1.64872751284</c:v>
                </c:pt>
                <c:pt idx="130">
                  <c:v>1.68891403761</c:v>
                </c:pt>
                <c:pt idx="131">
                  <c:v>1.72852049226</c:v>
                </c:pt>
                <c:pt idx="132">
                  <c:v>1.76749687073</c:v>
                </c:pt>
                <c:pt idx="133">
                  <c:v>1.805793167</c:v>
                </c:pt>
                <c:pt idx="134">
                  <c:v>1.843359375</c:v>
                </c:pt>
                <c:pt idx="135">
                  <c:v>1.8801454887</c:v>
                </c:pt>
                <c:pt idx="136">
                  <c:v>1.91610150205</c:v>
                </c:pt>
                <c:pt idx="137">
                  <c:v>1.951177409</c:v>
                </c:pt>
                <c:pt idx="138">
                  <c:v>1.98532320352</c:v>
                </c:pt>
                <c:pt idx="139">
                  <c:v>2.01848887954</c:v>
                </c:pt>
                <c:pt idx="140">
                  <c:v>2.05062443104</c:v>
                </c:pt>
                <c:pt idx="141">
                  <c:v>2.08167985196</c:v>
                </c:pt>
                <c:pt idx="142">
                  <c:v>2.11160513627</c:v>
                </c:pt>
                <c:pt idx="143">
                  <c:v>2.1403502779</c:v>
                </c:pt>
                <c:pt idx="144">
                  <c:v>2.16786527082</c:v>
                </c:pt>
                <c:pt idx="145">
                  <c:v>2.19410010899</c:v>
                </c:pt>
                <c:pt idx="146">
                  <c:v>2.21900478636</c:v>
                </c:pt>
                <c:pt idx="147">
                  <c:v>2.24252929687</c:v>
                </c:pt>
                <c:pt idx="148">
                  <c:v>2.2646236345</c:v>
                </c:pt>
                <c:pt idx="149">
                  <c:v>2.28523779319</c:v>
                </c:pt>
                <c:pt idx="150">
                  <c:v>2.3043217669</c:v>
                </c:pt>
                <c:pt idx="151">
                  <c:v>2.32182554958</c:v>
                </c:pt>
                <c:pt idx="152">
                  <c:v>2.33769913518</c:v>
                </c:pt>
                <c:pt idx="153">
                  <c:v>2.35189251767</c:v>
                </c:pt>
                <c:pt idx="154">
                  <c:v>2.364355691</c:v>
                </c:pt>
                <c:pt idx="155">
                  <c:v>2.37503864912</c:v>
                </c:pt>
                <c:pt idx="156">
                  <c:v>2.38389138598</c:v>
                </c:pt>
                <c:pt idx="157">
                  <c:v>2.39086389555</c:v>
                </c:pt>
                <c:pt idx="158">
                  <c:v>2.39590617177</c:v>
                </c:pt>
                <c:pt idx="159">
                  <c:v>2.3989682086</c:v>
                </c:pt>
                <c:pt idx="160">
                  <c:v>2.4</c:v>
                </c:pt>
              </c:numCache>
            </c:numRef>
          </c:yVal>
        </c:ser>
        <c:ser>
          <c:idx val="1"/>
          <c:order val="1"/>
          <c:tx>
            <c:v>优化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Data'!$C$2:$C$162</c:f>
              <c:numCache>
                <c:formatCode>General</c:formatCode>
                <c:ptCount val="16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185</c:v>
                </c:pt>
                <c:pt idx="75">
                  <c:v>187.5</c:v>
                </c:pt>
                <c:pt idx="76">
                  <c:v>190</c:v>
                </c:pt>
                <c:pt idx="77">
                  <c:v>192.5</c:v>
                </c:pt>
                <c:pt idx="78">
                  <c:v>195</c:v>
                </c:pt>
                <c:pt idx="79">
                  <c:v>197.5</c:v>
                </c:pt>
                <c:pt idx="80">
                  <c:v>200</c:v>
                </c:pt>
                <c:pt idx="81">
                  <c:v>202.5</c:v>
                </c:pt>
                <c:pt idx="82">
                  <c:v>205</c:v>
                </c:pt>
                <c:pt idx="83">
                  <c:v>207.5</c:v>
                </c:pt>
                <c:pt idx="84">
                  <c:v>210</c:v>
                </c:pt>
                <c:pt idx="85">
                  <c:v>212.5</c:v>
                </c:pt>
                <c:pt idx="86">
                  <c:v>215</c:v>
                </c:pt>
                <c:pt idx="87">
                  <c:v>217.5</c:v>
                </c:pt>
                <c:pt idx="88">
                  <c:v>220</c:v>
                </c:pt>
                <c:pt idx="89">
                  <c:v>222.5</c:v>
                </c:pt>
                <c:pt idx="90">
                  <c:v>225</c:v>
                </c:pt>
                <c:pt idx="91">
                  <c:v>227.5</c:v>
                </c:pt>
                <c:pt idx="92">
                  <c:v>230</c:v>
                </c:pt>
                <c:pt idx="93">
                  <c:v>232.5</c:v>
                </c:pt>
                <c:pt idx="94">
                  <c:v>235</c:v>
                </c:pt>
                <c:pt idx="95">
                  <c:v>237.5</c:v>
                </c:pt>
                <c:pt idx="96">
                  <c:v>240</c:v>
                </c:pt>
                <c:pt idx="97">
                  <c:v>242.5</c:v>
                </c:pt>
                <c:pt idx="98">
                  <c:v>245</c:v>
                </c:pt>
                <c:pt idx="99">
                  <c:v>247.5</c:v>
                </c:pt>
                <c:pt idx="100">
                  <c:v>250</c:v>
                </c:pt>
                <c:pt idx="101">
                  <c:v>252.5</c:v>
                </c:pt>
                <c:pt idx="102">
                  <c:v>255</c:v>
                </c:pt>
                <c:pt idx="103">
                  <c:v>257.5</c:v>
                </c:pt>
                <c:pt idx="104">
                  <c:v>260</c:v>
                </c:pt>
                <c:pt idx="105">
                  <c:v>262.5</c:v>
                </c:pt>
                <c:pt idx="106">
                  <c:v>265</c:v>
                </c:pt>
                <c:pt idx="107">
                  <c:v>267.5</c:v>
                </c:pt>
                <c:pt idx="108">
                  <c:v>270</c:v>
                </c:pt>
                <c:pt idx="109">
                  <c:v>272.5</c:v>
                </c:pt>
                <c:pt idx="110">
                  <c:v>275</c:v>
                </c:pt>
                <c:pt idx="111">
                  <c:v>277.5</c:v>
                </c:pt>
                <c:pt idx="112">
                  <c:v>280</c:v>
                </c:pt>
                <c:pt idx="113">
                  <c:v>282.5</c:v>
                </c:pt>
                <c:pt idx="114">
                  <c:v>285</c:v>
                </c:pt>
                <c:pt idx="115">
                  <c:v>287.5</c:v>
                </c:pt>
                <c:pt idx="116">
                  <c:v>290</c:v>
                </c:pt>
                <c:pt idx="117">
                  <c:v>292.5</c:v>
                </c:pt>
                <c:pt idx="118">
                  <c:v>295</c:v>
                </c:pt>
                <c:pt idx="119">
                  <c:v>297.5</c:v>
                </c:pt>
                <c:pt idx="120">
                  <c:v>300</c:v>
                </c:pt>
                <c:pt idx="121">
                  <c:v>302.5</c:v>
                </c:pt>
                <c:pt idx="122">
                  <c:v>305</c:v>
                </c:pt>
                <c:pt idx="123">
                  <c:v>307.5</c:v>
                </c:pt>
                <c:pt idx="124">
                  <c:v>310</c:v>
                </c:pt>
                <c:pt idx="125">
                  <c:v>312.5</c:v>
                </c:pt>
                <c:pt idx="126">
                  <c:v>315</c:v>
                </c:pt>
                <c:pt idx="127">
                  <c:v>317.5</c:v>
                </c:pt>
                <c:pt idx="128">
                  <c:v>320</c:v>
                </c:pt>
                <c:pt idx="129">
                  <c:v>322.5</c:v>
                </c:pt>
                <c:pt idx="130">
                  <c:v>325</c:v>
                </c:pt>
                <c:pt idx="131">
                  <c:v>327.5</c:v>
                </c:pt>
                <c:pt idx="132">
                  <c:v>330</c:v>
                </c:pt>
                <c:pt idx="133">
                  <c:v>332.5</c:v>
                </c:pt>
                <c:pt idx="134">
                  <c:v>335</c:v>
                </c:pt>
                <c:pt idx="135">
                  <c:v>337.5</c:v>
                </c:pt>
                <c:pt idx="136">
                  <c:v>340</c:v>
                </c:pt>
                <c:pt idx="137">
                  <c:v>342.5</c:v>
                </c:pt>
                <c:pt idx="138">
                  <c:v>345</c:v>
                </c:pt>
                <c:pt idx="139">
                  <c:v>347.5</c:v>
                </c:pt>
                <c:pt idx="140">
                  <c:v>350</c:v>
                </c:pt>
                <c:pt idx="141">
                  <c:v>352.5</c:v>
                </c:pt>
                <c:pt idx="142">
                  <c:v>355</c:v>
                </c:pt>
                <c:pt idx="143">
                  <c:v>357.5</c:v>
                </c:pt>
                <c:pt idx="144">
                  <c:v>360</c:v>
                </c:pt>
                <c:pt idx="145">
                  <c:v>362.5</c:v>
                </c:pt>
                <c:pt idx="146">
                  <c:v>365</c:v>
                </c:pt>
                <c:pt idx="147">
                  <c:v>367.5</c:v>
                </c:pt>
                <c:pt idx="148">
                  <c:v>370</c:v>
                </c:pt>
                <c:pt idx="149">
                  <c:v>372.5</c:v>
                </c:pt>
                <c:pt idx="150">
                  <c:v>375</c:v>
                </c:pt>
                <c:pt idx="151">
                  <c:v>377.5</c:v>
                </c:pt>
                <c:pt idx="152">
                  <c:v>380</c:v>
                </c:pt>
                <c:pt idx="153">
                  <c:v>382.5</c:v>
                </c:pt>
                <c:pt idx="154">
                  <c:v>385</c:v>
                </c:pt>
                <c:pt idx="155">
                  <c:v>387.5</c:v>
                </c:pt>
                <c:pt idx="156">
                  <c:v>390</c:v>
                </c:pt>
                <c:pt idx="157">
                  <c:v>392.5</c:v>
                </c:pt>
                <c:pt idx="158">
                  <c:v>395</c:v>
                </c:pt>
                <c:pt idx="159">
                  <c:v>397.5</c:v>
                </c:pt>
                <c:pt idx="160">
                  <c:v>400</c:v>
                </c:pt>
              </c:numCache>
            </c:numRef>
          </c:xVal>
          <c:yVal>
            <c:numRef>
              <c:f>'Chart Data'!$D$2:$D$162</c:f>
              <c:numCache>
                <c:formatCode>0.0</c:formatCode>
                <c:ptCount val="161"/>
                <c:pt idx="0">
                  <c:v>0</c:v>
                </c:pt>
                <c:pt idx="1">
                  <c:v>-0.00174977846716</c:v>
                </c:pt>
                <c:pt idx="2">
                  <c:v>-0.00222734303911</c:v>
                </c:pt>
                <c:pt idx="3">
                  <c:v>-0.00153076841025</c:v>
                </c:pt>
                <c:pt idx="4">
                  <c:v>0.000241870724992</c:v>
                </c:pt>
                <c:pt idx="5">
                  <c:v>0.00299249967221</c:v>
                </c:pt>
                <c:pt idx="6">
                  <c:v>0.006623043737</c:v>
                </c:pt>
                <c:pt idx="7">
                  <c:v>0.0110354282249</c:v>
                </c:pt>
                <c:pt idx="8">
                  <c:v>0.0161315784416</c:v>
                </c:pt>
                <c:pt idx="9">
                  <c:v>0.0218134196926</c:v>
                </c:pt>
                <c:pt idx="10">
                  <c:v>0.0279828772835</c:v>
                </c:pt>
                <c:pt idx="11">
                  <c:v>0.0345418765199</c:v>
                </c:pt>
                <c:pt idx="12">
                  <c:v>0.0413923427075</c:v>
                </c:pt>
                <c:pt idx="13">
                  <c:v>0.0484362011516</c:v>
                </c:pt>
                <c:pt idx="14">
                  <c:v>0.0555753771581</c:v>
                </c:pt>
                <c:pt idx="15">
                  <c:v>0.0627117960324</c:v>
                </c:pt>
                <c:pt idx="16">
                  <c:v>0.0697473830801</c:v>
                </c:pt>
                <c:pt idx="17">
                  <c:v>0.0765840636069</c:v>
                </c:pt>
                <c:pt idx="18">
                  <c:v>0.0831237629182</c:v>
                </c:pt>
                <c:pt idx="19">
                  <c:v>0.0892684063198</c:v>
                </c:pt>
                <c:pt idx="20">
                  <c:v>0.0949199191172</c:v>
                </c:pt>
                <c:pt idx="21">
                  <c:v>0.0999802266159</c:v>
                </c:pt>
                <c:pt idx="22">
                  <c:v>0.104351254122</c:v>
                </c:pt>
                <c:pt idx="23">
                  <c:v>0.107935012469</c:v>
                </c:pt>
                <c:pt idx="24">
                  <c:v>0.110676961254</c:v>
                </c:pt>
                <c:pt idx="25">
                  <c:v>0.112636570305</c:v>
                </c:pt>
                <c:pt idx="26">
                  <c:v>0.113891783728</c:v>
                </c:pt>
                <c:pt idx="27">
                  <c:v>0.114520545629</c:v>
                </c:pt>
                <c:pt idx="28">
                  <c:v>0.114600800113</c:v>
                </c:pt>
                <c:pt idx="29">
                  <c:v>0.114210491286</c:v>
                </c:pt>
                <c:pt idx="30">
                  <c:v>0.113427563253</c:v>
                </c:pt>
                <c:pt idx="31">
                  <c:v>0.112329960119</c:v>
                </c:pt>
                <c:pt idx="32">
                  <c:v>0.110995625991</c:v>
                </c:pt>
                <c:pt idx="33">
                  <c:v>0.109502504974</c:v>
                </c:pt>
                <c:pt idx="34">
                  <c:v>0.107928541173</c:v>
                </c:pt>
                <c:pt idx="35">
                  <c:v>0.106351060995</c:v>
                </c:pt>
                <c:pt idx="36">
                  <c:v>0.104841322561</c:v>
                </c:pt>
                <c:pt idx="37">
                  <c:v>0.103467139701</c:v>
                </c:pt>
                <c:pt idx="38">
                  <c:v>0.102296286709</c:v>
                </c:pt>
                <c:pt idx="39">
                  <c:v>0.101396537882</c:v>
                </c:pt>
                <c:pt idx="40">
                  <c:v>0.100835667516</c:v>
                </c:pt>
                <c:pt idx="41">
                  <c:v>0.100681449905</c:v>
                </c:pt>
                <c:pt idx="42">
                  <c:v>0.101001659346</c:v>
                </c:pt>
                <c:pt idx="43">
                  <c:v>0.101864070135</c:v>
                </c:pt>
                <c:pt idx="44">
                  <c:v>0.103336456567</c:v>
                </c:pt>
                <c:pt idx="45">
                  <c:v>0.105486592938</c:v>
                </c:pt>
                <c:pt idx="46">
                  <c:v>0.108381834514</c:v>
                </c:pt>
                <c:pt idx="47">
                  <c:v>0.112053028692</c:v>
                </c:pt>
                <c:pt idx="48">
                  <c:v>0.116466701969</c:v>
                </c:pt>
                <c:pt idx="49">
                  <c:v>0.121582833519</c:v>
                </c:pt>
                <c:pt idx="50">
                  <c:v>0.127361402517</c:v>
                </c:pt>
                <c:pt idx="51">
                  <c:v>0.133762388137</c:v>
                </c:pt>
                <c:pt idx="52">
                  <c:v>0.140745769555</c:v>
                </c:pt>
                <c:pt idx="53">
                  <c:v>0.148271525944</c:v>
                </c:pt>
                <c:pt idx="54">
                  <c:v>0.156299636479</c:v>
                </c:pt>
                <c:pt idx="55">
                  <c:v>0.164790080335</c:v>
                </c:pt>
                <c:pt idx="56">
                  <c:v>0.173702836686</c:v>
                </c:pt>
                <c:pt idx="57">
                  <c:v>0.182997884706</c:v>
                </c:pt>
                <c:pt idx="58">
                  <c:v>0.192639849781</c:v>
                </c:pt>
                <c:pt idx="59">
                  <c:v>0.202622030424</c:v>
                </c:pt>
                <c:pt idx="60">
                  <c:v>0.212948652349</c:v>
                </c:pt>
                <c:pt idx="61">
                  <c:v>0.223623962776</c:v>
                </c:pt>
                <c:pt idx="62">
                  <c:v>0.234652208926</c:v>
                </c:pt>
                <c:pt idx="63">
                  <c:v>0.246037638023</c:v>
                </c:pt>
                <c:pt idx="64">
                  <c:v>0.257784497286</c:v>
                </c:pt>
                <c:pt idx="65">
                  <c:v>0.269897033939</c:v>
                </c:pt>
                <c:pt idx="66">
                  <c:v>0.282379495201</c:v>
                </c:pt>
                <c:pt idx="67">
                  <c:v>0.295236128295</c:v>
                </c:pt>
                <c:pt idx="68">
                  <c:v>0.308471180443</c:v>
                </c:pt>
                <c:pt idx="69">
                  <c:v>0.322088509618</c:v>
                </c:pt>
                <c:pt idx="70">
                  <c:v>0.336079114183</c:v>
                </c:pt>
                <c:pt idx="71">
                  <c:v>0.350418494652</c:v>
                </c:pt>
                <c:pt idx="72">
                  <c:v>0.365081228879</c:v>
                </c:pt>
                <c:pt idx="73">
                  <c:v>0.380041894714</c:v>
                </c:pt>
                <c:pt idx="74">
                  <c:v>0.395275070012</c:v>
                </c:pt>
                <c:pt idx="75">
                  <c:v>0.410755332623</c:v>
                </c:pt>
                <c:pt idx="76">
                  <c:v>0.4264572604</c:v>
                </c:pt>
                <c:pt idx="77">
                  <c:v>0.442355431195</c:v>
                </c:pt>
                <c:pt idx="78">
                  <c:v>0.45842442286</c:v>
                </c:pt>
                <c:pt idx="79">
                  <c:v>0.474638813248</c:v>
                </c:pt>
                <c:pt idx="80">
                  <c:v>0.490973180211</c:v>
                </c:pt>
                <c:pt idx="81">
                  <c:v>0.507411587885</c:v>
                </c:pt>
                <c:pt idx="82">
                  <c:v>0.523976045545</c:v>
                </c:pt>
                <c:pt idx="83">
                  <c:v>0.540698048748</c:v>
                </c:pt>
                <c:pt idx="84">
                  <c:v>0.557609093053</c:v>
                </c:pt>
                <c:pt idx="85">
                  <c:v>0.574740674019</c:v>
                </c:pt>
                <c:pt idx="86">
                  <c:v>0.592124287204</c:v>
                </c:pt>
                <c:pt idx="87">
                  <c:v>0.609791428165</c:v>
                </c:pt>
                <c:pt idx="88">
                  <c:v>0.627773592462</c:v>
                </c:pt>
                <c:pt idx="89">
                  <c:v>0.646102275652</c:v>
                </c:pt>
                <c:pt idx="90">
                  <c:v>0.664808973295</c:v>
                </c:pt>
                <c:pt idx="91">
                  <c:v>0.683925180948</c:v>
                </c:pt>
                <c:pt idx="92">
                  <c:v>0.703481203193</c:v>
                </c:pt>
                <c:pt idx="93">
                  <c:v>0.723487339939</c:v>
                </c:pt>
                <c:pt idx="94">
                  <c:v>0.743937291867</c:v>
                </c:pt>
                <c:pt idx="95">
                  <c:v>0.764824257213</c:v>
                </c:pt>
                <c:pt idx="96">
                  <c:v>0.786141434215</c:v>
                </c:pt>
                <c:pt idx="97">
                  <c:v>0.807882021111</c:v>
                </c:pt>
                <c:pt idx="98">
                  <c:v>0.830039216139</c:v>
                </c:pt>
                <c:pt idx="99">
                  <c:v>0.852606217534</c:v>
                </c:pt>
                <c:pt idx="100">
                  <c:v>0.875576223536</c:v>
                </c:pt>
                <c:pt idx="101">
                  <c:v>0.898942432382</c:v>
                </c:pt>
                <c:pt idx="102">
                  <c:v>0.922698042309</c:v>
                </c:pt>
                <c:pt idx="103">
                  <c:v>0.946836238121</c:v>
                </c:pt>
                <c:pt idx="104">
                  <c:v>0.971343380715</c:v>
                </c:pt>
                <c:pt idx="105">
                  <c:v>0.996187924941</c:v>
                </c:pt>
                <c:pt idx="106">
                  <c:v>1.02133542415</c:v>
                </c:pt>
                <c:pt idx="107">
                  <c:v>1.04675143168</c:v>
                </c:pt>
                <c:pt idx="108">
                  <c:v>1.07240150088</c:v>
                </c:pt>
                <c:pt idx="109">
                  <c:v>1.09825118509</c:v>
                </c:pt>
                <c:pt idx="110">
                  <c:v>1.12426603768</c:v>
                </c:pt>
                <c:pt idx="111">
                  <c:v>1.15041161197</c:v>
                </c:pt>
                <c:pt idx="112">
                  <c:v>1.17665346132</c:v>
                </c:pt>
                <c:pt idx="113">
                  <c:v>1.20295713907</c:v>
                </c:pt>
                <c:pt idx="114">
                  <c:v>1.22928819857</c:v>
                </c:pt>
                <c:pt idx="115">
                  <c:v>1.25561427504</c:v>
                </c:pt>
                <c:pt idx="116">
                  <c:v>1.281923456</c:v>
                </c:pt>
                <c:pt idx="117">
                  <c:v>1.30821543749</c:v>
                </c:pt>
                <c:pt idx="118">
                  <c:v>1.33449004879</c:v>
                </c:pt>
                <c:pt idx="119">
                  <c:v>1.36074711918</c:v>
                </c:pt>
                <c:pt idx="120">
                  <c:v>1.38698647794</c:v>
                </c:pt>
                <c:pt idx="121">
                  <c:v>1.41320795434</c:v>
                </c:pt>
                <c:pt idx="122">
                  <c:v>1.43941137768</c:v>
                </c:pt>
                <c:pt idx="123">
                  <c:v>1.46559657722</c:v>
                </c:pt>
                <c:pt idx="124">
                  <c:v>1.49176338225</c:v>
                </c:pt>
                <c:pt idx="125">
                  <c:v>1.51791162204</c:v>
                </c:pt>
                <c:pt idx="126">
                  <c:v>1.54404139936</c:v>
                </c:pt>
                <c:pt idx="127">
                  <c:v>1.5701766432</c:v>
                </c:pt>
                <c:pt idx="128">
                  <c:v>1.59638326059</c:v>
                </c:pt>
                <c:pt idx="129">
                  <c:v>1.62273143151</c:v>
                </c:pt>
                <c:pt idx="130">
                  <c:v>1.64929133596</c:v>
                </c:pt>
                <c:pt idx="131">
                  <c:v>1.67613315397</c:v>
                </c:pt>
                <c:pt idx="132">
                  <c:v>1.70332706551</c:v>
                </c:pt>
                <c:pt idx="133">
                  <c:v>1.7309432506</c:v>
                </c:pt>
                <c:pt idx="134">
                  <c:v>1.75905188925</c:v>
                </c:pt>
                <c:pt idx="135">
                  <c:v>1.78772316144</c:v>
                </c:pt>
                <c:pt idx="136">
                  <c:v>1.81702724719</c:v>
                </c:pt>
                <c:pt idx="137">
                  <c:v>1.8470343265</c:v>
                </c:pt>
                <c:pt idx="138">
                  <c:v>1.87778860045</c:v>
                </c:pt>
                <c:pt idx="139">
                  <c:v>1.90917394647</c:v>
                </c:pt>
                <c:pt idx="140">
                  <c:v>1.94101314343</c:v>
                </c:pt>
                <c:pt idx="141">
                  <c:v>1.9731288499</c:v>
                </c:pt>
                <c:pt idx="142">
                  <c:v>2.00534372448</c:v>
                </c:pt>
                <c:pt idx="143">
                  <c:v>2.03748042575</c:v>
                </c:pt>
                <c:pt idx="144">
                  <c:v>2.06936161229</c:v>
                </c:pt>
                <c:pt idx="145">
                  <c:v>2.10080994269</c:v>
                </c:pt>
                <c:pt idx="146">
                  <c:v>2.13164807554</c:v>
                </c:pt>
                <c:pt idx="147">
                  <c:v>2.16169866942</c:v>
                </c:pt>
                <c:pt idx="148">
                  <c:v>2.19078438292</c:v>
                </c:pt>
                <c:pt idx="149">
                  <c:v>2.21872787461</c:v>
                </c:pt>
                <c:pt idx="150">
                  <c:v>2.2453518031</c:v>
                </c:pt>
                <c:pt idx="151">
                  <c:v>2.27047882696</c:v>
                </c:pt>
                <c:pt idx="152">
                  <c:v>2.29393160477</c:v>
                </c:pt>
                <c:pt idx="153">
                  <c:v>2.31553279513</c:v>
                </c:pt>
                <c:pt idx="154">
                  <c:v>2.33510505661</c:v>
                </c:pt>
                <c:pt idx="155">
                  <c:v>2.35247104781</c:v>
                </c:pt>
                <c:pt idx="156">
                  <c:v>2.36745342731</c:v>
                </c:pt>
                <c:pt idx="157">
                  <c:v>2.37987485369</c:v>
                </c:pt>
                <c:pt idx="158">
                  <c:v>2.38955798555</c:v>
                </c:pt>
                <c:pt idx="159">
                  <c:v>2.39632548145</c:v>
                </c:pt>
                <c:pt idx="160">
                  <c:v>2.4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6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中心位置（μm）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4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手工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Data'!$A$2:$A$162</c:f>
              <c:numCache>
                <c:formatCode>General</c:formatCode>
                <c:ptCount val="16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185</c:v>
                </c:pt>
                <c:pt idx="75">
                  <c:v>187.5</c:v>
                </c:pt>
                <c:pt idx="76">
                  <c:v>190</c:v>
                </c:pt>
                <c:pt idx="77">
                  <c:v>192.5</c:v>
                </c:pt>
                <c:pt idx="78">
                  <c:v>195</c:v>
                </c:pt>
                <c:pt idx="79">
                  <c:v>197.5</c:v>
                </c:pt>
                <c:pt idx="80">
                  <c:v>200</c:v>
                </c:pt>
                <c:pt idx="81">
                  <c:v>202.5</c:v>
                </c:pt>
                <c:pt idx="82">
                  <c:v>205</c:v>
                </c:pt>
                <c:pt idx="83">
                  <c:v>207.5</c:v>
                </c:pt>
                <c:pt idx="84">
                  <c:v>210</c:v>
                </c:pt>
                <c:pt idx="85">
                  <c:v>212.5</c:v>
                </c:pt>
                <c:pt idx="86">
                  <c:v>215</c:v>
                </c:pt>
                <c:pt idx="87">
                  <c:v>217.5</c:v>
                </c:pt>
                <c:pt idx="88">
                  <c:v>220</c:v>
                </c:pt>
                <c:pt idx="89">
                  <c:v>222.5</c:v>
                </c:pt>
                <c:pt idx="90">
                  <c:v>225</c:v>
                </c:pt>
                <c:pt idx="91">
                  <c:v>227.5</c:v>
                </c:pt>
                <c:pt idx="92">
                  <c:v>230</c:v>
                </c:pt>
                <c:pt idx="93">
                  <c:v>232.5</c:v>
                </c:pt>
                <c:pt idx="94">
                  <c:v>235</c:v>
                </c:pt>
                <c:pt idx="95">
                  <c:v>237.5</c:v>
                </c:pt>
                <c:pt idx="96">
                  <c:v>240</c:v>
                </c:pt>
                <c:pt idx="97">
                  <c:v>242.5</c:v>
                </c:pt>
                <c:pt idx="98">
                  <c:v>245</c:v>
                </c:pt>
                <c:pt idx="99">
                  <c:v>247.5</c:v>
                </c:pt>
                <c:pt idx="100">
                  <c:v>250</c:v>
                </c:pt>
                <c:pt idx="101">
                  <c:v>252.5</c:v>
                </c:pt>
                <c:pt idx="102">
                  <c:v>255</c:v>
                </c:pt>
                <c:pt idx="103">
                  <c:v>257.5</c:v>
                </c:pt>
                <c:pt idx="104">
                  <c:v>260</c:v>
                </c:pt>
                <c:pt idx="105">
                  <c:v>262.5</c:v>
                </c:pt>
                <c:pt idx="106">
                  <c:v>265</c:v>
                </c:pt>
                <c:pt idx="107">
                  <c:v>267.5</c:v>
                </c:pt>
                <c:pt idx="108">
                  <c:v>270</c:v>
                </c:pt>
                <c:pt idx="109">
                  <c:v>272.5</c:v>
                </c:pt>
                <c:pt idx="110">
                  <c:v>275</c:v>
                </c:pt>
                <c:pt idx="111">
                  <c:v>277.5</c:v>
                </c:pt>
                <c:pt idx="112">
                  <c:v>280</c:v>
                </c:pt>
                <c:pt idx="113">
                  <c:v>282.5</c:v>
                </c:pt>
                <c:pt idx="114">
                  <c:v>285</c:v>
                </c:pt>
                <c:pt idx="115">
                  <c:v>287.5</c:v>
                </c:pt>
                <c:pt idx="116">
                  <c:v>290</c:v>
                </c:pt>
                <c:pt idx="117">
                  <c:v>292.5</c:v>
                </c:pt>
                <c:pt idx="118">
                  <c:v>295</c:v>
                </c:pt>
                <c:pt idx="119">
                  <c:v>297.5</c:v>
                </c:pt>
                <c:pt idx="120">
                  <c:v>300</c:v>
                </c:pt>
                <c:pt idx="121">
                  <c:v>302.5</c:v>
                </c:pt>
                <c:pt idx="122">
                  <c:v>305</c:v>
                </c:pt>
                <c:pt idx="123">
                  <c:v>307.5</c:v>
                </c:pt>
                <c:pt idx="124">
                  <c:v>310</c:v>
                </c:pt>
                <c:pt idx="125">
                  <c:v>312.5</c:v>
                </c:pt>
                <c:pt idx="126">
                  <c:v>315</c:v>
                </c:pt>
                <c:pt idx="127">
                  <c:v>317.5</c:v>
                </c:pt>
                <c:pt idx="128">
                  <c:v>320</c:v>
                </c:pt>
                <c:pt idx="129">
                  <c:v>322.5</c:v>
                </c:pt>
                <c:pt idx="130">
                  <c:v>325</c:v>
                </c:pt>
                <c:pt idx="131">
                  <c:v>327.5</c:v>
                </c:pt>
                <c:pt idx="132">
                  <c:v>330</c:v>
                </c:pt>
                <c:pt idx="133">
                  <c:v>332.5</c:v>
                </c:pt>
                <c:pt idx="134">
                  <c:v>335</c:v>
                </c:pt>
                <c:pt idx="135">
                  <c:v>337.5</c:v>
                </c:pt>
                <c:pt idx="136">
                  <c:v>340</c:v>
                </c:pt>
                <c:pt idx="137">
                  <c:v>342.5</c:v>
                </c:pt>
                <c:pt idx="138">
                  <c:v>345</c:v>
                </c:pt>
                <c:pt idx="139">
                  <c:v>347.5</c:v>
                </c:pt>
                <c:pt idx="140">
                  <c:v>350</c:v>
                </c:pt>
                <c:pt idx="141">
                  <c:v>352.5</c:v>
                </c:pt>
                <c:pt idx="142">
                  <c:v>355</c:v>
                </c:pt>
                <c:pt idx="143">
                  <c:v>357.5</c:v>
                </c:pt>
                <c:pt idx="144">
                  <c:v>360</c:v>
                </c:pt>
                <c:pt idx="145">
                  <c:v>362.5</c:v>
                </c:pt>
                <c:pt idx="146">
                  <c:v>365</c:v>
                </c:pt>
                <c:pt idx="147">
                  <c:v>367.5</c:v>
                </c:pt>
                <c:pt idx="148">
                  <c:v>370</c:v>
                </c:pt>
                <c:pt idx="149">
                  <c:v>372.5</c:v>
                </c:pt>
                <c:pt idx="150">
                  <c:v>375</c:v>
                </c:pt>
                <c:pt idx="151">
                  <c:v>377.5</c:v>
                </c:pt>
                <c:pt idx="152">
                  <c:v>380</c:v>
                </c:pt>
                <c:pt idx="153">
                  <c:v>382.5</c:v>
                </c:pt>
                <c:pt idx="154">
                  <c:v>385</c:v>
                </c:pt>
                <c:pt idx="155">
                  <c:v>387.5</c:v>
                </c:pt>
                <c:pt idx="156">
                  <c:v>390</c:v>
                </c:pt>
                <c:pt idx="157">
                  <c:v>392.5</c:v>
                </c:pt>
                <c:pt idx="158">
                  <c:v>395</c:v>
                </c:pt>
                <c:pt idx="159">
                  <c:v>397.5</c:v>
                </c:pt>
                <c:pt idx="160">
                  <c:v>400</c:v>
                </c:pt>
              </c:numCache>
            </c:numRef>
          </c:xVal>
          <c:yVal>
            <c:numRef>
              <c:f>'Chart Data'!$B$2:$B$162</c:f>
              <c:numCache>
                <c:formatCode>0</c:formatCode>
                <c:ptCount val="161"/>
                <c:pt idx="0">
                  <c:v>0</c:v>
                </c:pt>
                <c:pt idx="1">
                  <c:v>0.0474717881944</c:v>
                </c:pt>
                <c:pt idx="2">
                  <c:v>0.189887152778</c:v>
                </c:pt>
                <c:pt idx="3">
                  <c:v>0.42724609375</c:v>
                </c:pt>
                <c:pt idx="4">
                  <c:v>0.759548611111</c:v>
                </c:pt>
                <c:pt idx="5">
                  <c:v>1.18679470486</c:v>
                </c:pt>
                <c:pt idx="6">
                  <c:v>1.708984375</c:v>
                </c:pt>
                <c:pt idx="7">
                  <c:v>2.32611762153</c:v>
                </c:pt>
                <c:pt idx="8">
                  <c:v>3.03819444444</c:v>
                </c:pt>
                <c:pt idx="9">
                  <c:v>3.84521484375</c:v>
                </c:pt>
                <c:pt idx="10">
                  <c:v>4.74717881944</c:v>
                </c:pt>
                <c:pt idx="11">
                  <c:v>5.74408637153</c:v>
                </c:pt>
                <c:pt idx="12">
                  <c:v>6.8359375</c:v>
                </c:pt>
                <c:pt idx="13">
                  <c:v>8.02273220486</c:v>
                </c:pt>
                <c:pt idx="14">
                  <c:v>9.30447048611</c:v>
                </c:pt>
                <c:pt idx="15">
                  <c:v>10.6811523438</c:v>
                </c:pt>
                <c:pt idx="16">
                  <c:v>12.1527777778</c:v>
                </c:pt>
                <c:pt idx="17">
                  <c:v>13.7193467882</c:v>
                </c:pt>
                <c:pt idx="18">
                  <c:v>15.380859375</c:v>
                </c:pt>
                <c:pt idx="19">
                  <c:v>17.1373155382</c:v>
                </c:pt>
                <c:pt idx="20">
                  <c:v>18.9887152778</c:v>
                </c:pt>
                <c:pt idx="21">
                  <c:v>20.9350585938</c:v>
                </c:pt>
                <c:pt idx="22">
                  <c:v>22.9763454861</c:v>
                </c:pt>
                <c:pt idx="23">
                  <c:v>25.1125759549</c:v>
                </c:pt>
                <c:pt idx="24">
                  <c:v>27.34375</c:v>
                </c:pt>
                <c:pt idx="25">
                  <c:v>29.6698676215</c:v>
                </c:pt>
                <c:pt idx="26">
                  <c:v>32.0909288194</c:v>
                </c:pt>
                <c:pt idx="27">
                  <c:v>34.6069335938</c:v>
                </c:pt>
                <c:pt idx="28">
                  <c:v>37.2178819444</c:v>
                </c:pt>
                <c:pt idx="29">
                  <c:v>39.9237738715</c:v>
                </c:pt>
                <c:pt idx="30">
                  <c:v>42.724609375</c:v>
                </c:pt>
                <c:pt idx="31">
                  <c:v>45.6203884549</c:v>
                </c:pt>
                <c:pt idx="32">
                  <c:v>48.6111111111</c:v>
                </c:pt>
                <c:pt idx="33">
                  <c:v>51.6967773438</c:v>
                </c:pt>
                <c:pt idx="34">
                  <c:v>54.8773871528</c:v>
                </c:pt>
                <c:pt idx="35">
                  <c:v>58.1529405382</c:v>
                </c:pt>
                <c:pt idx="36">
                  <c:v>61.5234375</c:v>
                </c:pt>
                <c:pt idx="37">
                  <c:v>64.9888780382</c:v>
                </c:pt>
                <c:pt idx="38">
                  <c:v>68.5492621528</c:v>
                </c:pt>
                <c:pt idx="39">
                  <c:v>72.2045898438</c:v>
                </c:pt>
                <c:pt idx="40">
                  <c:v>75.9548611111</c:v>
                </c:pt>
                <c:pt idx="41">
                  <c:v>79.8000759549</c:v>
                </c:pt>
                <c:pt idx="42">
                  <c:v>83.740234375</c:v>
                </c:pt>
                <c:pt idx="43">
                  <c:v>87.7753363715</c:v>
                </c:pt>
                <c:pt idx="44">
                  <c:v>91.9053819444</c:v>
                </c:pt>
                <c:pt idx="45">
                  <c:v>96.1303710938</c:v>
                </c:pt>
                <c:pt idx="46">
                  <c:v>100.450303819</c:v>
                </c:pt>
                <c:pt idx="47">
                  <c:v>104.865180122</c:v>
                </c:pt>
                <c:pt idx="48">
                  <c:v>109.375</c:v>
                </c:pt>
                <c:pt idx="49">
                  <c:v>113.979763455</c:v>
                </c:pt>
                <c:pt idx="50">
                  <c:v>118.679470486</c:v>
                </c:pt>
                <c:pt idx="51">
                  <c:v>123.474121094</c:v>
                </c:pt>
                <c:pt idx="52">
                  <c:v>128.363715278</c:v>
                </c:pt>
                <c:pt idx="53">
                  <c:v>133.348253038</c:v>
                </c:pt>
                <c:pt idx="54">
                  <c:v>138.427734375</c:v>
                </c:pt>
                <c:pt idx="55">
                  <c:v>143.602159288</c:v>
                </c:pt>
                <c:pt idx="56">
                  <c:v>148.871527778</c:v>
                </c:pt>
                <c:pt idx="57">
                  <c:v>154.235839844</c:v>
                </c:pt>
                <c:pt idx="58">
                  <c:v>159.695095486</c:v>
                </c:pt>
                <c:pt idx="59">
                  <c:v>165.249294705</c:v>
                </c:pt>
                <c:pt idx="60">
                  <c:v>170.8984375</c:v>
                </c:pt>
                <c:pt idx="61">
                  <c:v>176.642523872</c:v>
                </c:pt>
                <c:pt idx="62">
                  <c:v>182.481553819</c:v>
                </c:pt>
                <c:pt idx="63">
                  <c:v>188.415527344</c:v>
                </c:pt>
                <c:pt idx="64">
                  <c:v>194.444444444</c:v>
                </c:pt>
                <c:pt idx="65">
                  <c:v>200.568305122</c:v>
                </c:pt>
                <c:pt idx="66">
                  <c:v>206.787109375</c:v>
                </c:pt>
                <c:pt idx="67">
                  <c:v>213.100857205</c:v>
                </c:pt>
                <c:pt idx="68">
                  <c:v>219.509548611</c:v>
                </c:pt>
                <c:pt idx="69">
                  <c:v>226.013183594</c:v>
                </c:pt>
                <c:pt idx="70">
                  <c:v>232.611762153</c:v>
                </c:pt>
                <c:pt idx="71">
                  <c:v>239.305284288</c:v>
                </c:pt>
                <c:pt idx="72">
                  <c:v>246.09375</c:v>
                </c:pt>
                <c:pt idx="73">
                  <c:v>252.977159288</c:v>
                </c:pt>
                <c:pt idx="74">
                  <c:v>259.955512153</c:v>
                </c:pt>
                <c:pt idx="75">
                  <c:v>267.028808594</c:v>
                </c:pt>
                <c:pt idx="76">
                  <c:v>274.197048611</c:v>
                </c:pt>
                <c:pt idx="77">
                  <c:v>280</c:v>
                </c:pt>
                <c:pt idx="78">
                  <c:v>280</c:v>
                </c:pt>
                <c:pt idx="79">
                  <c:v>280</c:v>
                </c:pt>
                <c:pt idx="80">
                  <c:v>280</c:v>
                </c:pt>
                <c:pt idx="81">
                  <c:v>280</c:v>
                </c:pt>
                <c:pt idx="82">
                  <c:v>280</c:v>
                </c:pt>
                <c:pt idx="83">
                  <c:v>280</c:v>
                </c:pt>
                <c:pt idx="84">
                  <c:v>280</c:v>
                </c:pt>
                <c:pt idx="85">
                  <c:v>280</c:v>
                </c:pt>
                <c:pt idx="86">
                  <c:v>280</c:v>
                </c:pt>
                <c:pt idx="87">
                  <c:v>280</c:v>
                </c:pt>
                <c:pt idx="88">
                  <c:v>280</c:v>
                </c:pt>
                <c:pt idx="89">
                  <c:v>280</c:v>
                </c:pt>
                <c:pt idx="90">
                  <c:v>280</c:v>
                </c:pt>
                <c:pt idx="91">
                  <c:v>280</c:v>
                </c:pt>
                <c:pt idx="92">
                  <c:v>280</c:v>
                </c:pt>
                <c:pt idx="93">
                  <c:v>280</c:v>
                </c:pt>
                <c:pt idx="94">
                  <c:v>280</c:v>
                </c:pt>
                <c:pt idx="95">
                  <c:v>280</c:v>
                </c:pt>
                <c:pt idx="96">
                  <c:v>280</c:v>
                </c:pt>
                <c:pt idx="97">
                  <c:v>280</c:v>
                </c:pt>
                <c:pt idx="98">
                  <c:v>280</c:v>
                </c:pt>
                <c:pt idx="99">
                  <c:v>280</c:v>
                </c:pt>
                <c:pt idx="100">
                  <c:v>280</c:v>
                </c:pt>
                <c:pt idx="101">
                  <c:v>280</c:v>
                </c:pt>
                <c:pt idx="102">
                  <c:v>280</c:v>
                </c:pt>
                <c:pt idx="103">
                  <c:v>280</c:v>
                </c:pt>
                <c:pt idx="104">
                  <c:v>280</c:v>
                </c:pt>
                <c:pt idx="105">
                  <c:v>280</c:v>
                </c:pt>
                <c:pt idx="106">
                  <c:v>280</c:v>
                </c:pt>
                <c:pt idx="107">
                  <c:v>280</c:v>
                </c:pt>
                <c:pt idx="108">
                  <c:v>280</c:v>
                </c:pt>
                <c:pt idx="109">
                  <c:v>280</c:v>
                </c:pt>
                <c:pt idx="110">
                  <c:v>280</c:v>
                </c:pt>
                <c:pt idx="111">
                  <c:v>280</c:v>
                </c:pt>
                <c:pt idx="112">
                  <c:v>280</c:v>
                </c:pt>
                <c:pt idx="113">
                  <c:v>280</c:v>
                </c:pt>
                <c:pt idx="114">
                  <c:v>280</c:v>
                </c:pt>
                <c:pt idx="115">
                  <c:v>280</c:v>
                </c:pt>
                <c:pt idx="116">
                  <c:v>280</c:v>
                </c:pt>
                <c:pt idx="117">
                  <c:v>280</c:v>
                </c:pt>
                <c:pt idx="118">
                  <c:v>280</c:v>
                </c:pt>
                <c:pt idx="119">
                  <c:v>280</c:v>
                </c:pt>
                <c:pt idx="120">
                  <c:v>280</c:v>
                </c:pt>
                <c:pt idx="121">
                  <c:v>280</c:v>
                </c:pt>
                <c:pt idx="122">
                  <c:v>280</c:v>
                </c:pt>
                <c:pt idx="123">
                  <c:v>280</c:v>
                </c:pt>
                <c:pt idx="124">
                  <c:v>280</c:v>
                </c:pt>
                <c:pt idx="125">
                  <c:v>280</c:v>
                </c:pt>
                <c:pt idx="126">
                  <c:v>280</c:v>
                </c:pt>
                <c:pt idx="127">
                  <c:v>280</c:v>
                </c:pt>
                <c:pt idx="128">
                  <c:v>280</c:v>
                </c:pt>
                <c:pt idx="129">
                  <c:v>280</c:v>
                </c:pt>
                <c:pt idx="130">
                  <c:v>280</c:v>
                </c:pt>
                <c:pt idx="131">
                  <c:v>280</c:v>
                </c:pt>
                <c:pt idx="132">
                  <c:v>280</c:v>
                </c:pt>
                <c:pt idx="133">
                  <c:v>280</c:v>
                </c:pt>
                <c:pt idx="134">
                  <c:v>280</c:v>
                </c:pt>
                <c:pt idx="135">
                  <c:v>280</c:v>
                </c:pt>
                <c:pt idx="136">
                  <c:v>280</c:v>
                </c:pt>
                <c:pt idx="137">
                  <c:v>280</c:v>
                </c:pt>
                <c:pt idx="138">
                  <c:v>280</c:v>
                </c:pt>
                <c:pt idx="139">
                  <c:v>280</c:v>
                </c:pt>
                <c:pt idx="140">
                  <c:v>280</c:v>
                </c:pt>
                <c:pt idx="141">
                  <c:v>280</c:v>
                </c:pt>
                <c:pt idx="142">
                  <c:v>280</c:v>
                </c:pt>
                <c:pt idx="143">
                  <c:v>280</c:v>
                </c:pt>
                <c:pt idx="144">
                  <c:v>280</c:v>
                </c:pt>
                <c:pt idx="145">
                  <c:v>280</c:v>
                </c:pt>
                <c:pt idx="146">
                  <c:v>280</c:v>
                </c:pt>
                <c:pt idx="147">
                  <c:v>280</c:v>
                </c:pt>
                <c:pt idx="148">
                  <c:v>280</c:v>
                </c:pt>
                <c:pt idx="149">
                  <c:v>280</c:v>
                </c:pt>
                <c:pt idx="150">
                  <c:v>280</c:v>
                </c:pt>
                <c:pt idx="151">
                  <c:v>280</c:v>
                </c:pt>
                <c:pt idx="152">
                  <c:v>280</c:v>
                </c:pt>
                <c:pt idx="153">
                  <c:v>280</c:v>
                </c:pt>
                <c:pt idx="154">
                  <c:v>280</c:v>
                </c:pt>
                <c:pt idx="155">
                  <c:v>280</c:v>
                </c:pt>
                <c:pt idx="156">
                  <c:v>280</c:v>
                </c:pt>
                <c:pt idx="157">
                  <c:v>280</c:v>
                </c:pt>
                <c:pt idx="158">
                  <c:v>280</c:v>
                </c:pt>
                <c:pt idx="159">
                  <c:v>280</c:v>
                </c:pt>
                <c:pt idx="160">
                  <c:v>280</c:v>
                </c:pt>
              </c:numCache>
            </c:numRef>
          </c:yVal>
        </c:ser>
        <c:ser>
          <c:idx val="1"/>
          <c:order val="1"/>
          <c:tx>
            <c:v>优化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Data'!$C$2:$C$162</c:f>
              <c:numCache>
                <c:formatCode>General</c:formatCode>
                <c:ptCount val="16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185</c:v>
                </c:pt>
                <c:pt idx="75">
                  <c:v>187.5</c:v>
                </c:pt>
                <c:pt idx="76">
                  <c:v>190</c:v>
                </c:pt>
                <c:pt idx="77">
                  <c:v>192.5</c:v>
                </c:pt>
                <c:pt idx="78">
                  <c:v>195</c:v>
                </c:pt>
                <c:pt idx="79">
                  <c:v>197.5</c:v>
                </c:pt>
                <c:pt idx="80">
                  <c:v>200</c:v>
                </c:pt>
                <c:pt idx="81">
                  <c:v>202.5</c:v>
                </c:pt>
                <c:pt idx="82">
                  <c:v>205</c:v>
                </c:pt>
                <c:pt idx="83">
                  <c:v>207.5</c:v>
                </c:pt>
                <c:pt idx="84">
                  <c:v>210</c:v>
                </c:pt>
                <c:pt idx="85">
                  <c:v>212.5</c:v>
                </c:pt>
                <c:pt idx="86">
                  <c:v>215</c:v>
                </c:pt>
                <c:pt idx="87">
                  <c:v>217.5</c:v>
                </c:pt>
                <c:pt idx="88">
                  <c:v>220</c:v>
                </c:pt>
                <c:pt idx="89">
                  <c:v>222.5</c:v>
                </c:pt>
                <c:pt idx="90">
                  <c:v>225</c:v>
                </c:pt>
                <c:pt idx="91">
                  <c:v>227.5</c:v>
                </c:pt>
                <c:pt idx="92">
                  <c:v>230</c:v>
                </c:pt>
                <c:pt idx="93">
                  <c:v>232.5</c:v>
                </c:pt>
                <c:pt idx="94">
                  <c:v>235</c:v>
                </c:pt>
                <c:pt idx="95">
                  <c:v>237.5</c:v>
                </c:pt>
                <c:pt idx="96">
                  <c:v>240</c:v>
                </c:pt>
                <c:pt idx="97">
                  <c:v>242.5</c:v>
                </c:pt>
                <c:pt idx="98">
                  <c:v>245</c:v>
                </c:pt>
                <c:pt idx="99">
                  <c:v>247.5</c:v>
                </c:pt>
                <c:pt idx="100">
                  <c:v>250</c:v>
                </c:pt>
                <c:pt idx="101">
                  <c:v>252.5</c:v>
                </c:pt>
                <c:pt idx="102">
                  <c:v>255</c:v>
                </c:pt>
                <c:pt idx="103">
                  <c:v>257.5</c:v>
                </c:pt>
                <c:pt idx="104">
                  <c:v>260</c:v>
                </c:pt>
                <c:pt idx="105">
                  <c:v>262.5</c:v>
                </c:pt>
                <c:pt idx="106">
                  <c:v>265</c:v>
                </c:pt>
                <c:pt idx="107">
                  <c:v>267.5</c:v>
                </c:pt>
                <c:pt idx="108">
                  <c:v>270</c:v>
                </c:pt>
                <c:pt idx="109">
                  <c:v>272.5</c:v>
                </c:pt>
                <c:pt idx="110">
                  <c:v>275</c:v>
                </c:pt>
                <c:pt idx="111">
                  <c:v>277.5</c:v>
                </c:pt>
                <c:pt idx="112">
                  <c:v>280</c:v>
                </c:pt>
                <c:pt idx="113">
                  <c:v>282.5</c:v>
                </c:pt>
                <c:pt idx="114">
                  <c:v>285</c:v>
                </c:pt>
                <c:pt idx="115">
                  <c:v>287.5</c:v>
                </c:pt>
                <c:pt idx="116">
                  <c:v>290</c:v>
                </c:pt>
                <c:pt idx="117">
                  <c:v>292.5</c:v>
                </c:pt>
                <c:pt idx="118">
                  <c:v>295</c:v>
                </c:pt>
                <c:pt idx="119">
                  <c:v>297.5</c:v>
                </c:pt>
                <c:pt idx="120">
                  <c:v>300</c:v>
                </c:pt>
                <c:pt idx="121">
                  <c:v>302.5</c:v>
                </c:pt>
                <c:pt idx="122">
                  <c:v>305</c:v>
                </c:pt>
                <c:pt idx="123">
                  <c:v>307.5</c:v>
                </c:pt>
                <c:pt idx="124">
                  <c:v>310</c:v>
                </c:pt>
                <c:pt idx="125">
                  <c:v>312.5</c:v>
                </c:pt>
                <c:pt idx="126">
                  <c:v>315</c:v>
                </c:pt>
                <c:pt idx="127">
                  <c:v>317.5</c:v>
                </c:pt>
                <c:pt idx="128">
                  <c:v>320</c:v>
                </c:pt>
                <c:pt idx="129">
                  <c:v>322.5</c:v>
                </c:pt>
                <c:pt idx="130">
                  <c:v>325</c:v>
                </c:pt>
                <c:pt idx="131">
                  <c:v>327.5</c:v>
                </c:pt>
                <c:pt idx="132">
                  <c:v>330</c:v>
                </c:pt>
                <c:pt idx="133">
                  <c:v>332.5</c:v>
                </c:pt>
                <c:pt idx="134">
                  <c:v>335</c:v>
                </c:pt>
                <c:pt idx="135">
                  <c:v>337.5</c:v>
                </c:pt>
                <c:pt idx="136">
                  <c:v>340</c:v>
                </c:pt>
                <c:pt idx="137">
                  <c:v>342.5</c:v>
                </c:pt>
                <c:pt idx="138">
                  <c:v>345</c:v>
                </c:pt>
                <c:pt idx="139">
                  <c:v>347.5</c:v>
                </c:pt>
                <c:pt idx="140">
                  <c:v>350</c:v>
                </c:pt>
                <c:pt idx="141">
                  <c:v>352.5</c:v>
                </c:pt>
                <c:pt idx="142">
                  <c:v>355</c:v>
                </c:pt>
                <c:pt idx="143">
                  <c:v>357.5</c:v>
                </c:pt>
                <c:pt idx="144">
                  <c:v>360</c:v>
                </c:pt>
                <c:pt idx="145">
                  <c:v>362.5</c:v>
                </c:pt>
                <c:pt idx="146">
                  <c:v>365</c:v>
                </c:pt>
                <c:pt idx="147">
                  <c:v>367.5</c:v>
                </c:pt>
                <c:pt idx="148">
                  <c:v>370</c:v>
                </c:pt>
                <c:pt idx="149">
                  <c:v>372.5</c:v>
                </c:pt>
                <c:pt idx="150">
                  <c:v>375</c:v>
                </c:pt>
                <c:pt idx="151">
                  <c:v>377.5</c:v>
                </c:pt>
                <c:pt idx="152">
                  <c:v>380</c:v>
                </c:pt>
                <c:pt idx="153">
                  <c:v>382.5</c:v>
                </c:pt>
                <c:pt idx="154">
                  <c:v>385</c:v>
                </c:pt>
                <c:pt idx="155">
                  <c:v>387.5</c:v>
                </c:pt>
                <c:pt idx="156">
                  <c:v>390</c:v>
                </c:pt>
                <c:pt idx="157">
                  <c:v>392.5</c:v>
                </c:pt>
                <c:pt idx="158">
                  <c:v>395</c:v>
                </c:pt>
                <c:pt idx="159">
                  <c:v>397.5</c:v>
                </c:pt>
                <c:pt idx="160">
                  <c:v>400</c:v>
                </c:pt>
              </c:numCache>
            </c:numRef>
          </c:xVal>
          <c:yVal>
            <c:numRef>
              <c:f>'Chart Data'!$D$2:$D$162</c:f>
              <c:numCache>
                <c:formatCode>0</c:formatCode>
                <c:ptCount val="161"/>
                <c:pt idx="0">
                  <c:v>0</c:v>
                </c:pt>
                <c:pt idx="1">
                  <c:v>0.127512043125</c:v>
                </c:pt>
                <c:pt idx="2">
                  <c:v>0.297986992531</c:v>
                </c:pt>
                <c:pt idx="3">
                  <c:v>0.509356863653</c:v>
                </c:pt>
                <c:pt idx="4">
                  <c:v>0.75955367193</c:v>
                </c:pt>
                <c:pt idx="5">
                  <c:v>1.0465094328</c:v>
                </c:pt>
                <c:pt idx="6">
                  <c:v>1.36815616169</c:v>
                </c:pt>
                <c:pt idx="7">
                  <c:v>1.72242587405</c:v>
                </c:pt>
                <c:pt idx="8">
                  <c:v>2.10725058531</c:v>
                </c:pt>
                <c:pt idx="9">
                  <c:v>2.52056231091</c:v>
                </c:pt>
                <c:pt idx="10">
                  <c:v>2.96029306628</c:v>
                </c:pt>
                <c:pt idx="11">
                  <c:v>3.42437486687</c:v>
                </c:pt>
                <c:pt idx="12">
                  <c:v>3.9107397281</c:v>
                </c:pt>
                <c:pt idx="13">
                  <c:v>4.41731966542</c:v>
                </c:pt>
                <c:pt idx="14">
                  <c:v>4.94204669427</c:v>
                </c:pt>
                <c:pt idx="15">
                  <c:v>5.48285283007</c:v>
                </c:pt>
                <c:pt idx="16">
                  <c:v>6.03767008826</c:v>
                </c:pt>
                <c:pt idx="17">
                  <c:v>6.60443048429</c:v>
                </c:pt>
                <c:pt idx="18">
                  <c:v>7.18106603359</c:v>
                </c:pt>
                <c:pt idx="19">
                  <c:v>7.7655087516</c:v>
                </c:pt>
                <c:pt idx="20">
                  <c:v>8.35569065375</c:v>
                </c:pt>
                <c:pt idx="21">
                  <c:v>8.94954375548</c:v>
                </c:pt>
                <c:pt idx="22">
                  <c:v>9.54500007222</c:v>
                </c:pt>
                <c:pt idx="23">
                  <c:v>10.1399960779</c:v>
                </c:pt>
                <c:pt idx="24">
                  <c:v>10.7347331623</c:v>
                </c:pt>
                <c:pt idx="25">
                  <c:v>11.3353558901</c:v>
                </c:pt>
                <c:pt idx="26">
                  <c:v>11.948971861</c:v>
                </c:pt>
                <c:pt idx="27">
                  <c:v>12.5826886746</c:v>
                </c:pt>
                <c:pt idx="28">
                  <c:v>13.2436139308</c:v>
                </c:pt>
                <c:pt idx="29">
                  <c:v>13.9388552292</c:v>
                </c:pt>
                <c:pt idx="30">
                  <c:v>14.6755201695</c:v>
                </c:pt>
                <c:pt idx="31">
                  <c:v>15.4607163515</c:v>
                </c:pt>
                <c:pt idx="32">
                  <c:v>16.3015513749</c:v>
                </c:pt>
                <c:pt idx="33">
                  <c:v>17.2051328393</c:v>
                </c:pt>
                <c:pt idx="34">
                  <c:v>18.1785683446</c:v>
                </c:pt>
                <c:pt idx="35">
                  <c:v>19.2290151513</c:v>
                </c:pt>
                <c:pt idx="36">
                  <c:v>20.3641183889</c:v>
                </c:pt>
                <c:pt idx="37">
                  <c:v>21.5918000964</c:v>
                </c:pt>
                <c:pt idx="38">
                  <c:v>22.9199854909</c:v>
                </c:pt>
                <c:pt idx="39">
                  <c:v>24.3565997894</c:v>
                </c:pt>
                <c:pt idx="40">
                  <c:v>25.9095682092</c:v>
                </c:pt>
                <c:pt idx="41">
                  <c:v>27.5868159674</c:v>
                </c:pt>
                <c:pt idx="42">
                  <c:v>29.3962682811</c:v>
                </c:pt>
                <c:pt idx="43">
                  <c:v>31.3458503675</c:v>
                </c:pt>
                <c:pt idx="44">
                  <c:v>33.4434874437</c:v>
                </c:pt>
                <c:pt idx="45">
                  <c:v>35.6971047268</c:v>
                </c:pt>
                <c:pt idx="46">
                  <c:v>38.1145843415</c:v>
                </c:pt>
                <c:pt idx="47">
                  <c:v>40.7000539725</c:v>
                </c:pt>
                <c:pt idx="48">
                  <c:v>43.4510265963</c:v>
                </c:pt>
                <c:pt idx="49">
                  <c:v>46.3643418675</c:v>
                </c:pt>
                <c:pt idx="50">
                  <c:v>49.4368394413</c:v>
                </c:pt>
                <c:pt idx="51">
                  <c:v>52.6653589725</c:v>
                </c:pt>
                <c:pt idx="52">
                  <c:v>56.0467401159</c:v>
                </c:pt>
                <c:pt idx="53">
                  <c:v>59.5778225267</c:v>
                </c:pt>
                <c:pt idx="54">
                  <c:v>63.2554458595</c:v>
                </c:pt>
                <c:pt idx="55">
                  <c:v>67.0764497694</c:v>
                </c:pt>
                <c:pt idx="56">
                  <c:v>71.0376739113</c:v>
                </c:pt>
                <c:pt idx="57">
                  <c:v>75.1359579401</c:v>
                </c:pt>
                <c:pt idx="58">
                  <c:v>79.3693702275</c:v>
                </c:pt>
                <c:pt idx="59">
                  <c:v>83.7435619205</c:v>
                </c:pt>
                <c:pt idx="60">
                  <c:v>88.2670739259</c:v>
                </c:pt>
                <c:pt idx="61">
                  <c:v>92.948452839</c:v>
                </c:pt>
                <c:pt idx="62">
                  <c:v>97.7962452553</c:v>
                </c:pt>
                <c:pt idx="63">
                  <c:v>102.81899777</c:v>
                </c:pt>
                <c:pt idx="64">
                  <c:v>108.025256978</c:v>
                </c:pt>
                <c:pt idx="65">
                  <c:v>113.423569476</c:v>
                </c:pt>
                <c:pt idx="66">
                  <c:v>119.022481858</c:v>
                </c:pt>
                <c:pt idx="67">
                  <c:v>124.830540719</c:v>
                </c:pt>
                <c:pt idx="68">
                  <c:v>130.856292656</c:v>
                </c:pt>
                <c:pt idx="69">
                  <c:v>137.107688274</c:v>
                </c:pt>
                <c:pt idx="70">
                  <c:v>143.57298847</c:v>
                </c:pt>
                <c:pt idx="71">
                  <c:v>150.216724948</c:v>
                </c:pt>
                <c:pt idx="72">
                  <c:v>157.002016699</c:v>
                </c:pt>
                <c:pt idx="73">
                  <c:v>163.891982713</c:v>
                </c:pt>
                <c:pt idx="74">
                  <c:v>170.84974198</c:v>
                </c:pt>
                <c:pt idx="75">
                  <c:v>177.838413492</c:v>
                </c:pt>
                <c:pt idx="76">
                  <c:v>184.821116237</c:v>
                </c:pt>
                <c:pt idx="77">
                  <c:v>191.760969207</c:v>
                </c:pt>
                <c:pt idx="78">
                  <c:v>198.621091391</c:v>
                </c:pt>
                <c:pt idx="79">
                  <c:v>205.364601781</c:v>
                </c:pt>
                <c:pt idx="80">
                  <c:v>211.954619365</c:v>
                </c:pt>
                <c:pt idx="81">
                  <c:v>218.356566847</c:v>
                </c:pt>
                <c:pt idx="82">
                  <c:v>224.54508177</c:v>
                </c:pt>
                <c:pt idx="83">
                  <c:v>230.49710539</c:v>
                </c:pt>
                <c:pt idx="84">
                  <c:v>236.189578964</c:v>
                </c:pt>
                <c:pt idx="85">
                  <c:v>241.599443748</c:v>
                </c:pt>
                <c:pt idx="86">
                  <c:v>246.703640998</c:v>
                </c:pt>
                <c:pt idx="87">
                  <c:v>251.479111969</c:v>
                </c:pt>
                <c:pt idx="88">
                  <c:v>255.902797917</c:v>
                </c:pt>
                <c:pt idx="89">
                  <c:v>259.951640099</c:v>
                </c:pt>
                <c:pt idx="90">
                  <c:v>263.602579771</c:v>
                </c:pt>
                <c:pt idx="91">
                  <c:v>266.832558188</c:v>
                </c:pt>
                <c:pt idx="92">
                  <c:v>269.620400672</c:v>
                </c:pt>
                <c:pt idx="93">
                  <c:v>271.976578958</c:v>
                </c:pt>
                <c:pt idx="94">
                  <c:v>273.937823942</c:v>
                </c:pt>
                <c:pt idx="95">
                  <c:v>275.541661362</c:v>
                </c:pt>
                <c:pt idx="96">
                  <c:v>276.825616955</c:v>
                </c:pt>
                <c:pt idx="97">
                  <c:v>277.827216459</c:v>
                </c:pt>
                <c:pt idx="98">
                  <c:v>278.58398561</c:v>
                </c:pt>
                <c:pt idx="99">
                  <c:v>279.133450147</c:v>
                </c:pt>
                <c:pt idx="100">
                  <c:v>279.513135807</c:v>
                </c:pt>
                <c:pt idx="101">
                  <c:v>279.760568327</c:v>
                </c:pt>
                <c:pt idx="102">
                  <c:v>279.913273444</c:v>
                </c:pt>
                <c:pt idx="103">
                  <c:v>280.008760011</c:v>
                </c:pt>
                <c:pt idx="104">
                  <c:v>280.075959566</c:v>
                </c:pt>
                <c:pt idx="105">
                  <c:v>280.121296638</c:v>
                </c:pt>
                <c:pt idx="106">
                  <c:v>280.147548707</c:v>
                </c:pt>
                <c:pt idx="107">
                  <c:v>280.157493254</c:v>
                </c:pt>
                <c:pt idx="108">
                  <c:v>280.153907759</c:v>
                </c:pt>
                <c:pt idx="109">
                  <c:v>280.139569704</c:v>
                </c:pt>
                <c:pt idx="110">
                  <c:v>280.11725657</c:v>
                </c:pt>
                <c:pt idx="111">
                  <c:v>280.089745837</c:v>
                </c:pt>
                <c:pt idx="112">
                  <c:v>280.059814986</c:v>
                </c:pt>
                <c:pt idx="113">
                  <c:v>280.030241499</c:v>
                </c:pt>
                <c:pt idx="114">
                  <c:v>280.003802855</c:v>
                </c:pt>
                <c:pt idx="115">
                  <c:v>279.9830627</c:v>
                </c:pt>
                <c:pt idx="116">
                  <c:v>279.968483956</c:v>
                </c:pt>
                <c:pt idx="117">
                  <c:v>279.959337197</c:v>
                </c:pt>
                <c:pt idx="118">
                  <c:v>279.954879311</c:v>
                </c:pt>
                <c:pt idx="119">
                  <c:v>279.954367187</c:v>
                </c:pt>
                <c:pt idx="120">
                  <c:v>279.957057712</c:v>
                </c:pt>
                <c:pt idx="121">
                  <c:v>279.962207774</c:v>
                </c:pt>
                <c:pt idx="122">
                  <c:v>279.969074263</c:v>
                </c:pt>
                <c:pt idx="123">
                  <c:v>279.976914065</c:v>
                </c:pt>
                <c:pt idx="124">
                  <c:v>279.984984071</c:v>
                </c:pt>
                <c:pt idx="125">
                  <c:v>279.992541166</c:v>
                </c:pt>
                <c:pt idx="126">
                  <c:v>279.998845888</c:v>
                </c:pt>
                <c:pt idx="127">
                  <c:v>280.003476476</c:v>
                </c:pt>
                <c:pt idx="128">
                  <c:v>280.00657092</c:v>
                </c:pt>
                <c:pt idx="129">
                  <c:v>280.008324186</c:v>
                </c:pt>
                <c:pt idx="130">
                  <c:v>280.00893124</c:v>
                </c:pt>
                <c:pt idx="131">
                  <c:v>280.008587048</c:v>
                </c:pt>
                <c:pt idx="132">
                  <c:v>280.007486577</c:v>
                </c:pt>
                <c:pt idx="133">
                  <c:v>280.005824792</c:v>
                </c:pt>
                <c:pt idx="134">
                  <c:v>280.003796661</c:v>
                </c:pt>
                <c:pt idx="135">
                  <c:v>280.001597148</c:v>
                </c:pt>
                <c:pt idx="136">
                  <c:v>279.999421221</c:v>
                </c:pt>
                <c:pt idx="137">
                  <c:v>279.997463846</c:v>
                </c:pt>
                <c:pt idx="138">
                  <c:v>279.995895667</c:v>
                </c:pt>
                <c:pt idx="139">
                  <c:v>279.994737244</c:v>
                </c:pt>
                <c:pt idx="140">
                  <c:v>279.993951936</c:v>
                </c:pt>
                <c:pt idx="141">
                  <c:v>279.993502988</c:v>
                </c:pt>
                <c:pt idx="142">
                  <c:v>279.993353649</c:v>
                </c:pt>
                <c:pt idx="143">
                  <c:v>279.993467164</c:v>
                </c:pt>
                <c:pt idx="144">
                  <c:v>279.993806782</c:v>
                </c:pt>
                <c:pt idx="145">
                  <c:v>279.994335748</c:v>
                </c:pt>
                <c:pt idx="146">
                  <c:v>279.995017311</c:v>
                </c:pt>
                <c:pt idx="147">
                  <c:v>279.995814716</c:v>
                </c:pt>
                <c:pt idx="148">
                  <c:v>279.99669121</c:v>
                </c:pt>
                <c:pt idx="149">
                  <c:v>279.997610041</c:v>
                </c:pt>
                <c:pt idx="150">
                  <c:v>279.998534455</c:v>
                </c:pt>
                <c:pt idx="151">
                  <c:v>279.9994277</c:v>
                </c:pt>
                <c:pt idx="152">
                  <c:v>280.000253022</c:v>
                </c:pt>
                <c:pt idx="153">
                  <c:v>280.000973667</c:v>
                </c:pt>
                <c:pt idx="154">
                  <c:v>280.001552884</c:v>
                </c:pt>
                <c:pt idx="155">
                  <c:v>280.001953918</c:v>
                </c:pt>
                <c:pt idx="156">
                  <c:v>280.002140018</c:v>
                </c:pt>
                <c:pt idx="157">
                  <c:v>280.002074429</c:v>
                </c:pt>
                <c:pt idx="158">
                  <c:v>280.001720398</c:v>
                </c:pt>
                <c:pt idx="159">
                  <c:v>280.001041173</c:v>
                </c:pt>
                <c:pt idx="160">
                  <c:v>280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阱深（μK）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4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模拟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Data'!$A$2:$A$32</c:f>
              <c:numCache>
                <c:formatCode>General</c:formatCod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numCache>
            </c:numRef>
          </c:xVal>
          <c:yVal>
            <c:numRef>
              <c:f>'Chart Data'!$B$2:$B$32</c:f>
              <c:numCache>
                <c:formatCode>0%</c:formatCode>
                <c:ptCount val="31"/>
                <c:pt idx="0">
                  <c:v>1</c:v>
                </c:pt>
                <c:pt idx="1">
                  <c:v>0.993530273438</c:v>
                </c:pt>
                <c:pt idx="2">
                  <c:v>0.96337890625</c:v>
                </c:pt>
                <c:pt idx="3">
                  <c:v>0.947998046875</c:v>
                </c:pt>
                <c:pt idx="4">
                  <c:v>0.91357421875</c:v>
                </c:pt>
                <c:pt idx="5">
                  <c:v>0.896850585938</c:v>
                </c:pt>
                <c:pt idx="6">
                  <c:v>0.864868164063</c:v>
                </c:pt>
                <c:pt idx="7">
                  <c:v>0.845581054688</c:v>
                </c:pt>
                <c:pt idx="8">
                  <c:v>0.807861328125</c:v>
                </c:pt>
                <c:pt idx="9">
                  <c:v>0.788818359375</c:v>
                </c:pt>
                <c:pt idx="10">
                  <c:v>0.755737304688</c:v>
                </c:pt>
                <c:pt idx="11">
                  <c:v>0.735107421875</c:v>
                </c:pt>
                <c:pt idx="12">
                  <c:v>0.701171875</c:v>
                </c:pt>
                <c:pt idx="13">
                  <c:v>0.683471679688</c:v>
                </c:pt>
                <c:pt idx="14">
                  <c:v>0.652954101563</c:v>
                </c:pt>
                <c:pt idx="15">
                  <c:v>0.63623046875</c:v>
                </c:pt>
                <c:pt idx="16">
                  <c:v>0.607666015625</c:v>
                </c:pt>
                <c:pt idx="17">
                  <c:v>0.591430664063</c:v>
                </c:pt>
                <c:pt idx="18">
                  <c:v>0.565185546875</c:v>
                </c:pt>
                <c:pt idx="19">
                  <c:v>0.552124023438</c:v>
                </c:pt>
                <c:pt idx="20">
                  <c:v>0.527099609375</c:v>
                </c:pt>
                <c:pt idx="21">
                  <c:v>0.5126953125</c:v>
                </c:pt>
                <c:pt idx="22">
                  <c:v>0.488647460938</c:v>
                </c:pt>
                <c:pt idx="23">
                  <c:v>0.474487304688</c:v>
                </c:pt>
                <c:pt idx="24">
                  <c:v>0.45263671875</c:v>
                </c:pt>
                <c:pt idx="25">
                  <c:v>0.442138671875</c:v>
                </c:pt>
                <c:pt idx="26">
                  <c:v>0.421875</c:v>
                </c:pt>
                <c:pt idx="27">
                  <c:v>0.411254882813</c:v>
                </c:pt>
                <c:pt idx="28">
                  <c:v>0.392822265625</c:v>
                </c:pt>
                <c:pt idx="29">
                  <c:v>0.3857421875</c:v>
                </c:pt>
                <c:pt idx="30">
                  <c:v>0.368041992188</c:v>
                </c:pt>
              </c:numCache>
            </c:numRef>
          </c:yVal>
        </c:ser>
        <c:ser>
          <c:idx val="1"/>
          <c:order val="1"/>
          <c:tx>
            <c:v>实验中心值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Data'!$C$2:$C$8</c:f>
              <c:numCache>
                <c:formatCode>General</c:formatCode>
                <c:ptCount val="7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</c:numCache>
            </c:numRef>
          </c:xVal>
          <c:yVal>
            <c:numRef>
              <c:f>'Chart Data'!$D$2:$D$8</c:f>
              <c:numCache>
                <c:formatCode>0%</c:formatCode>
                <c:ptCount val="7"/>
                <c:pt idx="0">
                  <c:v>0.986698952753</c:v>
                </c:pt>
                <c:pt idx="1">
                  <c:v>0.958271915622</c:v>
                </c:pt>
                <c:pt idx="2">
                  <c:v>0.848354038716</c:v>
                </c:pt>
                <c:pt idx="3">
                  <c:v>0.717196602709</c:v>
                </c:pt>
                <c:pt idx="4">
                  <c:v>0.623527760607</c:v>
                </c:pt>
                <c:pt idx="5">
                  <c:v>0.526482769157</c:v>
                </c:pt>
                <c:pt idx="6">
                  <c:v>0.342366815828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3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模拟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Data'!$B$2:$B$62</c:f>
              <c:numCache>
                <c:formatCode>0%</c:formatCode>
                <c:ptCount val="61"/>
                <c:pt idx="0">
                  <c:v>1</c:v>
                </c:pt>
                <c:pt idx="1">
                  <c:v>0.996459960938</c:v>
                </c:pt>
                <c:pt idx="2">
                  <c:v>0.9892578125</c:v>
                </c:pt>
                <c:pt idx="3">
                  <c:v>0.984375</c:v>
                </c:pt>
                <c:pt idx="4">
                  <c:v>0.976196289063</c:v>
                </c:pt>
                <c:pt idx="5">
                  <c:v>0.972045898438</c:v>
                </c:pt>
                <c:pt idx="6">
                  <c:v>0.965454101563</c:v>
                </c:pt>
                <c:pt idx="7">
                  <c:v>0.961059570313</c:v>
                </c:pt>
                <c:pt idx="8">
                  <c:v>0.953002929688</c:v>
                </c:pt>
                <c:pt idx="9">
                  <c:v>0.947387695313</c:v>
                </c:pt>
                <c:pt idx="10">
                  <c:v>0.941650390625</c:v>
                </c:pt>
                <c:pt idx="11">
                  <c:v>0.935668945313</c:v>
                </c:pt>
                <c:pt idx="12">
                  <c:v>0.928466796875</c:v>
                </c:pt>
                <c:pt idx="13">
                  <c:v>0.923217773438</c:v>
                </c:pt>
                <c:pt idx="14">
                  <c:v>0.9140625</c:v>
                </c:pt>
                <c:pt idx="15">
                  <c:v>0.90673828125</c:v>
                </c:pt>
                <c:pt idx="16">
                  <c:v>0.896606445313</c:v>
                </c:pt>
                <c:pt idx="17">
                  <c:v>0.890625</c:v>
                </c:pt>
                <c:pt idx="18">
                  <c:v>0.880981445313</c:v>
                </c:pt>
                <c:pt idx="19">
                  <c:v>0.874633789063</c:v>
                </c:pt>
                <c:pt idx="20">
                  <c:v>0.867309570313</c:v>
                </c:pt>
                <c:pt idx="21">
                  <c:v>0.85888671875</c:v>
                </c:pt>
                <c:pt idx="22">
                  <c:v>0.848022460938</c:v>
                </c:pt>
                <c:pt idx="23">
                  <c:v>0.839477539063</c:v>
                </c:pt>
                <c:pt idx="24">
                  <c:v>0.828979492188</c:v>
                </c:pt>
                <c:pt idx="25">
                  <c:v>0.820556640625</c:v>
                </c:pt>
                <c:pt idx="26">
                  <c:v>0.809448242188</c:v>
                </c:pt>
                <c:pt idx="27">
                  <c:v>0.801635742188</c:v>
                </c:pt>
                <c:pt idx="28">
                  <c:v>0.79150390625</c:v>
                </c:pt>
                <c:pt idx="29">
                  <c:v>0.783081054688</c:v>
                </c:pt>
                <c:pt idx="30">
                  <c:v>0.774658203125</c:v>
                </c:pt>
                <c:pt idx="31">
                  <c:v>0.765991210938</c:v>
                </c:pt>
                <c:pt idx="32">
                  <c:v>0.753662109375</c:v>
                </c:pt>
                <c:pt idx="33">
                  <c:v>0.74658203125</c:v>
                </c:pt>
                <c:pt idx="34">
                  <c:v>0.73681640625</c:v>
                </c:pt>
                <c:pt idx="35">
                  <c:v>0.72802734375</c:v>
                </c:pt>
                <c:pt idx="36">
                  <c:v>0.718139648438</c:v>
                </c:pt>
                <c:pt idx="37">
                  <c:v>0.710693359375</c:v>
                </c:pt>
                <c:pt idx="38">
                  <c:v>0.700805664063</c:v>
                </c:pt>
                <c:pt idx="39">
                  <c:v>0.69287109375</c:v>
                </c:pt>
                <c:pt idx="40">
                  <c:v>0.68359375</c:v>
                </c:pt>
                <c:pt idx="41">
                  <c:v>0.676879882813</c:v>
                </c:pt>
                <c:pt idx="42">
                  <c:v>0.66650390625</c:v>
                </c:pt>
                <c:pt idx="43">
                  <c:v>0.658447265625</c:v>
                </c:pt>
                <c:pt idx="44">
                  <c:v>0.650146484375</c:v>
                </c:pt>
                <c:pt idx="45">
                  <c:v>0.642456054688</c:v>
                </c:pt>
                <c:pt idx="46">
                  <c:v>0.630859375</c:v>
                </c:pt>
                <c:pt idx="47">
                  <c:v>0.625122070313</c:v>
                </c:pt>
                <c:pt idx="48">
                  <c:v>0.617309570313</c:v>
                </c:pt>
                <c:pt idx="49">
                  <c:v>0.611328125</c:v>
                </c:pt>
                <c:pt idx="50">
                  <c:v>0.601318359375</c:v>
                </c:pt>
                <c:pt idx="51">
                  <c:v>0.59375</c:v>
                </c:pt>
                <c:pt idx="52">
                  <c:v>0.583618164063</c:v>
                </c:pt>
                <c:pt idx="53">
                  <c:v>0.575805664063</c:v>
                </c:pt>
                <c:pt idx="54">
                  <c:v>0.568115234375</c:v>
                </c:pt>
                <c:pt idx="55">
                  <c:v>0.562255859375</c:v>
                </c:pt>
                <c:pt idx="56">
                  <c:v>0.553466796875</c:v>
                </c:pt>
                <c:pt idx="57">
                  <c:v>0.546264648438</c:v>
                </c:pt>
                <c:pt idx="58">
                  <c:v>0.53564453125</c:v>
                </c:pt>
                <c:pt idx="59">
                  <c:v>0.529541015625</c:v>
                </c:pt>
                <c:pt idx="60">
                  <c:v>0.52001953125</c:v>
                </c:pt>
              </c:numCache>
            </c:numRef>
          </c:yVal>
        </c:ser>
        <c:ser>
          <c:idx val="1"/>
          <c:order val="1"/>
          <c:tx>
            <c:v>实验中心值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Data'!$D$2:$D$11</c:f>
              <c:numCache>
                <c:formatCode>0%</c:formatCode>
                <c:ptCount val="10"/>
                <c:pt idx="0">
                  <c:v>0.991654381942</c:v>
                </c:pt>
                <c:pt idx="1">
                  <c:v>0.98380711589</c:v>
                </c:pt>
                <c:pt idx="2">
                  <c:v>0.959451111237</c:v>
                </c:pt>
                <c:pt idx="3">
                  <c:v>0.918593387005</c:v>
                </c:pt>
                <c:pt idx="4">
                  <c:v>0.874577103092</c:v>
                </c:pt>
                <c:pt idx="5">
                  <c:v>0.823941881891</c:v>
                </c:pt>
                <c:pt idx="6">
                  <c:v>0.689822418805</c:v>
                </c:pt>
                <c:pt idx="7">
                  <c:v>0.583315786354</c:v>
                </c:pt>
                <c:pt idx="8">
                  <c:v>0.492644066439</c:v>
                </c:pt>
                <c:pt idx="9">
                  <c:v>0.414360919495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模拟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Data'!$B$2:$B$62</c:f>
              <c:numCache>
                <c:formatCode>0%</c:formatCode>
                <c:ptCount val="61"/>
                <c:pt idx="0">
                  <c:v>1</c:v>
                </c:pt>
                <c:pt idx="1">
                  <c:v>0.995727539063</c:v>
                </c:pt>
                <c:pt idx="2">
                  <c:v>0.988891601563</c:v>
                </c:pt>
                <c:pt idx="3">
                  <c:v>0.986083984375</c:v>
                </c:pt>
                <c:pt idx="4">
                  <c:v>0.979125976563</c:v>
                </c:pt>
                <c:pt idx="5">
                  <c:v>0.974609375</c:v>
                </c:pt>
                <c:pt idx="6">
                  <c:v>0.968139648438</c:v>
                </c:pt>
                <c:pt idx="7">
                  <c:v>0.96337890625</c:v>
                </c:pt>
                <c:pt idx="8">
                  <c:v>0.955322265625</c:v>
                </c:pt>
                <c:pt idx="9">
                  <c:v>0.94921875</c:v>
                </c:pt>
                <c:pt idx="10">
                  <c:v>0.941650390625</c:v>
                </c:pt>
                <c:pt idx="11">
                  <c:v>0.936767578125</c:v>
                </c:pt>
                <c:pt idx="12">
                  <c:v>0.929931640625</c:v>
                </c:pt>
                <c:pt idx="13">
                  <c:v>0.924560546875</c:v>
                </c:pt>
                <c:pt idx="14">
                  <c:v>0.918090820313</c:v>
                </c:pt>
                <c:pt idx="15">
                  <c:v>0.911010742188</c:v>
                </c:pt>
                <c:pt idx="16">
                  <c:v>0.90234375</c:v>
                </c:pt>
                <c:pt idx="17">
                  <c:v>0.895263671875</c:v>
                </c:pt>
                <c:pt idx="18">
                  <c:v>0.886352539063</c:v>
                </c:pt>
                <c:pt idx="19">
                  <c:v>0.880615234375</c:v>
                </c:pt>
                <c:pt idx="20">
                  <c:v>0.868896484375</c:v>
                </c:pt>
                <c:pt idx="21">
                  <c:v>0.862182617188</c:v>
                </c:pt>
                <c:pt idx="22">
                  <c:v>0.854248046875</c:v>
                </c:pt>
                <c:pt idx="23">
                  <c:v>0.8466796875</c:v>
                </c:pt>
                <c:pt idx="24">
                  <c:v>0.838134765625</c:v>
                </c:pt>
                <c:pt idx="25">
                  <c:v>0.829345703125</c:v>
                </c:pt>
                <c:pt idx="26">
                  <c:v>0.818237304688</c:v>
                </c:pt>
                <c:pt idx="27">
                  <c:v>0.811157226563</c:v>
                </c:pt>
                <c:pt idx="28">
                  <c:v>0.80078125</c:v>
                </c:pt>
                <c:pt idx="29">
                  <c:v>0.79248046875</c:v>
                </c:pt>
                <c:pt idx="30">
                  <c:v>0.784301757813</c:v>
                </c:pt>
                <c:pt idx="31">
                  <c:v>0.7763671875</c:v>
                </c:pt>
                <c:pt idx="32">
                  <c:v>0.764770507813</c:v>
                </c:pt>
                <c:pt idx="33">
                  <c:v>0.756469726563</c:v>
                </c:pt>
                <c:pt idx="34">
                  <c:v>0.744262695313</c:v>
                </c:pt>
                <c:pt idx="35">
                  <c:v>0.734497070313</c:v>
                </c:pt>
                <c:pt idx="36">
                  <c:v>0.724975585938</c:v>
                </c:pt>
                <c:pt idx="37">
                  <c:v>0.718017578125</c:v>
                </c:pt>
                <c:pt idx="38">
                  <c:v>0.707763671875</c:v>
                </c:pt>
                <c:pt idx="39">
                  <c:v>0.700439453125</c:v>
                </c:pt>
                <c:pt idx="40">
                  <c:v>0.690185546875</c:v>
                </c:pt>
                <c:pt idx="41">
                  <c:v>0.682861328125</c:v>
                </c:pt>
                <c:pt idx="42">
                  <c:v>0.673461914063</c:v>
                </c:pt>
                <c:pt idx="43">
                  <c:v>0.667114257813</c:v>
                </c:pt>
                <c:pt idx="44">
                  <c:v>0.656616210938</c:v>
                </c:pt>
                <c:pt idx="45">
                  <c:v>0.64794921875</c:v>
                </c:pt>
                <c:pt idx="46">
                  <c:v>0.638793945313</c:v>
                </c:pt>
                <c:pt idx="47">
                  <c:v>0.630859375</c:v>
                </c:pt>
                <c:pt idx="48">
                  <c:v>0.621948242188</c:v>
                </c:pt>
                <c:pt idx="49">
                  <c:v>0.61376953125</c:v>
                </c:pt>
                <c:pt idx="50">
                  <c:v>0.605102539063</c:v>
                </c:pt>
                <c:pt idx="51">
                  <c:v>0.597900390625</c:v>
                </c:pt>
                <c:pt idx="52">
                  <c:v>0.588623046875</c:v>
                </c:pt>
                <c:pt idx="53">
                  <c:v>0.581298828125</c:v>
                </c:pt>
                <c:pt idx="54">
                  <c:v>0.573364257813</c:v>
                </c:pt>
                <c:pt idx="55">
                  <c:v>0.566284179688</c:v>
                </c:pt>
                <c:pt idx="56">
                  <c:v>0.557739257813</c:v>
                </c:pt>
                <c:pt idx="57">
                  <c:v>0.552368164063</c:v>
                </c:pt>
                <c:pt idx="58">
                  <c:v>0.54345703125</c:v>
                </c:pt>
                <c:pt idx="59">
                  <c:v>0.536376953125</c:v>
                </c:pt>
                <c:pt idx="60">
                  <c:v>0.526733398438</c:v>
                </c:pt>
              </c:numCache>
            </c:numRef>
          </c:yVal>
        </c:ser>
        <c:ser>
          <c:idx val="1"/>
          <c:order val="1"/>
          <c:tx>
            <c:v>实验中心值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Data'!$D$2:$D$11</c:f>
              <c:numCache>
                <c:formatCode>0%</c:formatCode>
                <c:ptCount val="10"/>
                <c:pt idx="0">
                  <c:v>0.985779460935</c:v>
                </c:pt>
                <c:pt idx="1">
                  <c:v>0.986530496237</c:v>
                </c:pt>
                <c:pt idx="2">
                  <c:v>0.981729485522</c:v>
                </c:pt>
                <c:pt idx="3">
                  <c:v>0.957640203686</c:v>
                </c:pt>
                <c:pt idx="4">
                  <c:v>0.944655013886</c:v>
                </c:pt>
                <c:pt idx="5">
                  <c:v>0.913462482278</c:v>
                </c:pt>
                <c:pt idx="6">
                  <c:v>0.815462903902</c:v>
                </c:pt>
                <c:pt idx="7">
                  <c:v>0.726833719247</c:v>
                </c:pt>
                <c:pt idx="8">
                  <c:v>0.650186004316</c:v>
                </c:pt>
                <c:pt idx="9">
                  <c:v>0.573222433417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模拟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Data'!$B$2:$B$62</c:f>
              <c:numCache>
                <c:formatCode>0%</c:formatCode>
                <c:ptCount val="61"/>
                <c:pt idx="0">
                  <c:v>1</c:v>
                </c:pt>
                <c:pt idx="1">
                  <c:v>0.996337890625</c:v>
                </c:pt>
                <c:pt idx="2">
                  <c:v>0.987060546875</c:v>
                </c:pt>
                <c:pt idx="3">
                  <c:v>0.982543945313</c:v>
                </c:pt>
                <c:pt idx="4">
                  <c:v>0.978271484375</c:v>
                </c:pt>
                <c:pt idx="5">
                  <c:v>0.974365234375</c:v>
                </c:pt>
                <c:pt idx="6">
                  <c:v>0.970581054688</c:v>
                </c:pt>
                <c:pt idx="7">
                  <c:v>0.968139648438</c:v>
                </c:pt>
                <c:pt idx="8">
                  <c:v>0.964599609375</c:v>
                </c:pt>
                <c:pt idx="9">
                  <c:v>0.961303710938</c:v>
                </c:pt>
                <c:pt idx="10">
                  <c:v>0.955932617188</c:v>
                </c:pt>
                <c:pt idx="11">
                  <c:v>0.952514648438</c:v>
                </c:pt>
                <c:pt idx="12">
                  <c:v>0.94775390625</c:v>
                </c:pt>
                <c:pt idx="13">
                  <c:v>0.943359375</c:v>
                </c:pt>
                <c:pt idx="14">
                  <c:v>0.936767578125</c:v>
                </c:pt>
                <c:pt idx="15">
                  <c:v>0.931274414063</c:v>
                </c:pt>
                <c:pt idx="16">
                  <c:v>0.925170898438</c:v>
                </c:pt>
                <c:pt idx="17">
                  <c:v>0.919189453125</c:v>
                </c:pt>
                <c:pt idx="18">
                  <c:v>0.91357421875</c:v>
                </c:pt>
                <c:pt idx="19">
                  <c:v>0.907592773438</c:v>
                </c:pt>
                <c:pt idx="20">
                  <c:v>0.90283203125</c:v>
                </c:pt>
                <c:pt idx="21">
                  <c:v>0.897216796875</c:v>
                </c:pt>
                <c:pt idx="22">
                  <c:v>0.892578125</c:v>
                </c:pt>
                <c:pt idx="23">
                  <c:v>0.886474609375</c:v>
                </c:pt>
                <c:pt idx="24">
                  <c:v>0.880615234375</c:v>
                </c:pt>
                <c:pt idx="25">
                  <c:v>0.874755859375</c:v>
                </c:pt>
                <c:pt idx="26">
                  <c:v>0.8701171875</c:v>
                </c:pt>
                <c:pt idx="27">
                  <c:v>0.863647460938</c:v>
                </c:pt>
                <c:pt idx="28">
                  <c:v>0.85546875</c:v>
                </c:pt>
                <c:pt idx="29">
                  <c:v>0.849731445313</c:v>
                </c:pt>
                <c:pt idx="30">
                  <c:v>0.844116210938</c:v>
                </c:pt>
                <c:pt idx="31">
                  <c:v>0.83740234375</c:v>
                </c:pt>
                <c:pt idx="32">
                  <c:v>0.830932617188</c:v>
                </c:pt>
                <c:pt idx="33">
                  <c:v>0.826293945313</c:v>
                </c:pt>
                <c:pt idx="34">
                  <c:v>0.819213867188</c:v>
                </c:pt>
                <c:pt idx="35">
                  <c:v>0.814453125</c:v>
                </c:pt>
                <c:pt idx="36">
                  <c:v>0.806396484375</c:v>
                </c:pt>
                <c:pt idx="37">
                  <c:v>0.800170898438</c:v>
                </c:pt>
                <c:pt idx="38">
                  <c:v>0.792602539063</c:v>
                </c:pt>
                <c:pt idx="39">
                  <c:v>0.785034179688</c:v>
                </c:pt>
                <c:pt idx="40">
                  <c:v>0.776611328125</c:v>
                </c:pt>
                <c:pt idx="41">
                  <c:v>0.76806640625</c:v>
                </c:pt>
                <c:pt idx="42">
                  <c:v>0.760009765625</c:v>
                </c:pt>
                <c:pt idx="43">
                  <c:v>0.752807617188</c:v>
                </c:pt>
                <c:pt idx="44">
                  <c:v>0.745727539063</c:v>
                </c:pt>
                <c:pt idx="45">
                  <c:v>0.739013671875</c:v>
                </c:pt>
                <c:pt idx="46">
                  <c:v>0.732299804688</c:v>
                </c:pt>
                <c:pt idx="47">
                  <c:v>0.7255859375</c:v>
                </c:pt>
                <c:pt idx="48">
                  <c:v>0.71923828125</c:v>
                </c:pt>
                <c:pt idx="49">
                  <c:v>0.712890625</c:v>
                </c:pt>
                <c:pt idx="50">
                  <c:v>0.704711914063</c:v>
                </c:pt>
                <c:pt idx="51">
                  <c:v>0.69873046875</c:v>
                </c:pt>
                <c:pt idx="52">
                  <c:v>0.691284179688</c:v>
                </c:pt>
                <c:pt idx="53">
                  <c:v>0.684448242188</c:v>
                </c:pt>
                <c:pt idx="54">
                  <c:v>0.677734375</c:v>
                </c:pt>
                <c:pt idx="55">
                  <c:v>0.670654296875</c:v>
                </c:pt>
                <c:pt idx="56">
                  <c:v>0.664184570313</c:v>
                </c:pt>
                <c:pt idx="57">
                  <c:v>0.657836914063</c:v>
                </c:pt>
                <c:pt idx="58">
                  <c:v>0.651245117188</c:v>
                </c:pt>
                <c:pt idx="59">
                  <c:v>0.643798828125</c:v>
                </c:pt>
                <c:pt idx="60">
                  <c:v>0.634765625</c:v>
                </c:pt>
              </c:numCache>
            </c:numRef>
          </c:yVal>
        </c:ser>
        <c:ser>
          <c:idx val="1"/>
          <c:order val="1"/>
          <c:tx>
            <c:v>实验中心值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Data'!$D$2:$D$11</c:f>
              <c:numCache>
                <c:formatCode>0%</c:formatCode>
                <c:ptCount val="10"/>
                <c:pt idx="0">
                  <c:v>0.989997892865</c:v>
                </c:pt>
                <c:pt idx="1">
                  <c:v>0.989632903746</c:v>
                </c:pt>
                <c:pt idx="2">
                  <c:v>0.982038322468</c:v>
                </c:pt>
                <c:pt idx="3">
                  <c:v>0.971734398886</c:v>
                </c:pt>
                <c:pt idx="4">
                  <c:v>0.958805361257</c:v>
                </c:pt>
                <c:pt idx="5">
                  <c:v>0.940373410762</c:v>
                </c:pt>
                <c:pt idx="6">
                  <c:v>0.898736575142</c:v>
                </c:pt>
                <c:pt idx="7">
                  <c:v>0.815350599558</c:v>
                </c:pt>
                <c:pt idx="8">
                  <c:v>0.741201656286</c:v>
                </c:pt>
                <c:pt idx="9">
                  <c:v>0.663381764762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原基线</c:v>
          </c:tx>
          <c:spPr>
            <a:solidFill xmlns:a="http://schemas.openxmlformats.org/drawingml/2006/main">
              <a:srgbClr val="8395A1"/>
            </a:solidFill>
          </c:spPr>
          <c:cat>
            <c:strRef>
              <c:f>'Chart Data'!$A$2:$A$5</c:f>
              <c:strCache>
                <c:ptCount val="4"/>
                <c:pt idx="0">
                  <c:v>手工 200 μs</c:v>
                </c:pt>
                <c:pt idx="1">
                  <c:v>手工 400 μs</c:v>
                </c:pt>
                <c:pt idx="2">
                  <c:v>手工 600 μs</c:v>
                </c:pt>
                <c:pt idx="3">
                  <c:v>优化 400 μs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19.1109654669</c:v>
                </c:pt>
                <c:pt idx="1">
                  <c:v>6.4317589291</c:v>
                </c:pt>
                <c:pt idx="2">
                  <c:v>15.5436731825</c:v>
                </c:pt>
                <c:pt idx="3">
                  <c:v>13.0571312321</c:v>
                </c:pt>
              </c:numCache>
            </c:numRef>
          </c:val>
        </c:ser>
        <c:ser>
          <c:idx val="1"/>
          <c:order val="1"/>
          <c:tx>
            <c:v>共同模型</c:v>
          </c:tx>
          <c:spPr>
            <a:solidFill xmlns:a="http://schemas.openxmlformats.org/drawingml/2006/main">
              <a:srgbClr val="186DA0"/>
            </a:solidFill>
          </c:spPr>
          <c:cat>
            <c:strRef>
              <c:f>'Chart Data'!$C$2:$C$5</c:f>
              <c:strCache>
                <c:ptCount val="4"/>
                <c:pt idx="0">
                  <c:v>手工 200 μs</c:v>
                </c:pt>
                <c:pt idx="1">
                  <c:v>手工 400 μs</c:v>
                </c:pt>
                <c:pt idx="2">
                  <c:v>手工 600 μs</c:v>
                </c:pt>
                <c:pt idx="3">
                  <c:v>优化 400 μs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2.76440391678</c:v>
                </c:pt>
                <c:pt idx="1">
                  <c:v>6.54181964692</c:v>
                </c:pt>
                <c:pt idx="2">
                  <c:v>3.43712729728</c:v>
                </c:pt>
                <c:pt idx="3">
                  <c:v>3.19249352972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22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曲线误差 RMSE（百分点）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实验中心值</c:v>
          </c:tx>
          <c:spPr>
            <a:solidFill xmlns:a="http://schemas.openxmlformats.org/drawingml/2006/main">
              <a:srgbClr val="D36E2B"/>
            </a:solidFill>
          </c:spPr>
          <c:cat>
            <c:strRef>
              <c:f>'Chart Data'!$A$2:$A$3</c:f>
              <c:strCache>
                <c:ptCount val="2"/>
                <c:pt idx="0">
                  <c:v>手工 400 μs</c:v>
                </c:pt>
                <c:pt idx="1">
                  <c:v>手工 600 μs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0.414360919495</c:v>
                </c:pt>
                <c:pt idx="1">
                  <c:v>0.573222433417</c:v>
                </c:pt>
              </c:numCache>
            </c:numRef>
          </c:val>
        </c:ser>
        <c:ser>
          <c:idx val="1"/>
          <c:order val="1"/>
          <c:tx>
            <c:v>模拟</c:v>
          </c:tx>
          <c:spPr>
            <a:solidFill xmlns:a="http://schemas.openxmlformats.org/drawingml/2006/main">
              <a:srgbClr val="186DA0"/>
            </a:solidFill>
          </c:spPr>
          <c:cat>
            <c:strRef>
              <c:f>'Chart Data'!$C$2:$C$3</c:f>
              <c:strCache>
                <c:ptCount val="2"/>
                <c:pt idx="0">
                  <c:v>手工 400 μs</c:v>
                </c:pt>
                <c:pt idx="1">
                  <c:v>手工 600 μs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0.52001953125</c:v>
                </c:pt>
                <c:pt idx="1">
                  <c:v>0.526733398438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手工 400 μs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186DA0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5.75</c:v>
                </c:pt>
                <c:pt idx="1">
                  <c:v>6.5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6.86</c:v>
                </c:pt>
                <c:pt idx="1">
                  <c:v>5.39</c:v>
                </c:pt>
              </c:numCache>
            </c:numRef>
          </c:yVal>
        </c:ser>
        <c:ser>
          <c:idx val="1"/>
          <c:order val="1"/>
          <c:tx>
            <c:v>手工 600 μs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5.75</c:v>
                </c:pt>
                <c:pt idx="1">
                  <c:v>6.5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2.71</c:v>
                </c:pt>
                <c:pt idx="1">
                  <c:v>5.83</c:v>
                </c:pt>
              </c:numCache>
            </c:numRef>
          </c:yVal>
        </c:ser>
        <c:ser>
          <c:idx val="2"/>
          <c:order val="2"/>
          <c:tx>
            <c:v>优化 400 μs</c:v>
          </c:tx>
          <c:spPr>
            <a:solidFill xmlns:a="http://schemas.openxmlformats.org/drawingml/2006/main">
              <a:srgbClr val="21877A"/>
            </a:solidFill>
            <a:ln xmlns:a="http://schemas.openxmlformats.org/drawingml/2006/main" w="28575">
              <a:solidFill>
                <a:srgbClr val="21877A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21877A"/>
              </a:solidFill>
            </c:spPr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5.75</c:v>
                </c:pt>
                <c:pt idx="1">
                  <c:v>6.5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3.37</c:v>
                </c:pt>
                <c:pt idx="1">
                  <c:v>4.37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曲线误差（百分点）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6.5"/>
          <c:min val="5.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AOD 强度噪声谱（10⁻⁹ /Hz）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0.7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E0E7EC"/>
            </a:solidFill>
            <a:ln xmlns:a="http://schemas.openxmlformats.org/drawingml/2006/main" w="9525">
              <a:solidFill>
                <a:srgbClr val="E0E7EC"/>
              </a:solidFill>
            </a:ln>
          </c:spPr>
          <c:marker>
            <c:symbol val="none"/>
            <c:size val="7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1</c:v>
                </c:pt>
                <c:pt idx="1">
                  <c:v>0.996917333733</c:v>
                </c:pt>
                <c:pt idx="2">
                  <c:v>0.987688340595</c:v>
                </c:pt>
                <c:pt idx="3">
                  <c:v>0.972369920398</c:v>
                </c:pt>
                <c:pt idx="4">
                  <c:v>0.951056516295</c:v>
                </c:pt>
                <c:pt idx="5">
                  <c:v>0.923879532511</c:v>
                </c:pt>
                <c:pt idx="6">
                  <c:v>0.891006524188</c:v>
                </c:pt>
                <c:pt idx="7">
                  <c:v>0.852640164354</c:v>
                </c:pt>
                <c:pt idx="8">
                  <c:v>0.809016994375</c:v>
                </c:pt>
                <c:pt idx="9">
                  <c:v>0.7604059656</c:v>
                </c:pt>
                <c:pt idx="10">
                  <c:v>0.707106781187</c:v>
                </c:pt>
                <c:pt idx="11">
                  <c:v>0.64944804833</c:v>
                </c:pt>
                <c:pt idx="12">
                  <c:v>0.587785252292</c:v>
                </c:pt>
                <c:pt idx="13">
                  <c:v>0.522498564716</c:v>
                </c:pt>
                <c:pt idx="14">
                  <c:v>0.45399049974</c:v>
                </c:pt>
                <c:pt idx="15">
                  <c:v>0.382683432365</c:v>
                </c:pt>
                <c:pt idx="16">
                  <c:v>0.309016994375</c:v>
                </c:pt>
                <c:pt idx="17">
                  <c:v>0.233445363856</c:v>
                </c:pt>
                <c:pt idx="18">
                  <c:v>0.15643446504</c:v>
                </c:pt>
                <c:pt idx="19">
                  <c:v>0.0784590957278</c:v>
                </c:pt>
                <c:pt idx="20">
                  <c:v>6.12323399574E-17</c:v>
                </c:pt>
                <c:pt idx="21">
                  <c:v>-0.0784590957278</c:v>
                </c:pt>
                <c:pt idx="22">
                  <c:v>-0.15643446504</c:v>
                </c:pt>
                <c:pt idx="23">
                  <c:v>-0.233445363856</c:v>
                </c:pt>
                <c:pt idx="24">
                  <c:v>-0.309016994375</c:v>
                </c:pt>
                <c:pt idx="25">
                  <c:v>-0.382683432365</c:v>
                </c:pt>
                <c:pt idx="26">
                  <c:v>-0.45399049974</c:v>
                </c:pt>
                <c:pt idx="27">
                  <c:v>-0.522498564716</c:v>
                </c:pt>
                <c:pt idx="28">
                  <c:v>-0.587785252292</c:v>
                </c:pt>
                <c:pt idx="29">
                  <c:v>-0.64944804833</c:v>
                </c:pt>
                <c:pt idx="30">
                  <c:v>-0.707106781187</c:v>
                </c:pt>
                <c:pt idx="31">
                  <c:v>-0.7604059656</c:v>
                </c:pt>
                <c:pt idx="32">
                  <c:v>-0.809016994375</c:v>
                </c:pt>
                <c:pt idx="33">
                  <c:v>-0.852640164354</c:v>
                </c:pt>
                <c:pt idx="34">
                  <c:v>-0.891006524188</c:v>
                </c:pt>
                <c:pt idx="35">
                  <c:v>-0.923879532511</c:v>
                </c:pt>
                <c:pt idx="36">
                  <c:v>-0.951056516295</c:v>
                </c:pt>
                <c:pt idx="37">
                  <c:v>-0.972369920398</c:v>
                </c:pt>
                <c:pt idx="38">
                  <c:v>-0.987688340595</c:v>
                </c:pt>
                <c:pt idx="39">
                  <c:v>-0.996917333733</c:v>
                </c:pt>
                <c:pt idx="40">
                  <c:v>-1</c:v>
                </c:pt>
                <c:pt idx="41">
                  <c:v>-0.996917333733</c:v>
                </c:pt>
                <c:pt idx="42">
                  <c:v>-0.987688340595</c:v>
                </c:pt>
                <c:pt idx="43">
                  <c:v>-0.972369920398</c:v>
                </c:pt>
                <c:pt idx="44">
                  <c:v>-0.951056516295</c:v>
                </c:pt>
                <c:pt idx="45">
                  <c:v>-0.923879532511</c:v>
                </c:pt>
                <c:pt idx="46">
                  <c:v>-0.891006524188</c:v>
                </c:pt>
                <c:pt idx="47">
                  <c:v>-0.852640164354</c:v>
                </c:pt>
                <c:pt idx="48">
                  <c:v>-0.809016994375</c:v>
                </c:pt>
                <c:pt idx="49">
                  <c:v>-0.7604059656</c:v>
                </c:pt>
                <c:pt idx="50">
                  <c:v>-0.707106781187</c:v>
                </c:pt>
                <c:pt idx="51">
                  <c:v>-0.64944804833</c:v>
                </c:pt>
                <c:pt idx="52">
                  <c:v>-0.587785252292</c:v>
                </c:pt>
                <c:pt idx="53">
                  <c:v>-0.522498564716</c:v>
                </c:pt>
                <c:pt idx="54">
                  <c:v>-0.45399049974</c:v>
                </c:pt>
                <c:pt idx="55">
                  <c:v>-0.382683432365</c:v>
                </c:pt>
                <c:pt idx="56">
                  <c:v>-0.309016994375</c:v>
                </c:pt>
                <c:pt idx="57">
                  <c:v>-0.233445363856</c:v>
                </c:pt>
                <c:pt idx="58">
                  <c:v>-0.15643446504</c:v>
                </c:pt>
                <c:pt idx="59">
                  <c:v>-0.0784590957278</c:v>
                </c:pt>
                <c:pt idx="60">
                  <c:v>-1.83697019872E-16</c:v>
                </c:pt>
                <c:pt idx="61">
                  <c:v>0.0784590957278</c:v>
                </c:pt>
                <c:pt idx="62">
                  <c:v>0.15643446504</c:v>
                </c:pt>
                <c:pt idx="63">
                  <c:v>0.233445363856</c:v>
                </c:pt>
                <c:pt idx="64">
                  <c:v>0.309016994375</c:v>
                </c:pt>
                <c:pt idx="65">
                  <c:v>0.382683432365</c:v>
                </c:pt>
                <c:pt idx="66">
                  <c:v>0.45399049974</c:v>
                </c:pt>
                <c:pt idx="67">
                  <c:v>0.522498564716</c:v>
                </c:pt>
                <c:pt idx="68">
                  <c:v>0.587785252292</c:v>
                </c:pt>
                <c:pt idx="69">
                  <c:v>0.64944804833</c:v>
                </c:pt>
                <c:pt idx="70">
                  <c:v>0.707106781187</c:v>
                </c:pt>
                <c:pt idx="71">
                  <c:v>0.7604059656</c:v>
                </c:pt>
                <c:pt idx="72">
                  <c:v>0.809016994375</c:v>
                </c:pt>
                <c:pt idx="73">
                  <c:v>0.852640164354</c:v>
                </c:pt>
                <c:pt idx="74">
                  <c:v>0.891006524188</c:v>
                </c:pt>
                <c:pt idx="75">
                  <c:v>0.923879532511</c:v>
                </c:pt>
                <c:pt idx="76">
                  <c:v>0.951056516295</c:v>
                </c:pt>
                <c:pt idx="77">
                  <c:v>0.972369920398</c:v>
                </c:pt>
                <c:pt idx="78">
                  <c:v>0.987688340595</c:v>
                </c:pt>
                <c:pt idx="79">
                  <c:v>0.996917333733</c:v>
                </c:pt>
                <c:pt idx="80">
                  <c:v>1</c:v>
                </c:pt>
              </c:numCache>
            </c:numRef>
          </c:xVal>
          <c:yVal>
            <c:numRef>
              <c:f>'Chart Data'!$B$2:$B$82</c:f>
              <c:numCache>
                <c:formatCode>0</c:formatCode>
                <c:ptCount val="81"/>
                <c:pt idx="0">
                  <c:v>0</c:v>
                </c:pt>
                <c:pt idx="1">
                  <c:v>0.0784590957278</c:v>
                </c:pt>
                <c:pt idx="2">
                  <c:v>0.15643446504</c:v>
                </c:pt>
                <c:pt idx="3">
                  <c:v>0.233445363856</c:v>
                </c:pt>
                <c:pt idx="4">
                  <c:v>0.309016994375</c:v>
                </c:pt>
                <c:pt idx="5">
                  <c:v>0.382683432365</c:v>
                </c:pt>
                <c:pt idx="6">
                  <c:v>0.45399049974</c:v>
                </c:pt>
                <c:pt idx="7">
                  <c:v>0.522498564716</c:v>
                </c:pt>
                <c:pt idx="8">
                  <c:v>0.587785252292</c:v>
                </c:pt>
                <c:pt idx="9">
                  <c:v>0.64944804833</c:v>
                </c:pt>
                <c:pt idx="10">
                  <c:v>0.707106781187</c:v>
                </c:pt>
                <c:pt idx="11">
                  <c:v>0.7604059656</c:v>
                </c:pt>
                <c:pt idx="12">
                  <c:v>0.809016994375</c:v>
                </c:pt>
                <c:pt idx="13">
                  <c:v>0.852640164354</c:v>
                </c:pt>
                <c:pt idx="14">
                  <c:v>0.891006524188</c:v>
                </c:pt>
                <c:pt idx="15">
                  <c:v>0.923879532511</c:v>
                </c:pt>
                <c:pt idx="16">
                  <c:v>0.951056516295</c:v>
                </c:pt>
                <c:pt idx="17">
                  <c:v>0.972369920398</c:v>
                </c:pt>
                <c:pt idx="18">
                  <c:v>0.987688340595</c:v>
                </c:pt>
                <c:pt idx="19">
                  <c:v>0.996917333733</c:v>
                </c:pt>
                <c:pt idx="20">
                  <c:v>1</c:v>
                </c:pt>
                <c:pt idx="21">
                  <c:v>0.996917333733</c:v>
                </c:pt>
                <c:pt idx="22">
                  <c:v>0.987688340595</c:v>
                </c:pt>
                <c:pt idx="23">
                  <c:v>0.972369920398</c:v>
                </c:pt>
                <c:pt idx="24">
                  <c:v>0.951056516295</c:v>
                </c:pt>
                <c:pt idx="25">
                  <c:v>0.923879532511</c:v>
                </c:pt>
                <c:pt idx="26">
                  <c:v>0.891006524188</c:v>
                </c:pt>
                <c:pt idx="27">
                  <c:v>0.852640164354</c:v>
                </c:pt>
                <c:pt idx="28">
                  <c:v>0.809016994375</c:v>
                </c:pt>
                <c:pt idx="29">
                  <c:v>0.7604059656</c:v>
                </c:pt>
                <c:pt idx="30">
                  <c:v>0.707106781187</c:v>
                </c:pt>
                <c:pt idx="31">
                  <c:v>0.64944804833</c:v>
                </c:pt>
                <c:pt idx="32">
                  <c:v>0.587785252292</c:v>
                </c:pt>
                <c:pt idx="33">
                  <c:v>0.522498564716</c:v>
                </c:pt>
                <c:pt idx="34">
                  <c:v>0.45399049974</c:v>
                </c:pt>
                <c:pt idx="35">
                  <c:v>0.382683432365</c:v>
                </c:pt>
                <c:pt idx="36">
                  <c:v>0.309016994375</c:v>
                </c:pt>
                <c:pt idx="37">
                  <c:v>0.233445363856</c:v>
                </c:pt>
                <c:pt idx="38">
                  <c:v>0.15643446504</c:v>
                </c:pt>
                <c:pt idx="39">
                  <c:v>0.0784590957278</c:v>
                </c:pt>
                <c:pt idx="40">
                  <c:v>1.22464679915E-16</c:v>
                </c:pt>
                <c:pt idx="41">
                  <c:v>-0.0784590957278</c:v>
                </c:pt>
                <c:pt idx="42">
                  <c:v>-0.15643446504</c:v>
                </c:pt>
                <c:pt idx="43">
                  <c:v>-0.233445363856</c:v>
                </c:pt>
                <c:pt idx="44">
                  <c:v>-0.309016994375</c:v>
                </c:pt>
                <c:pt idx="45">
                  <c:v>-0.382683432365</c:v>
                </c:pt>
                <c:pt idx="46">
                  <c:v>-0.45399049974</c:v>
                </c:pt>
                <c:pt idx="47">
                  <c:v>-0.522498564716</c:v>
                </c:pt>
                <c:pt idx="48">
                  <c:v>-0.587785252292</c:v>
                </c:pt>
                <c:pt idx="49">
                  <c:v>-0.64944804833</c:v>
                </c:pt>
                <c:pt idx="50">
                  <c:v>-0.707106781187</c:v>
                </c:pt>
                <c:pt idx="51">
                  <c:v>-0.7604059656</c:v>
                </c:pt>
                <c:pt idx="52">
                  <c:v>-0.809016994375</c:v>
                </c:pt>
                <c:pt idx="53">
                  <c:v>-0.852640164354</c:v>
                </c:pt>
                <c:pt idx="54">
                  <c:v>-0.891006524188</c:v>
                </c:pt>
                <c:pt idx="55">
                  <c:v>-0.923879532511</c:v>
                </c:pt>
                <c:pt idx="56">
                  <c:v>-0.951056516295</c:v>
                </c:pt>
                <c:pt idx="57">
                  <c:v>-0.972369920398</c:v>
                </c:pt>
                <c:pt idx="58">
                  <c:v>-0.987688340595</c:v>
                </c:pt>
                <c:pt idx="59">
                  <c:v>-0.996917333733</c:v>
                </c:pt>
                <c:pt idx="60">
                  <c:v>-1</c:v>
                </c:pt>
                <c:pt idx="61">
                  <c:v>-0.996917333733</c:v>
                </c:pt>
                <c:pt idx="62">
                  <c:v>-0.987688340595</c:v>
                </c:pt>
                <c:pt idx="63">
                  <c:v>-0.972369920398</c:v>
                </c:pt>
                <c:pt idx="64">
                  <c:v>-0.951056516295</c:v>
                </c:pt>
                <c:pt idx="65">
                  <c:v>-0.923879532511</c:v>
                </c:pt>
                <c:pt idx="66">
                  <c:v>-0.891006524188</c:v>
                </c:pt>
                <c:pt idx="67">
                  <c:v>-0.852640164354</c:v>
                </c:pt>
                <c:pt idx="68">
                  <c:v>-0.809016994375</c:v>
                </c:pt>
                <c:pt idx="69">
                  <c:v>-0.7604059656</c:v>
                </c:pt>
                <c:pt idx="70">
                  <c:v>-0.707106781187</c:v>
                </c:pt>
                <c:pt idx="71">
                  <c:v>-0.64944804833</c:v>
                </c:pt>
                <c:pt idx="72">
                  <c:v>-0.587785252292</c:v>
                </c:pt>
                <c:pt idx="73">
                  <c:v>-0.522498564716</c:v>
                </c:pt>
                <c:pt idx="74">
                  <c:v>-0.45399049974</c:v>
                </c:pt>
                <c:pt idx="75">
                  <c:v>-0.382683432365</c:v>
                </c:pt>
                <c:pt idx="76">
                  <c:v>-0.309016994375</c:v>
                </c:pt>
                <c:pt idx="77">
                  <c:v>-0.233445363856</c:v>
                </c:pt>
                <c:pt idx="78">
                  <c:v>-0.15643446504</c:v>
                </c:pt>
                <c:pt idx="79">
                  <c:v>-0.0784590957278</c:v>
                </c:pt>
                <c:pt idx="80">
                  <c:v>-2.44929359829E-16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3"/>
          <c:order val="3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4"/>
          <c:order val="4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5"/>
          <c:order val="5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6"/>
          <c:order val="6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7"/>
          <c:order val="7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8"/>
          <c:order val="8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9"/>
          <c:order val="9"/>
          <c:spPr>
            <a:solidFill xmlns:a="http://schemas.openxmlformats.org/drawingml/2006/main">
              <a:srgbClr val="D36E2B"/>
            </a:solidFill>
            <a:ln xmlns:a="http://schemas.openxmlformats.org/drawingml/2006/main" w="4762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"/>
          <c:min val="-1.1"/>
        </c:scaling>
        <c:delete val="0"/>
        <c:axPos val="l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1.1"/>
          <c:min val="-1.1"/>
        </c:scaling>
        <c:delete val="0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E0E7EC"/>
            </a:solidFill>
            <a:ln xmlns:a="http://schemas.openxmlformats.org/drawingml/2006/main" w="9525">
              <a:solidFill>
                <a:srgbClr val="E0E7EC"/>
              </a:solidFill>
            </a:ln>
          </c:spPr>
          <c:marker>
            <c:symbol val="none"/>
            <c:size val="7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1</c:v>
                </c:pt>
                <c:pt idx="1">
                  <c:v>0.996917333733</c:v>
                </c:pt>
                <c:pt idx="2">
                  <c:v>0.987688340595</c:v>
                </c:pt>
                <c:pt idx="3">
                  <c:v>0.972369920398</c:v>
                </c:pt>
                <c:pt idx="4">
                  <c:v>0.951056516295</c:v>
                </c:pt>
                <c:pt idx="5">
                  <c:v>0.923879532511</c:v>
                </c:pt>
                <c:pt idx="6">
                  <c:v>0.891006524188</c:v>
                </c:pt>
                <c:pt idx="7">
                  <c:v>0.852640164354</c:v>
                </c:pt>
                <c:pt idx="8">
                  <c:v>0.809016994375</c:v>
                </c:pt>
                <c:pt idx="9">
                  <c:v>0.7604059656</c:v>
                </c:pt>
                <c:pt idx="10">
                  <c:v>0.707106781187</c:v>
                </c:pt>
                <c:pt idx="11">
                  <c:v>0.64944804833</c:v>
                </c:pt>
                <c:pt idx="12">
                  <c:v>0.587785252292</c:v>
                </c:pt>
                <c:pt idx="13">
                  <c:v>0.522498564716</c:v>
                </c:pt>
                <c:pt idx="14">
                  <c:v>0.45399049974</c:v>
                </c:pt>
                <c:pt idx="15">
                  <c:v>0.382683432365</c:v>
                </c:pt>
                <c:pt idx="16">
                  <c:v>0.309016994375</c:v>
                </c:pt>
                <c:pt idx="17">
                  <c:v>0.233445363856</c:v>
                </c:pt>
                <c:pt idx="18">
                  <c:v>0.15643446504</c:v>
                </c:pt>
                <c:pt idx="19">
                  <c:v>0.0784590957278</c:v>
                </c:pt>
                <c:pt idx="20">
                  <c:v>6.12323399574E-17</c:v>
                </c:pt>
                <c:pt idx="21">
                  <c:v>-0.0784590957278</c:v>
                </c:pt>
                <c:pt idx="22">
                  <c:v>-0.15643446504</c:v>
                </c:pt>
                <c:pt idx="23">
                  <c:v>-0.233445363856</c:v>
                </c:pt>
                <c:pt idx="24">
                  <c:v>-0.309016994375</c:v>
                </c:pt>
                <c:pt idx="25">
                  <c:v>-0.382683432365</c:v>
                </c:pt>
                <c:pt idx="26">
                  <c:v>-0.45399049974</c:v>
                </c:pt>
                <c:pt idx="27">
                  <c:v>-0.522498564716</c:v>
                </c:pt>
                <c:pt idx="28">
                  <c:v>-0.587785252292</c:v>
                </c:pt>
                <c:pt idx="29">
                  <c:v>-0.64944804833</c:v>
                </c:pt>
                <c:pt idx="30">
                  <c:v>-0.707106781187</c:v>
                </c:pt>
                <c:pt idx="31">
                  <c:v>-0.7604059656</c:v>
                </c:pt>
                <c:pt idx="32">
                  <c:v>-0.809016994375</c:v>
                </c:pt>
                <c:pt idx="33">
                  <c:v>-0.852640164354</c:v>
                </c:pt>
                <c:pt idx="34">
                  <c:v>-0.891006524188</c:v>
                </c:pt>
                <c:pt idx="35">
                  <c:v>-0.923879532511</c:v>
                </c:pt>
                <c:pt idx="36">
                  <c:v>-0.951056516295</c:v>
                </c:pt>
                <c:pt idx="37">
                  <c:v>-0.972369920398</c:v>
                </c:pt>
                <c:pt idx="38">
                  <c:v>-0.987688340595</c:v>
                </c:pt>
                <c:pt idx="39">
                  <c:v>-0.996917333733</c:v>
                </c:pt>
                <c:pt idx="40">
                  <c:v>-1</c:v>
                </c:pt>
                <c:pt idx="41">
                  <c:v>-0.996917333733</c:v>
                </c:pt>
                <c:pt idx="42">
                  <c:v>-0.987688340595</c:v>
                </c:pt>
                <c:pt idx="43">
                  <c:v>-0.972369920398</c:v>
                </c:pt>
                <c:pt idx="44">
                  <c:v>-0.951056516295</c:v>
                </c:pt>
                <c:pt idx="45">
                  <c:v>-0.923879532511</c:v>
                </c:pt>
                <c:pt idx="46">
                  <c:v>-0.891006524188</c:v>
                </c:pt>
                <c:pt idx="47">
                  <c:v>-0.852640164354</c:v>
                </c:pt>
                <c:pt idx="48">
                  <c:v>-0.809016994375</c:v>
                </c:pt>
                <c:pt idx="49">
                  <c:v>-0.7604059656</c:v>
                </c:pt>
                <c:pt idx="50">
                  <c:v>-0.707106781187</c:v>
                </c:pt>
                <c:pt idx="51">
                  <c:v>-0.64944804833</c:v>
                </c:pt>
                <c:pt idx="52">
                  <c:v>-0.587785252292</c:v>
                </c:pt>
                <c:pt idx="53">
                  <c:v>-0.522498564716</c:v>
                </c:pt>
                <c:pt idx="54">
                  <c:v>-0.45399049974</c:v>
                </c:pt>
                <c:pt idx="55">
                  <c:v>-0.382683432365</c:v>
                </c:pt>
                <c:pt idx="56">
                  <c:v>-0.309016994375</c:v>
                </c:pt>
                <c:pt idx="57">
                  <c:v>-0.233445363856</c:v>
                </c:pt>
                <c:pt idx="58">
                  <c:v>-0.15643446504</c:v>
                </c:pt>
                <c:pt idx="59">
                  <c:v>-0.0784590957278</c:v>
                </c:pt>
                <c:pt idx="60">
                  <c:v>-1.83697019872E-16</c:v>
                </c:pt>
                <c:pt idx="61">
                  <c:v>0.0784590957278</c:v>
                </c:pt>
                <c:pt idx="62">
                  <c:v>0.15643446504</c:v>
                </c:pt>
                <c:pt idx="63">
                  <c:v>0.233445363856</c:v>
                </c:pt>
                <c:pt idx="64">
                  <c:v>0.309016994375</c:v>
                </c:pt>
                <c:pt idx="65">
                  <c:v>0.382683432365</c:v>
                </c:pt>
                <c:pt idx="66">
                  <c:v>0.45399049974</c:v>
                </c:pt>
                <c:pt idx="67">
                  <c:v>0.522498564716</c:v>
                </c:pt>
                <c:pt idx="68">
                  <c:v>0.587785252292</c:v>
                </c:pt>
                <c:pt idx="69">
                  <c:v>0.64944804833</c:v>
                </c:pt>
                <c:pt idx="70">
                  <c:v>0.707106781187</c:v>
                </c:pt>
                <c:pt idx="71">
                  <c:v>0.7604059656</c:v>
                </c:pt>
                <c:pt idx="72">
                  <c:v>0.809016994375</c:v>
                </c:pt>
                <c:pt idx="73">
                  <c:v>0.852640164354</c:v>
                </c:pt>
                <c:pt idx="74">
                  <c:v>0.891006524188</c:v>
                </c:pt>
                <c:pt idx="75">
                  <c:v>0.923879532511</c:v>
                </c:pt>
                <c:pt idx="76">
                  <c:v>0.951056516295</c:v>
                </c:pt>
                <c:pt idx="77">
                  <c:v>0.972369920398</c:v>
                </c:pt>
                <c:pt idx="78">
                  <c:v>0.987688340595</c:v>
                </c:pt>
                <c:pt idx="79">
                  <c:v>0.996917333733</c:v>
                </c:pt>
                <c:pt idx="80">
                  <c:v>1</c:v>
                </c:pt>
              </c:numCache>
            </c:numRef>
          </c:xVal>
          <c:yVal>
            <c:numRef>
              <c:f>'Chart Data'!$B$2:$B$82</c:f>
              <c:numCache>
                <c:formatCode>0</c:formatCode>
                <c:ptCount val="81"/>
                <c:pt idx="0">
                  <c:v>0</c:v>
                </c:pt>
                <c:pt idx="1">
                  <c:v>0.0784590957278</c:v>
                </c:pt>
                <c:pt idx="2">
                  <c:v>0.15643446504</c:v>
                </c:pt>
                <c:pt idx="3">
                  <c:v>0.233445363856</c:v>
                </c:pt>
                <c:pt idx="4">
                  <c:v>0.309016994375</c:v>
                </c:pt>
                <c:pt idx="5">
                  <c:v>0.382683432365</c:v>
                </c:pt>
                <c:pt idx="6">
                  <c:v>0.45399049974</c:v>
                </c:pt>
                <c:pt idx="7">
                  <c:v>0.522498564716</c:v>
                </c:pt>
                <c:pt idx="8">
                  <c:v>0.587785252292</c:v>
                </c:pt>
                <c:pt idx="9">
                  <c:v>0.64944804833</c:v>
                </c:pt>
                <c:pt idx="10">
                  <c:v>0.707106781187</c:v>
                </c:pt>
                <c:pt idx="11">
                  <c:v>0.7604059656</c:v>
                </c:pt>
                <c:pt idx="12">
                  <c:v>0.809016994375</c:v>
                </c:pt>
                <c:pt idx="13">
                  <c:v>0.852640164354</c:v>
                </c:pt>
                <c:pt idx="14">
                  <c:v>0.891006524188</c:v>
                </c:pt>
                <c:pt idx="15">
                  <c:v>0.923879532511</c:v>
                </c:pt>
                <c:pt idx="16">
                  <c:v>0.951056516295</c:v>
                </c:pt>
                <c:pt idx="17">
                  <c:v>0.972369920398</c:v>
                </c:pt>
                <c:pt idx="18">
                  <c:v>0.987688340595</c:v>
                </c:pt>
                <c:pt idx="19">
                  <c:v>0.996917333733</c:v>
                </c:pt>
                <c:pt idx="20">
                  <c:v>1</c:v>
                </c:pt>
                <c:pt idx="21">
                  <c:v>0.996917333733</c:v>
                </c:pt>
                <c:pt idx="22">
                  <c:v>0.987688340595</c:v>
                </c:pt>
                <c:pt idx="23">
                  <c:v>0.972369920398</c:v>
                </c:pt>
                <c:pt idx="24">
                  <c:v>0.951056516295</c:v>
                </c:pt>
                <c:pt idx="25">
                  <c:v>0.923879532511</c:v>
                </c:pt>
                <c:pt idx="26">
                  <c:v>0.891006524188</c:v>
                </c:pt>
                <c:pt idx="27">
                  <c:v>0.852640164354</c:v>
                </c:pt>
                <c:pt idx="28">
                  <c:v>0.809016994375</c:v>
                </c:pt>
                <c:pt idx="29">
                  <c:v>0.7604059656</c:v>
                </c:pt>
                <c:pt idx="30">
                  <c:v>0.707106781187</c:v>
                </c:pt>
                <c:pt idx="31">
                  <c:v>0.64944804833</c:v>
                </c:pt>
                <c:pt idx="32">
                  <c:v>0.587785252292</c:v>
                </c:pt>
                <c:pt idx="33">
                  <c:v>0.522498564716</c:v>
                </c:pt>
                <c:pt idx="34">
                  <c:v>0.45399049974</c:v>
                </c:pt>
                <c:pt idx="35">
                  <c:v>0.382683432365</c:v>
                </c:pt>
                <c:pt idx="36">
                  <c:v>0.309016994375</c:v>
                </c:pt>
                <c:pt idx="37">
                  <c:v>0.233445363856</c:v>
                </c:pt>
                <c:pt idx="38">
                  <c:v>0.15643446504</c:v>
                </c:pt>
                <c:pt idx="39">
                  <c:v>0.0784590957278</c:v>
                </c:pt>
                <c:pt idx="40">
                  <c:v>1.22464679915E-16</c:v>
                </c:pt>
                <c:pt idx="41">
                  <c:v>-0.0784590957278</c:v>
                </c:pt>
                <c:pt idx="42">
                  <c:v>-0.15643446504</c:v>
                </c:pt>
                <c:pt idx="43">
                  <c:v>-0.233445363856</c:v>
                </c:pt>
                <c:pt idx="44">
                  <c:v>-0.309016994375</c:v>
                </c:pt>
                <c:pt idx="45">
                  <c:v>-0.382683432365</c:v>
                </c:pt>
                <c:pt idx="46">
                  <c:v>-0.45399049974</c:v>
                </c:pt>
                <c:pt idx="47">
                  <c:v>-0.522498564716</c:v>
                </c:pt>
                <c:pt idx="48">
                  <c:v>-0.587785252292</c:v>
                </c:pt>
                <c:pt idx="49">
                  <c:v>-0.64944804833</c:v>
                </c:pt>
                <c:pt idx="50">
                  <c:v>-0.707106781187</c:v>
                </c:pt>
                <c:pt idx="51">
                  <c:v>-0.7604059656</c:v>
                </c:pt>
                <c:pt idx="52">
                  <c:v>-0.809016994375</c:v>
                </c:pt>
                <c:pt idx="53">
                  <c:v>-0.852640164354</c:v>
                </c:pt>
                <c:pt idx="54">
                  <c:v>-0.891006524188</c:v>
                </c:pt>
                <c:pt idx="55">
                  <c:v>-0.923879532511</c:v>
                </c:pt>
                <c:pt idx="56">
                  <c:v>-0.951056516295</c:v>
                </c:pt>
                <c:pt idx="57">
                  <c:v>-0.972369920398</c:v>
                </c:pt>
                <c:pt idx="58">
                  <c:v>-0.987688340595</c:v>
                </c:pt>
                <c:pt idx="59">
                  <c:v>-0.996917333733</c:v>
                </c:pt>
                <c:pt idx="60">
                  <c:v>-1</c:v>
                </c:pt>
                <c:pt idx="61">
                  <c:v>-0.996917333733</c:v>
                </c:pt>
                <c:pt idx="62">
                  <c:v>-0.987688340595</c:v>
                </c:pt>
                <c:pt idx="63">
                  <c:v>-0.972369920398</c:v>
                </c:pt>
                <c:pt idx="64">
                  <c:v>-0.951056516295</c:v>
                </c:pt>
                <c:pt idx="65">
                  <c:v>-0.923879532511</c:v>
                </c:pt>
                <c:pt idx="66">
                  <c:v>-0.891006524188</c:v>
                </c:pt>
                <c:pt idx="67">
                  <c:v>-0.852640164354</c:v>
                </c:pt>
                <c:pt idx="68">
                  <c:v>-0.809016994375</c:v>
                </c:pt>
                <c:pt idx="69">
                  <c:v>-0.7604059656</c:v>
                </c:pt>
                <c:pt idx="70">
                  <c:v>-0.707106781187</c:v>
                </c:pt>
                <c:pt idx="71">
                  <c:v>-0.64944804833</c:v>
                </c:pt>
                <c:pt idx="72">
                  <c:v>-0.587785252292</c:v>
                </c:pt>
                <c:pt idx="73">
                  <c:v>-0.522498564716</c:v>
                </c:pt>
                <c:pt idx="74">
                  <c:v>-0.45399049974</c:v>
                </c:pt>
                <c:pt idx="75">
                  <c:v>-0.382683432365</c:v>
                </c:pt>
                <c:pt idx="76">
                  <c:v>-0.309016994375</c:v>
                </c:pt>
                <c:pt idx="77">
                  <c:v>-0.233445363856</c:v>
                </c:pt>
                <c:pt idx="78">
                  <c:v>-0.15643446504</c:v>
                </c:pt>
                <c:pt idx="79">
                  <c:v>-0.0784590957278</c:v>
                </c:pt>
                <c:pt idx="80">
                  <c:v>-2.44929359829E-16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3"/>
          <c:order val="3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4"/>
          <c:order val="4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5"/>
          <c:order val="5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6"/>
          <c:order val="6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7"/>
          <c:order val="7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8"/>
          <c:order val="8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9"/>
          <c:order val="9"/>
          <c:spPr>
            <a:solidFill xmlns:a="http://schemas.openxmlformats.org/drawingml/2006/main">
              <a:srgbClr val="D36E2B"/>
            </a:solidFill>
            <a:ln xmlns:a="http://schemas.openxmlformats.org/drawingml/2006/main" w="4762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"/>
          <c:min val="-1.1"/>
        </c:scaling>
        <c:delete val="0"/>
        <c:axPos val="l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1.1"/>
          <c:min val="-1.1"/>
        </c:scaling>
        <c:delete val="0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E0E7EC"/>
            </a:solidFill>
            <a:ln xmlns:a="http://schemas.openxmlformats.org/drawingml/2006/main" w="9525">
              <a:solidFill>
                <a:srgbClr val="E0E7EC"/>
              </a:solidFill>
            </a:ln>
          </c:spPr>
          <c:marker>
            <c:symbol val="none"/>
            <c:size val="7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1</c:v>
                </c:pt>
                <c:pt idx="1">
                  <c:v>0.996917333733</c:v>
                </c:pt>
                <c:pt idx="2">
                  <c:v>0.987688340595</c:v>
                </c:pt>
                <c:pt idx="3">
                  <c:v>0.972369920398</c:v>
                </c:pt>
                <c:pt idx="4">
                  <c:v>0.951056516295</c:v>
                </c:pt>
                <c:pt idx="5">
                  <c:v>0.923879532511</c:v>
                </c:pt>
                <c:pt idx="6">
                  <c:v>0.891006524188</c:v>
                </c:pt>
                <c:pt idx="7">
                  <c:v>0.852640164354</c:v>
                </c:pt>
                <c:pt idx="8">
                  <c:v>0.809016994375</c:v>
                </c:pt>
                <c:pt idx="9">
                  <c:v>0.7604059656</c:v>
                </c:pt>
                <c:pt idx="10">
                  <c:v>0.707106781187</c:v>
                </c:pt>
                <c:pt idx="11">
                  <c:v>0.64944804833</c:v>
                </c:pt>
                <c:pt idx="12">
                  <c:v>0.587785252292</c:v>
                </c:pt>
                <c:pt idx="13">
                  <c:v>0.522498564716</c:v>
                </c:pt>
                <c:pt idx="14">
                  <c:v>0.45399049974</c:v>
                </c:pt>
                <c:pt idx="15">
                  <c:v>0.382683432365</c:v>
                </c:pt>
                <c:pt idx="16">
                  <c:v>0.309016994375</c:v>
                </c:pt>
                <c:pt idx="17">
                  <c:v>0.233445363856</c:v>
                </c:pt>
                <c:pt idx="18">
                  <c:v>0.15643446504</c:v>
                </c:pt>
                <c:pt idx="19">
                  <c:v>0.0784590957278</c:v>
                </c:pt>
                <c:pt idx="20">
                  <c:v>6.12323399574E-17</c:v>
                </c:pt>
                <c:pt idx="21">
                  <c:v>-0.0784590957278</c:v>
                </c:pt>
                <c:pt idx="22">
                  <c:v>-0.15643446504</c:v>
                </c:pt>
                <c:pt idx="23">
                  <c:v>-0.233445363856</c:v>
                </c:pt>
                <c:pt idx="24">
                  <c:v>-0.309016994375</c:v>
                </c:pt>
                <c:pt idx="25">
                  <c:v>-0.382683432365</c:v>
                </c:pt>
                <c:pt idx="26">
                  <c:v>-0.45399049974</c:v>
                </c:pt>
                <c:pt idx="27">
                  <c:v>-0.522498564716</c:v>
                </c:pt>
                <c:pt idx="28">
                  <c:v>-0.587785252292</c:v>
                </c:pt>
                <c:pt idx="29">
                  <c:v>-0.64944804833</c:v>
                </c:pt>
                <c:pt idx="30">
                  <c:v>-0.707106781187</c:v>
                </c:pt>
                <c:pt idx="31">
                  <c:v>-0.7604059656</c:v>
                </c:pt>
                <c:pt idx="32">
                  <c:v>-0.809016994375</c:v>
                </c:pt>
                <c:pt idx="33">
                  <c:v>-0.852640164354</c:v>
                </c:pt>
                <c:pt idx="34">
                  <c:v>-0.891006524188</c:v>
                </c:pt>
                <c:pt idx="35">
                  <c:v>-0.923879532511</c:v>
                </c:pt>
                <c:pt idx="36">
                  <c:v>-0.951056516295</c:v>
                </c:pt>
                <c:pt idx="37">
                  <c:v>-0.972369920398</c:v>
                </c:pt>
                <c:pt idx="38">
                  <c:v>-0.987688340595</c:v>
                </c:pt>
                <c:pt idx="39">
                  <c:v>-0.996917333733</c:v>
                </c:pt>
                <c:pt idx="40">
                  <c:v>-1</c:v>
                </c:pt>
                <c:pt idx="41">
                  <c:v>-0.996917333733</c:v>
                </c:pt>
                <c:pt idx="42">
                  <c:v>-0.987688340595</c:v>
                </c:pt>
                <c:pt idx="43">
                  <c:v>-0.972369920398</c:v>
                </c:pt>
                <c:pt idx="44">
                  <c:v>-0.951056516295</c:v>
                </c:pt>
                <c:pt idx="45">
                  <c:v>-0.923879532511</c:v>
                </c:pt>
                <c:pt idx="46">
                  <c:v>-0.891006524188</c:v>
                </c:pt>
                <c:pt idx="47">
                  <c:v>-0.852640164354</c:v>
                </c:pt>
                <c:pt idx="48">
                  <c:v>-0.809016994375</c:v>
                </c:pt>
                <c:pt idx="49">
                  <c:v>-0.7604059656</c:v>
                </c:pt>
                <c:pt idx="50">
                  <c:v>-0.707106781187</c:v>
                </c:pt>
                <c:pt idx="51">
                  <c:v>-0.64944804833</c:v>
                </c:pt>
                <c:pt idx="52">
                  <c:v>-0.587785252292</c:v>
                </c:pt>
                <c:pt idx="53">
                  <c:v>-0.522498564716</c:v>
                </c:pt>
                <c:pt idx="54">
                  <c:v>-0.45399049974</c:v>
                </c:pt>
                <c:pt idx="55">
                  <c:v>-0.382683432365</c:v>
                </c:pt>
                <c:pt idx="56">
                  <c:v>-0.309016994375</c:v>
                </c:pt>
                <c:pt idx="57">
                  <c:v>-0.233445363856</c:v>
                </c:pt>
                <c:pt idx="58">
                  <c:v>-0.15643446504</c:v>
                </c:pt>
                <c:pt idx="59">
                  <c:v>-0.0784590957278</c:v>
                </c:pt>
                <c:pt idx="60">
                  <c:v>-1.83697019872E-16</c:v>
                </c:pt>
                <c:pt idx="61">
                  <c:v>0.0784590957278</c:v>
                </c:pt>
                <c:pt idx="62">
                  <c:v>0.15643446504</c:v>
                </c:pt>
                <c:pt idx="63">
                  <c:v>0.233445363856</c:v>
                </c:pt>
                <c:pt idx="64">
                  <c:v>0.309016994375</c:v>
                </c:pt>
                <c:pt idx="65">
                  <c:v>0.382683432365</c:v>
                </c:pt>
                <c:pt idx="66">
                  <c:v>0.45399049974</c:v>
                </c:pt>
                <c:pt idx="67">
                  <c:v>0.522498564716</c:v>
                </c:pt>
                <c:pt idx="68">
                  <c:v>0.587785252292</c:v>
                </c:pt>
                <c:pt idx="69">
                  <c:v>0.64944804833</c:v>
                </c:pt>
                <c:pt idx="70">
                  <c:v>0.707106781187</c:v>
                </c:pt>
                <c:pt idx="71">
                  <c:v>0.7604059656</c:v>
                </c:pt>
                <c:pt idx="72">
                  <c:v>0.809016994375</c:v>
                </c:pt>
                <c:pt idx="73">
                  <c:v>0.852640164354</c:v>
                </c:pt>
                <c:pt idx="74">
                  <c:v>0.891006524188</c:v>
                </c:pt>
                <c:pt idx="75">
                  <c:v>0.923879532511</c:v>
                </c:pt>
                <c:pt idx="76">
                  <c:v>0.951056516295</c:v>
                </c:pt>
                <c:pt idx="77">
                  <c:v>0.972369920398</c:v>
                </c:pt>
                <c:pt idx="78">
                  <c:v>0.987688340595</c:v>
                </c:pt>
                <c:pt idx="79">
                  <c:v>0.996917333733</c:v>
                </c:pt>
                <c:pt idx="80">
                  <c:v>1</c:v>
                </c:pt>
              </c:numCache>
            </c:numRef>
          </c:xVal>
          <c:yVal>
            <c:numRef>
              <c:f>'Chart Data'!$B$2:$B$82</c:f>
              <c:numCache>
                <c:formatCode>0</c:formatCode>
                <c:ptCount val="81"/>
                <c:pt idx="0">
                  <c:v>0</c:v>
                </c:pt>
                <c:pt idx="1">
                  <c:v>0.0784590957278</c:v>
                </c:pt>
                <c:pt idx="2">
                  <c:v>0.15643446504</c:v>
                </c:pt>
                <c:pt idx="3">
                  <c:v>0.233445363856</c:v>
                </c:pt>
                <c:pt idx="4">
                  <c:v>0.309016994375</c:v>
                </c:pt>
                <c:pt idx="5">
                  <c:v>0.382683432365</c:v>
                </c:pt>
                <c:pt idx="6">
                  <c:v>0.45399049974</c:v>
                </c:pt>
                <c:pt idx="7">
                  <c:v>0.522498564716</c:v>
                </c:pt>
                <c:pt idx="8">
                  <c:v>0.587785252292</c:v>
                </c:pt>
                <c:pt idx="9">
                  <c:v>0.64944804833</c:v>
                </c:pt>
                <c:pt idx="10">
                  <c:v>0.707106781187</c:v>
                </c:pt>
                <c:pt idx="11">
                  <c:v>0.7604059656</c:v>
                </c:pt>
                <c:pt idx="12">
                  <c:v>0.809016994375</c:v>
                </c:pt>
                <c:pt idx="13">
                  <c:v>0.852640164354</c:v>
                </c:pt>
                <c:pt idx="14">
                  <c:v>0.891006524188</c:v>
                </c:pt>
                <c:pt idx="15">
                  <c:v>0.923879532511</c:v>
                </c:pt>
                <c:pt idx="16">
                  <c:v>0.951056516295</c:v>
                </c:pt>
                <c:pt idx="17">
                  <c:v>0.972369920398</c:v>
                </c:pt>
                <c:pt idx="18">
                  <c:v>0.987688340595</c:v>
                </c:pt>
                <c:pt idx="19">
                  <c:v>0.996917333733</c:v>
                </c:pt>
                <c:pt idx="20">
                  <c:v>1</c:v>
                </c:pt>
                <c:pt idx="21">
                  <c:v>0.996917333733</c:v>
                </c:pt>
                <c:pt idx="22">
                  <c:v>0.987688340595</c:v>
                </c:pt>
                <c:pt idx="23">
                  <c:v>0.972369920398</c:v>
                </c:pt>
                <c:pt idx="24">
                  <c:v>0.951056516295</c:v>
                </c:pt>
                <c:pt idx="25">
                  <c:v>0.923879532511</c:v>
                </c:pt>
                <c:pt idx="26">
                  <c:v>0.891006524188</c:v>
                </c:pt>
                <c:pt idx="27">
                  <c:v>0.852640164354</c:v>
                </c:pt>
                <c:pt idx="28">
                  <c:v>0.809016994375</c:v>
                </c:pt>
                <c:pt idx="29">
                  <c:v>0.7604059656</c:v>
                </c:pt>
                <c:pt idx="30">
                  <c:v>0.707106781187</c:v>
                </c:pt>
                <c:pt idx="31">
                  <c:v>0.64944804833</c:v>
                </c:pt>
                <c:pt idx="32">
                  <c:v>0.587785252292</c:v>
                </c:pt>
                <c:pt idx="33">
                  <c:v>0.522498564716</c:v>
                </c:pt>
                <c:pt idx="34">
                  <c:v>0.45399049974</c:v>
                </c:pt>
                <c:pt idx="35">
                  <c:v>0.382683432365</c:v>
                </c:pt>
                <c:pt idx="36">
                  <c:v>0.309016994375</c:v>
                </c:pt>
                <c:pt idx="37">
                  <c:v>0.233445363856</c:v>
                </c:pt>
                <c:pt idx="38">
                  <c:v>0.15643446504</c:v>
                </c:pt>
                <c:pt idx="39">
                  <c:v>0.0784590957278</c:v>
                </c:pt>
                <c:pt idx="40">
                  <c:v>1.22464679915E-16</c:v>
                </c:pt>
                <c:pt idx="41">
                  <c:v>-0.0784590957278</c:v>
                </c:pt>
                <c:pt idx="42">
                  <c:v>-0.15643446504</c:v>
                </c:pt>
                <c:pt idx="43">
                  <c:v>-0.233445363856</c:v>
                </c:pt>
                <c:pt idx="44">
                  <c:v>-0.309016994375</c:v>
                </c:pt>
                <c:pt idx="45">
                  <c:v>-0.382683432365</c:v>
                </c:pt>
                <c:pt idx="46">
                  <c:v>-0.45399049974</c:v>
                </c:pt>
                <c:pt idx="47">
                  <c:v>-0.522498564716</c:v>
                </c:pt>
                <c:pt idx="48">
                  <c:v>-0.587785252292</c:v>
                </c:pt>
                <c:pt idx="49">
                  <c:v>-0.64944804833</c:v>
                </c:pt>
                <c:pt idx="50">
                  <c:v>-0.707106781187</c:v>
                </c:pt>
                <c:pt idx="51">
                  <c:v>-0.7604059656</c:v>
                </c:pt>
                <c:pt idx="52">
                  <c:v>-0.809016994375</c:v>
                </c:pt>
                <c:pt idx="53">
                  <c:v>-0.852640164354</c:v>
                </c:pt>
                <c:pt idx="54">
                  <c:v>-0.891006524188</c:v>
                </c:pt>
                <c:pt idx="55">
                  <c:v>-0.923879532511</c:v>
                </c:pt>
                <c:pt idx="56">
                  <c:v>-0.951056516295</c:v>
                </c:pt>
                <c:pt idx="57">
                  <c:v>-0.972369920398</c:v>
                </c:pt>
                <c:pt idx="58">
                  <c:v>-0.987688340595</c:v>
                </c:pt>
                <c:pt idx="59">
                  <c:v>-0.996917333733</c:v>
                </c:pt>
                <c:pt idx="60">
                  <c:v>-1</c:v>
                </c:pt>
                <c:pt idx="61">
                  <c:v>-0.996917333733</c:v>
                </c:pt>
                <c:pt idx="62">
                  <c:v>-0.987688340595</c:v>
                </c:pt>
                <c:pt idx="63">
                  <c:v>-0.972369920398</c:v>
                </c:pt>
                <c:pt idx="64">
                  <c:v>-0.951056516295</c:v>
                </c:pt>
                <c:pt idx="65">
                  <c:v>-0.923879532511</c:v>
                </c:pt>
                <c:pt idx="66">
                  <c:v>-0.891006524188</c:v>
                </c:pt>
                <c:pt idx="67">
                  <c:v>-0.852640164354</c:v>
                </c:pt>
                <c:pt idx="68">
                  <c:v>-0.809016994375</c:v>
                </c:pt>
                <c:pt idx="69">
                  <c:v>-0.7604059656</c:v>
                </c:pt>
                <c:pt idx="70">
                  <c:v>-0.707106781187</c:v>
                </c:pt>
                <c:pt idx="71">
                  <c:v>-0.64944804833</c:v>
                </c:pt>
                <c:pt idx="72">
                  <c:v>-0.587785252292</c:v>
                </c:pt>
                <c:pt idx="73">
                  <c:v>-0.522498564716</c:v>
                </c:pt>
                <c:pt idx="74">
                  <c:v>-0.45399049974</c:v>
                </c:pt>
                <c:pt idx="75">
                  <c:v>-0.382683432365</c:v>
                </c:pt>
                <c:pt idx="76">
                  <c:v>-0.309016994375</c:v>
                </c:pt>
                <c:pt idx="77">
                  <c:v>-0.233445363856</c:v>
                </c:pt>
                <c:pt idx="78">
                  <c:v>-0.15643446504</c:v>
                </c:pt>
                <c:pt idx="79">
                  <c:v>-0.0784590957278</c:v>
                </c:pt>
                <c:pt idx="80">
                  <c:v>-2.44929359829E-16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0.707106781187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0</c:v>
                </c:pt>
                <c:pt idx="1">
                  <c:v>0.707106781187</c:v>
                </c:pt>
              </c:numCache>
            </c:numRef>
          </c:yVal>
        </c:ser>
        <c:ser>
          <c:idx val="3"/>
          <c:order val="3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4"/>
          <c:order val="4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-0.707106781187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0</c:v>
                </c:pt>
                <c:pt idx="1">
                  <c:v>0.707106781187</c:v>
                </c:pt>
              </c:numCache>
            </c:numRef>
          </c:yVal>
        </c:ser>
        <c:ser>
          <c:idx val="5"/>
          <c:order val="5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0</c:v>
                </c:pt>
                <c:pt idx="1">
                  <c:v>1.22464679915E-16</c:v>
                </c:pt>
              </c:numCache>
            </c:numRef>
          </c:yVal>
        </c:ser>
        <c:ser>
          <c:idx val="6"/>
          <c:order val="6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0</c:v>
                </c:pt>
                <c:pt idx="1">
                  <c:v>-0.707106781187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0</c:v>
                </c:pt>
                <c:pt idx="1">
                  <c:v>-0.707106781187</c:v>
                </c:pt>
              </c:numCache>
            </c:numRef>
          </c:yVal>
        </c:ser>
        <c:ser>
          <c:idx val="7"/>
          <c:order val="7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0</c:v>
                </c:pt>
                <c:pt idx="1">
                  <c:v>-1.83697019872E-16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yVal>
        </c:ser>
        <c:ser>
          <c:idx val="8"/>
          <c:order val="8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0</c:v>
                </c:pt>
                <c:pt idx="1">
                  <c:v>0.707106781187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0</c:v>
                </c:pt>
                <c:pt idx="1">
                  <c:v>-0.707106781187</c:v>
                </c:pt>
              </c:numCache>
            </c:numRef>
          </c:yVal>
        </c:ser>
        <c:ser>
          <c:idx val="9"/>
          <c:order val="9"/>
          <c:spPr>
            <a:solidFill xmlns:a="http://schemas.openxmlformats.org/drawingml/2006/main">
              <a:srgbClr val="D36E2B"/>
            </a:solidFill>
            <a:ln xmlns:a="http://schemas.openxmlformats.org/drawingml/2006/main" w="4762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0</c:v>
                </c:pt>
                <c:pt idx="1">
                  <c:v>-6.93889390391E-17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0</c:v>
                </c:pt>
                <c:pt idx="1">
                  <c:v>-2.77555756156E-17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"/>
          <c:min val="-1.1"/>
        </c:scaling>
        <c:delete val="0"/>
        <c:axPos val="l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1.1"/>
          <c:min val="-1.1"/>
        </c:scaling>
        <c:delete val="0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ABC4D3"/>
            </a:solidFill>
            <a:ln xmlns:a="http://schemas.openxmlformats.org/drawingml/2006/main" w="2857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Data'!$B$2:$B$102</c:f>
              <c:numCache>
                <c:formatCode>0.0</c:formatCode>
                <c:ptCount val="101"/>
                <c:pt idx="0">
                  <c:v>0</c:v>
                </c:pt>
                <c:pt idx="1">
                  <c:v>0.006</c:v>
                </c:pt>
                <c:pt idx="2">
                  <c:v>0.012</c:v>
                </c:pt>
                <c:pt idx="3">
                  <c:v>0.018</c:v>
                </c:pt>
                <c:pt idx="4">
                  <c:v>0.024</c:v>
                </c:pt>
                <c:pt idx="5">
                  <c:v>0.03</c:v>
                </c:pt>
                <c:pt idx="6">
                  <c:v>0.036</c:v>
                </c:pt>
                <c:pt idx="7">
                  <c:v>0.042</c:v>
                </c:pt>
                <c:pt idx="8">
                  <c:v>0.048</c:v>
                </c:pt>
                <c:pt idx="9">
                  <c:v>0.054</c:v>
                </c:pt>
                <c:pt idx="10">
                  <c:v>0.06</c:v>
                </c:pt>
                <c:pt idx="11">
                  <c:v>0.066</c:v>
                </c:pt>
                <c:pt idx="12">
                  <c:v>0.072</c:v>
                </c:pt>
                <c:pt idx="13">
                  <c:v>0.078</c:v>
                </c:pt>
                <c:pt idx="14">
                  <c:v>0.084</c:v>
                </c:pt>
                <c:pt idx="15">
                  <c:v>0.09</c:v>
                </c:pt>
                <c:pt idx="16">
                  <c:v>0.096</c:v>
                </c:pt>
                <c:pt idx="17">
                  <c:v>0.102</c:v>
                </c:pt>
                <c:pt idx="18">
                  <c:v>0.108</c:v>
                </c:pt>
                <c:pt idx="19">
                  <c:v>0.114</c:v>
                </c:pt>
                <c:pt idx="20">
                  <c:v>0.12</c:v>
                </c:pt>
                <c:pt idx="21">
                  <c:v>0.126</c:v>
                </c:pt>
                <c:pt idx="22">
                  <c:v>0.132</c:v>
                </c:pt>
                <c:pt idx="23">
                  <c:v>0.138</c:v>
                </c:pt>
                <c:pt idx="24">
                  <c:v>0.144</c:v>
                </c:pt>
                <c:pt idx="25">
                  <c:v>0.15</c:v>
                </c:pt>
                <c:pt idx="26">
                  <c:v>0.156</c:v>
                </c:pt>
                <c:pt idx="27">
                  <c:v>0.162</c:v>
                </c:pt>
                <c:pt idx="28">
                  <c:v>0.168</c:v>
                </c:pt>
                <c:pt idx="29">
                  <c:v>0.174</c:v>
                </c:pt>
                <c:pt idx="30">
                  <c:v>0.18</c:v>
                </c:pt>
                <c:pt idx="31">
                  <c:v>0.186</c:v>
                </c:pt>
                <c:pt idx="32">
                  <c:v>0.192</c:v>
                </c:pt>
                <c:pt idx="33">
                  <c:v>0.198</c:v>
                </c:pt>
                <c:pt idx="34">
                  <c:v>0.204</c:v>
                </c:pt>
                <c:pt idx="35">
                  <c:v>0.21</c:v>
                </c:pt>
                <c:pt idx="36">
                  <c:v>0.216</c:v>
                </c:pt>
                <c:pt idx="37">
                  <c:v>0.222</c:v>
                </c:pt>
                <c:pt idx="38">
                  <c:v>0.228</c:v>
                </c:pt>
                <c:pt idx="39">
                  <c:v>0.234</c:v>
                </c:pt>
                <c:pt idx="40">
                  <c:v>0.24</c:v>
                </c:pt>
                <c:pt idx="41">
                  <c:v>0.246</c:v>
                </c:pt>
                <c:pt idx="42">
                  <c:v>0.252</c:v>
                </c:pt>
                <c:pt idx="43">
                  <c:v>0.258</c:v>
                </c:pt>
                <c:pt idx="44">
                  <c:v>0.264</c:v>
                </c:pt>
                <c:pt idx="45">
                  <c:v>0.27</c:v>
                </c:pt>
                <c:pt idx="46">
                  <c:v>0.276</c:v>
                </c:pt>
                <c:pt idx="47">
                  <c:v>0.282</c:v>
                </c:pt>
                <c:pt idx="48">
                  <c:v>0.288</c:v>
                </c:pt>
                <c:pt idx="49">
                  <c:v>0.294</c:v>
                </c:pt>
                <c:pt idx="50">
                  <c:v>0.3</c:v>
                </c:pt>
                <c:pt idx="51">
                  <c:v>0.306</c:v>
                </c:pt>
                <c:pt idx="52">
                  <c:v>0.312</c:v>
                </c:pt>
                <c:pt idx="53">
                  <c:v>0.318</c:v>
                </c:pt>
                <c:pt idx="54">
                  <c:v>0.324</c:v>
                </c:pt>
                <c:pt idx="55">
                  <c:v>0.33</c:v>
                </c:pt>
                <c:pt idx="56">
                  <c:v>0.336</c:v>
                </c:pt>
                <c:pt idx="57">
                  <c:v>0.342</c:v>
                </c:pt>
                <c:pt idx="58">
                  <c:v>0.348</c:v>
                </c:pt>
                <c:pt idx="59">
                  <c:v>0.354</c:v>
                </c:pt>
                <c:pt idx="60">
                  <c:v>0.36</c:v>
                </c:pt>
                <c:pt idx="61">
                  <c:v>0.366</c:v>
                </c:pt>
                <c:pt idx="62">
                  <c:v>0.372</c:v>
                </c:pt>
                <c:pt idx="63">
                  <c:v>0.378</c:v>
                </c:pt>
                <c:pt idx="64">
                  <c:v>0.384</c:v>
                </c:pt>
                <c:pt idx="65">
                  <c:v>0.39</c:v>
                </c:pt>
                <c:pt idx="66">
                  <c:v>0.396</c:v>
                </c:pt>
                <c:pt idx="67">
                  <c:v>0.402</c:v>
                </c:pt>
                <c:pt idx="68">
                  <c:v>0.408</c:v>
                </c:pt>
                <c:pt idx="69">
                  <c:v>0.414</c:v>
                </c:pt>
                <c:pt idx="70">
                  <c:v>0.42</c:v>
                </c:pt>
                <c:pt idx="71">
                  <c:v>0.426</c:v>
                </c:pt>
                <c:pt idx="72">
                  <c:v>0.432</c:v>
                </c:pt>
                <c:pt idx="73">
                  <c:v>0.438</c:v>
                </c:pt>
                <c:pt idx="74">
                  <c:v>0.444</c:v>
                </c:pt>
                <c:pt idx="75">
                  <c:v>0.45</c:v>
                </c:pt>
                <c:pt idx="76">
                  <c:v>0.456</c:v>
                </c:pt>
                <c:pt idx="77">
                  <c:v>0.462</c:v>
                </c:pt>
                <c:pt idx="78">
                  <c:v>0.468</c:v>
                </c:pt>
                <c:pt idx="79">
                  <c:v>0.474</c:v>
                </c:pt>
                <c:pt idx="80">
                  <c:v>0.48</c:v>
                </c:pt>
                <c:pt idx="81">
                  <c:v>0.486</c:v>
                </c:pt>
                <c:pt idx="82">
                  <c:v>0.492</c:v>
                </c:pt>
                <c:pt idx="83">
                  <c:v>0.498</c:v>
                </c:pt>
                <c:pt idx="84">
                  <c:v>0.504</c:v>
                </c:pt>
                <c:pt idx="85">
                  <c:v>0.51</c:v>
                </c:pt>
                <c:pt idx="86">
                  <c:v>0.516</c:v>
                </c:pt>
                <c:pt idx="87">
                  <c:v>0.522</c:v>
                </c:pt>
                <c:pt idx="88">
                  <c:v>0.528</c:v>
                </c:pt>
                <c:pt idx="89">
                  <c:v>0.534</c:v>
                </c:pt>
                <c:pt idx="90">
                  <c:v>0.54</c:v>
                </c:pt>
                <c:pt idx="91">
                  <c:v>0.546</c:v>
                </c:pt>
                <c:pt idx="92">
                  <c:v>0.552</c:v>
                </c:pt>
                <c:pt idx="93">
                  <c:v>0.558</c:v>
                </c:pt>
                <c:pt idx="94">
                  <c:v>0.564</c:v>
                </c:pt>
                <c:pt idx="95">
                  <c:v>0.57</c:v>
                </c:pt>
                <c:pt idx="96">
                  <c:v>0.576</c:v>
                </c:pt>
                <c:pt idx="97">
                  <c:v>0.582</c:v>
                </c:pt>
                <c:pt idx="98">
                  <c:v>0.588</c:v>
                </c:pt>
                <c:pt idx="99">
                  <c:v>0.594</c:v>
                </c:pt>
                <c:pt idx="100">
                  <c:v>0.6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Data'!$D$2:$D$102</c:f>
              <c:numCache>
                <c:formatCode>0.0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Data'!$E$2:$E$102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Data'!$F$2:$F$102</c:f>
              <c:numCache>
                <c:formatCode>0.0</c:formatCode>
                <c:ptCount val="101"/>
                <c:pt idx="0">
                  <c:v>0</c:v>
                </c:pt>
                <c:pt idx="1">
                  <c:v>0.014</c:v>
                </c:pt>
                <c:pt idx="2">
                  <c:v>0.028</c:v>
                </c:pt>
                <c:pt idx="3">
                  <c:v>0.042</c:v>
                </c:pt>
                <c:pt idx="4">
                  <c:v>0.056</c:v>
                </c:pt>
                <c:pt idx="5">
                  <c:v>0.07</c:v>
                </c:pt>
                <c:pt idx="6">
                  <c:v>0.084</c:v>
                </c:pt>
                <c:pt idx="7">
                  <c:v>0.098</c:v>
                </c:pt>
                <c:pt idx="8">
                  <c:v>0.112</c:v>
                </c:pt>
                <c:pt idx="9">
                  <c:v>0.126</c:v>
                </c:pt>
                <c:pt idx="10">
                  <c:v>0.14</c:v>
                </c:pt>
                <c:pt idx="11">
                  <c:v>0.154</c:v>
                </c:pt>
                <c:pt idx="12">
                  <c:v>0.168</c:v>
                </c:pt>
                <c:pt idx="13">
                  <c:v>0.182</c:v>
                </c:pt>
                <c:pt idx="14">
                  <c:v>0.196</c:v>
                </c:pt>
                <c:pt idx="15">
                  <c:v>0.21</c:v>
                </c:pt>
                <c:pt idx="16">
                  <c:v>0.224</c:v>
                </c:pt>
                <c:pt idx="17">
                  <c:v>0.238</c:v>
                </c:pt>
                <c:pt idx="18">
                  <c:v>0.252</c:v>
                </c:pt>
                <c:pt idx="19">
                  <c:v>0.266</c:v>
                </c:pt>
                <c:pt idx="20">
                  <c:v>0.28</c:v>
                </c:pt>
                <c:pt idx="21">
                  <c:v>0.294</c:v>
                </c:pt>
                <c:pt idx="22">
                  <c:v>0.308</c:v>
                </c:pt>
                <c:pt idx="23">
                  <c:v>0.322</c:v>
                </c:pt>
                <c:pt idx="24">
                  <c:v>0.336</c:v>
                </c:pt>
                <c:pt idx="25">
                  <c:v>0.35</c:v>
                </c:pt>
                <c:pt idx="26">
                  <c:v>0.364</c:v>
                </c:pt>
                <c:pt idx="27">
                  <c:v>0.378</c:v>
                </c:pt>
                <c:pt idx="28">
                  <c:v>0.392</c:v>
                </c:pt>
                <c:pt idx="29">
                  <c:v>0.406</c:v>
                </c:pt>
                <c:pt idx="30">
                  <c:v>0.42</c:v>
                </c:pt>
                <c:pt idx="31">
                  <c:v>0.434</c:v>
                </c:pt>
                <c:pt idx="32">
                  <c:v>0.448</c:v>
                </c:pt>
                <c:pt idx="33">
                  <c:v>0.462</c:v>
                </c:pt>
                <c:pt idx="34">
                  <c:v>0.476</c:v>
                </c:pt>
                <c:pt idx="35">
                  <c:v>0.49</c:v>
                </c:pt>
                <c:pt idx="36">
                  <c:v>0.504</c:v>
                </c:pt>
                <c:pt idx="37">
                  <c:v>0.518</c:v>
                </c:pt>
                <c:pt idx="38">
                  <c:v>0.532</c:v>
                </c:pt>
                <c:pt idx="39">
                  <c:v>0.546</c:v>
                </c:pt>
                <c:pt idx="40">
                  <c:v>0.56</c:v>
                </c:pt>
                <c:pt idx="41">
                  <c:v>0.574</c:v>
                </c:pt>
                <c:pt idx="42">
                  <c:v>0.588</c:v>
                </c:pt>
                <c:pt idx="43">
                  <c:v>0.602</c:v>
                </c:pt>
                <c:pt idx="44">
                  <c:v>0.616</c:v>
                </c:pt>
                <c:pt idx="45">
                  <c:v>0.63</c:v>
                </c:pt>
                <c:pt idx="46">
                  <c:v>0.644</c:v>
                </c:pt>
                <c:pt idx="47">
                  <c:v>0.658</c:v>
                </c:pt>
                <c:pt idx="48">
                  <c:v>0.672</c:v>
                </c:pt>
                <c:pt idx="49">
                  <c:v>0.686</c:v>
                </c:pt>
                <c:pt idx="50">
                  <c:v>0.7</c:v>
                </c:pt>
                <c:pt idx="51">
                  <c:v>0.714</c:v>
                </c:pt>
                <c:pt idx="52">
                  <c:v>0.728</c:v>
                </c:pt>
                <c:pt idx="53">
                  <c:v>0.742</c:v>
                </c:pt>
                <c:pt idx="54">
                  <c:v>0.756</c:v>
                </c:pt>
                <c:pt idx="55">
                  <c:v>0.77</c:v>
                </c:pt>
                <c:pt idx="56">
                  <c:v>0.784</c:v>
                </c:pt>
                <c:pt idx="57">
                  <c:v>0.798</c:v>
                </c:pt>
                <c:pt idx="58">
                  <c:v>0.812</c:v>
                </c:pt>
                <c:pt idx="59">
                  <c:v>0.826</c:v>
                </c:pt>
                <c:pt idx="60">
                  <c:v>0.84</c:v>
                </c:pt>
                <c:pt idx="61">
                  <c:v>0.854</c:v>
                </c:pt>
                <c:pt idx="62">
                  <c:v>0.868</c:v>
                </c:pt>
                <c:pt idx="63">
                  <c:v>0.882</c:v>
                </c:pt>
                <c:pt idx="64">
                  <c:v>0.896</c:v>
                </c:pt>
                <c:pt idx="65">
                  <c:v>0.91</c:v>
                </c:pt>
                <c:pt idx="66">
                  <c:v>0.924</c:v>
                </c:pt>
                <c:pt idx="67">
                  <c:v>0.938</c:v>
                </c:pt>
                <c:pt idx="68">
                  <c:v>0.952</c:v>
                </c:pt>
                <c:pt idx="69">
                  <c:v>0.966</c:v>
                </c:pt>
                <c:pt idx="70">
                  <c:v>0.98</c:v>
                </c:pt>
                <c:pt idx="71">
                  <c:v>0.994</c:v>
                </c:pt>
                <c:pt idx="72">
                  <c:v>1.008</c:v>
                </c:pt>
                <c:pt idx="73">
                  <c:v>1.022</c:v>
                </c:pt>
                <c:pt idx="74">
                  <c:v>1.036</c:v>
                </c:pt>
                <c:pt idx="75">
                  <c:v>1.05</c:v>
                </c:pt>
                <c:pt idx="76">
                  <c:v>1.064</c:v>
                </c:pt>
                <c:pt idx="77">
                  <c:v>1.078</c:v>
                </c:pt>
                <c:pt idx="78">
                  <c:v>1.092</c:v>
                </c:pt>
                <c:pt idx="79">
                  <c:v>1.106</c:v>
                </c:pt>
                <c:pt idx="80">
                  <c:v>1.12</c:v>
                </c:pt>
                <c:pt idx="81">
                  <c:v>1.134</c:v>
                </c:pt>
                <c:pt idx="82">
                  <c:v>1.148</c:v>
                </c:pt>
                <c:pt idx="83">
                  <c:v>1.162</c:v>
                </c:pt>
                <c:pt idx="84">
                  <c:v>1.176</c:v>
                </c:pt>
                <c:pt idx="85">
                  <c:v>1.19</c:v>
                </c:pt>
                <c:pt idx="86">
                  <c:v>1.204</c:v>
                </c:pt>
                <c:pt idx="87">
                  <c:v>1.218</c:v>
                </c:pt>
                <c:pt idx="88">
                  <c:v>1.232</c:v>
                </c:pt>
                <c:pt idx="89">
                  <c:v>1.246</c:v>
                </c:pt>
                <c:pt idx="90">
                  <c:v>1.26</c:v>
                </c:pt>
                <c:pt idx="91">
                  <c:v>1.274</c:v>
                </c:pt>
                <c:pt idx="92">
                  <c:v>1.288</c:v>
                </c:pt>
                <c:pt idx="93">
                  <c:v>1.302</c:v>
                </c:pt>
                <c:pt idx="94">
                  <c:v>1.316</c:v>
                </c:pt>
                <c:pt idx="95">
                  <c:v>1.33</c:v>
                </c:pt>
                <c:pt idx="96">
                  <c:v>1.344</c:v>
                </c:pt>
                <c:pt idx="97">
                  <c:v>1.358</c:v>
                </c:pt>
                <c:pt idx="98">
                  <c:v>1.372</c:v>
                </c:pt>
                <c:pt idx="99">
                  <c:v>1.386</c:v>
                </c:pt>
                <c:pt idx="100">
                  <c:v>1.4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相位（rad）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相对时间 t / 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ABC4D3"/>
            </a:solidFill>
            <a:ln xmlns:a="http://schemas.openxmlformats.org/drawingml/2006/main" w="2857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Data'!$B$2:$B$102</c:f>
              <c:numCache>
                <c:formatCode>0.0</c:formatCode>
                <c:ptCount val="101"/>
                <c:pt idx="0">
                  <c:v>0</c:v>
                </c:pt>
                <c:pt idx="1">
                  <c:v>0.006</c:v>
                </c:pt>
                <c:pt idx="2">
                  <c:v>0.012</c:v>
                </c:pt>
                <c:pt idx="3">
                  <c:v>0.018</c:v>
                </c:pt>
                <c:pt idx="4">
                  <c:v>0.024</c:v>
                </c:pt>
                <c:pt idx="5">
                  <c:v>0.03</c:v>
                </c:pt>
                <c:pt idx="6">
                  <c:v>0.036</c:v>
                </c:pt>
                <c:pt idx="7">
                  <c:v>0.042</c:v>
                </c:pt>
                <c:pt idx="8">
                  <c:v>0.048</c:v>
                </c:pt>
                <c:pt idx="9">
                  <c:v>0.054</c:v>
                </c:pt>
                <c:pt idx="10">
                  <c:v>0.06</c:v>
                </c:pt>
                <c:pt idx="11">
                  <c:v>0.066</c:v>
                </c:pt>
                <c:pt idx="12">
                  <c:v>0.072</c:v>
                </c:pt>
                <c:pt idx="13">
                  <c:v>0.078</c:v>
                </c:pt>
                <c:pt idx="14">
                  <c:v>0.084</c:v>
                </c:pt>
                <c:pt idx="15">
                  <c:v>0.09</c:v>
                </c:pt>
                <c:pt idx="16">
                  <c:v>0.096</c:v>
                </c:pt>
                <c:pt idx="17">
                  <c:v>0.102</c:v>
                </c:pt>
                <c:pt idx="18">
                  <c:v>0.108</c:v>
                </c:pt>
                <c:pt idx="19">
                  <c:v>0.114</c:v>
                </c:pt>
                <c:pt idx="20">
                  <c:v>0.12</c:v>
                </c:pt>
                <c:pt idx="21">
                  <c:v>0.126</c:v>
                </c:pt>
                <c:pt idx="22">
                  <c:v>0.132</c:v>
                </c:pt>
                <c:pt idx="23">
                  <c:v>0.138</c:v>
                </c:pt>
                <c:pt idx="24">
                  <c:v>0.144</c:v>
                </c:pt>
                <c:pt idx="25">
                  <c:v>0.15</c:v>
                </c:pt>
                <c:pt idx="26">
                  <c:v>0.156</c:v>
                </c:pt>
                <c:pt idx="27">
                  <c:v>0.162</c:v>
                </c:pt>
                <c:pt idx="28">
                  <c:v>0.168</c:v>
                </c:pt>
                <c:pt idx="29">
                  <c:v>0.174</c:v>
                </c:pt>
                <c:pt idx="30">
                  <c:v>0.18</c:v>
                </c:pt>
                <c:pt idx="31">
                  <c:v>0.186</c:v>
                </c:pt>
                <c:pt idx="32">
                  <c:v>0.192</c:v>
                </c:pt>
                <c:pt idx="33">
                  <c:v>0.198</c:v>
                </c:pt>
                <c:pt idx="34">
                  <c:v>0.204</c:v>
                </c:pt>
                <c:pt idx="35">
                  <c:v>0.21</c:v>
                </c:pt>
                <c:pt idx="36">
                  <c:v>0.216</c:v>
                </c:pt>
                <c:pt idx="37">
                  <c:v>0.222</c:v>
                </c:pt>
                <c:pt idx="38">
                  <c:v>0.228</c:v>
                </c:pt>
                <c:pt idx="39">
                  <c:v>0.234</c:v>
                </c:pt>
                <c:pt idx="40">
                  <c:v>0.24</c:v>
                </c:pt>
                <c:pt idx="41">
                  <c:v>0.246</c:v>
                </c:pt>
                <c:pt idx="42">
                  <c:v>0.252</c:v>
                </c:pt>
                <c:pt idx="43">
                  <c:v>0.258</c:v>
                </c:pt>
                <c:pt idx="44">
                  <c:v>0.264</c:v>
                </c:pt>
                <c:pt idx="45">
                  <c:v>0.27</c:v>
                </c:pt>
                <c:pt idx="46">
                  <c:v>0.276</c:v>
                </c:pt>
                <c:pt idx="47">
                  <c:v>0.282</c:v>
                </c:pt>
                <c:pt idx="48">
                  <c:v>0.288</c:v>
                </c:pt>
                <c:pt idx="49">
                  <c:v>0.294</c:v>
                </c:pt>
                <c:pt idx="50">
                  <c:v>0.3</c:v>
                </c:pt>
                <c:pt idx="51">
                  <c:v>0.294</c:v>
                </c:pt>
                <c:pt idx="52">
                  <c:v>0.288</c:v>
                </c:pt>
                <c:pt idx="53">
                  <c:v>0.282</c:v>
                </c:pt>
                <c:pt idx="54">
                  <c:v>0.276</c:v>
                </c:pt>
                <c:pt idx="55">
                  <c:v>0.27</c:v>
                </c:pt>
                <c:pt idx="56">
                  <c:v>0.264</c:v>
                </c:pt>
                <c:pt idx="57">
                  <c:v>0.258</c:v>
                </c:pt>
                <c:pt idx="58">
                  <c:v>0.252</c:v>
                </c:pt>
                <c:pt idx="59">
                  <c:v>0.246</c:v>
                </c:pt>
                <c:pt idx="60">
                  <c:v>0.24</c:v>
                </c:pt>
                <c:pt idx="61">
                  <c:v>0.234</c:v>
                </c:pt>
                <c:pt idx="62">
                  <c:v>0.228</c:v>
                </c:pt>
                <c:pt idx="63">
                  <c:v>0.222</c:v>
                </c:pt>
                <c:pt idx="64">
                  <c:v>0.216</c:v>
                </c:pt>
                <c:pt idx="65">
                  <c:v>0.21</c:v>
                </c:pt>
                <c:pt idx="66">
                  <c:v>0.204</c:v>
                </c:pt>
                <c:pt idx="67">
                  <c:v>0.198</c:v>
                </c:pt>
                <c:pt idx="68">
                  <c:v>0.192</c:v>
                </c:pt>
                <c:pt idx="69">
                  <c:v>0.186</c:v>
                </c:pt>
                <c:pt idx="70">
                  <c:v>0.18</c:v>
                </c:pt>
                <c:pt idx="71">
                  <c:v>0.174</c:v>
                </c:pt>
                <c:pt idx="72">
                  <c:v>0.168</c:v>
                </c:pt>
                <c:pt idx="73">
                  <c:v>0.162</c:v>
                </c:pt>
                <c:pt idx="74">
                  <c:v>0.156</c:v>
                </c:pt>
                <c:pt idx="75">
                  <c:v>0.15</c:v>
                </c:pt>
                <c:pt idx="76">
                  <c:v>0.144</c:v>
                </c:pt>
                <c:pt idx="77">
                  <c:v>0.138</c:v>
                </c:pt>
                <c:pt idx="78">
                  <c:v>0.132</c:v>
                </c:pt>
                <c:pt idx="79">
                  <c:v>0.126</c:v>
                </c:pt>
                <c:pt idx="80">
                  <c:v>0.12</c:v>
                </c:pt>
                <c:pt idx="81">
                  <c:v>0.114</c:v>
                </c:pt>
                <c:pt idx="82">
                  <c:v>0.108</c:v>
                </c:pt>
                <c:pt idx="83">
                  <c:v>0.102</c:v>
                </c:pt>
                <c:pt idx="84">
                  <c:v>0.096</c:v>
                </c:pt>
                <c:pt idx="85">
                  <c:v>0.09</c:v>
                </c:pt>
                <c:pt idx="86">
                  <c:v>0.084</c:v>
                </c:pt>
                <c:pt idx="87">
                  <c:v>0.078</c:v>
                </c:pt>
                <c:pt idx="88">
                  <c:v>0.072</c:v>
                </c:pt>
                <c:pt idx="89">
                  <c:v>0.066</c:v>
                </c:pt>
                <c:pt idx="90">
                  <c:v>0.06</c:v>
                </c:pt>
                <c:pt idx="91">
                  <c:v>0.054</c:v>
                </c:pt>
                <c:pt idx="92">
                  <c:v>0.048</c:v>
                </c:pt>
                <c:pt idx="93">
                  <c:v>0.042</c:v>
                </c:pt>
                <c:pt idx="94">
                  <c:v>0.036</c:v>
                </c:pt>
                <c:pt idx="95">
                  <c:v>0.03</c:v>
                </c:pt>
                <c:pt idx="96">
                  <c:v>0.024</c:v>
                </c:pt>
                <c:pt idx="97">
                  <c:v>0.018</c:v>
                </c:pt>
                <c:pt idx="98">
                  <c:v>0.012</c:v>
                </c:pt>
                <c:pt idx="99">
                  <c:v>0.006</c:v>
                </c:pt>
                <c:pt idx="100">
                  <c:v>0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Data'!$D$2:$D$102</c:f>
              <c:numCache>
                <c:formatCode>0.0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0.49</c:v>
                </c:pt>
                <c:pt idx="52">
                  <c:v>0.48</c:v>
                </c:pt>
                <c:pt idx="53">
                  <c:v>0.47</c:v>
                </c:pt>
                <c:pt idx="54">
                  <c:v>0.46</c:v>
                </c:pt>
                <c:pt idx="55">
                  <c:v>0.45</c:v>
                </c:pt>
                <c:pt idx="56">
                  <c:v>0.44</c:v>
                </c:pt>
                <c:pt idx="57">
                  <c:v>0.43</c:v>
                </c:pt>
                <c:pt idx="58">
                  <c:v>0.42</c:v>
                </c:pt>
                <c:pt idx="59">
                  <c:v>0.41</c:v>
                </c:pt>
                <c:pt idx="60">
                  <c:v>0.4</c:v>
                </c:pt>
                <c:pt idx="61">
                  <c:v>0.39</c:v>
                </c:pt>
                <c:pt idx="62">
                  <c:v>0.38</c:v>
                </c:pt>
                <c:pt idx="63">
                  <c:v>0.37</c:v>
                </c:pt>
                <c:pt idx="64">
                  <c:v>0.36</c:v>
                </c:pt>
                <c:pt idx="65">
                  <c:v>0.35</c:v>
                </c:pt>
                <c:pt idx="66">
                  <c:v>0.34</c:v>
                </c:pt>
                <c:pt idx="67">
                  <c:v>0.33</c:v>
                </c:pt>
                <c:pt idx="68">
                  <c:v>0.32</c:v>
                </c:pt>
                <c:pt idx="69">
                  <c:v>0.31</c:v>
                </c:pt>
                <c:pt idx="70">
                  <c:v>0.3</c:v>
                </c:pt>
                <c:pt idx="71">
                  <c:v>0.29</c:v>
                </c:pt>
                <c:pt idx="72">
                  <c:v>0.28</c:v>
                </c:pt>
                <c:pt idx="73">
                  <c:v>0.27</c:v>
                </c:pt>
                <c:pt idx="74">
                  <c:v>0.26</c:v>
                </c:pt>
                <c:pt idx="75">
                  <c:v>0.25</c:v>
                </c:pt>
                <c:pt idx="76">
                  <c:v>0.24</c:v>
                </c:pt>
                <c:pt idx="77">
                  <c:v>0.23</c:v>
                </c:pt>
                <c:pt idx="78">
                  <c:v>0.22</c:v>
                </c:pt>
                <c:pt idx="79">
                  <c:v>0.21</c:v>
                </c:pt>
                <c:pt idx="80">
                  <c:v>0.2</c:v>
                </c:pt>
                <c:pt idx="81">
                  <c:v>0.19</c:v>
                </c:pt>
                <c:pt idx="82">
                  <c:v>0.18</c:v>
                </c:pt>
                <c:pt idx="83">
                  <c:v>0.17</c:v>
                </c:pt>
                <c:pt idx="84">
                  <c:v>0.16</c:v>
                </c:pt>
                <c:pt idx="85">
                  <c:v>0.15</c:v>
                </c:pt>
                <c:pt idx="86">
                  <c:v>0.14</c:v>
                </c:pt>
                <c:pt idx="87">
                  <c:v>0.13</c:v>
                </c:pt>
                <c:pt idx="88">
                  <c:v>0.12</c:v>
                </c:pt>
                <c:pt idx="89">
                  <c:v>0.11</c:v>
                </c:pt>
                <c:pt idx="90">
                  <c:v>0.1</c:v>
                </c:pt>
                <c:pt idx="91">
                  <c:v>0.09</c:v>
                </c:pt>
                <c:pt idx="92">
                  <c:v>0.08</c:v>
                </c:pt>
                <c:pt idx="93">
                  <c:v>0.07</c:v>
                </c:pt>
                <c:pt idx="94">
                  <c:v>0.06</c:v>
                </c:pt>
                <c:pt idx="95">
                  <c:v>0.05</c:v>
                </c:pt>
                <c:pt idx="96">
                  <c:v>0.04</c:v>
                </c:pt>
                <c:pt idx="97">
                  <c:v>0.03</c:v>
                </c:pt>
                <c:pt idx="98">
                  <c:v>0.02</c:v>
                </c:pt>
                <c:pt idx="99">
                  <c:v>0.01</c:v>
                </c:pt>
                <c:pt idx="100">
                  <c:v>0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Data'!$E$2:$E$102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Data'!$F$2:$F$102</c:f>
              <c:numCache>
                <c:formatCode>0.0</c:formatCode>
                <c:ptCount val="101"/>
                <c:pt idx="0">
                  <c:v>0</c:v>
                </c:pt>
                <c:pt idx="1">
                  <c:v>0.014</c:v>
                </c:pt>
                <c:pt idx="2">
                  <c:v>0.028</c:v>
                </c:pt>
                <c:pt idx="3">
                  <c:v>0.042</c:v>
                </c:pt>
                <c:pt idx="4">
                  <c:v>0.056</c:v>
                </c:pt>
                <c:pt idx="5">
                  <c:v>0.07</c:v>
                </c:pt>
                <c:pt idx="6">
                  <c:v>0.084</c:v>
                </c:pt>
                <c:pt idx="7">
                  <c:v>0.098</c:v>
                </c:pt>
                <c:pt idx="8">
                  <c:v>0.112</c:v>
                </c:pt>
                <c:pt idx="9">
                  <c:v>0.126</c:v>
                </c:pt>
                <c:pt idx="10">
                  <c:v>0.14</c:v>
                </c:pt>
                <c:pt idx="11">
                  <c:v>0.154</c:v>
                </c:pt>
                <c:pt idx="12">
                  <c:v>0.168</c:v>
                </c:pt>
                <c:pt idx="13">
                  <c:v>0.182</c:v>
                </c:pt>
                <c:pt idx="14">
                  <c:v>0.196</c:v>
                </c:pt>
                <c:pt idx="15">
                  <c:v>0.21</c:v>
                </c:pt>
                <c:pt idx="16">
                  <c:v>0.224</c:v>
                </c:pt>
                <c:pt idx="17">
                  <c:v>0.238</c:v>
                </c:pt>
                <c:pt idx="18">
                  <c:v>0.252</c:v>
                </c:pt>
                <c:pt idx="19">
                  <c:v>0.266</c:v>
                </c:pt>
                <c:pt idx="20">
                  <c:v>0.28</c:v>
                </c:pt>
                <c:pt idx="21">
                  <c:v>0.294</c:v>
                </c:pt>
                <c:pt idx="22">
                  <c:v>0.308</c:v>
                </c:pt>
                <c:pt idx="23">
                  <c:v>0.322</c:v>
                </c:pt>
                <c:pt idx="24">
                  <c:v>0.336</c:v>
                </c:pt>
                <c:pt idx="25">
                  <c:v>0.35</c:v>
                </c:pt>
                <c:pt idx="26">
                  <c:v>0.364</c:v>
                </c:pt>
                <c:pt idx="27">
                  <c:v>0.378</c:v>
                </c:pt>
                <c:pt idx="28">
                  <c:v>0.392</c:v>
                </c:pt>
                <c:pt idx="29">
                  <c:v>0.406</c:v>
                </c:pt>
                <c:pt idx="30">
                  <c:v>0.42</c:v>
                </c:pt>
                <c:pt idx="31">
                  <c:v>0.434</c:v>
                </c:pt>
                <c:pt idx="32">
                  <c:v>0.448</c:v>
                </c:pt>
                <c:pt idx="33">
                  <c:v>0.462</c:v>
                </c:pt>
                <c:pt idx="34">
                  <c:v>0.476</c:v>
                </c:pt>
                <c:pt idx="35">
                  <c:v>0.49</c:v>
                </c:pt>
                <c:pt idx="36">
                  <c:v>0.504</c:v>
                </c:pt>
                <c:pt idx="37">
                  <c:v>0.518</c:v>
                </c:pt>
                <c:pt idx="38">
                  <c:v>0.532</c:v>
                </c:pt>
                <c:pt idx="39">
                  <c:v>0.546</c:v>
                </c:pt>
                <c:pt idx="40">
                  <c:v>0.56</c:v>
                </c:pt>
                <c:pt idx="41">
                  <c:v>0.574</c:v>
                </c:pt>
                <c:pt idx="42">
                  <c:v>0.588</c:v>
                </c:pt>
                <c:pt idx="43">
                  <c:v>0.602</c:v>
                </c:pt>
                <c:pt idx="44">
                  <c:v>0.616</c:v>
                </c:pt>
                <c:pt idx="45">
                  <c:v>0.63</c:v>
                </c:pt>
                <c:pt idx="46">
                  <c:v>0.644</c:v>
                </c:pt>
                <c:pt idx="47">
                  <c:v>0.658</c:v>
                </c:pt>
                <c:pt idx="48">
                  <c:v>0.672</c:v>
                </c:pt>
                <c:pt idx="49">
                  <c:v>0.686</c:v>
                </c:pt>
                <c:pt idx="50">
                  <c:v>0.7</c:v>
                </c:pt>
                <c:pt idx="51">
                  <c:v>0.686</c:v>
                </c:pt>
                <c:pt idx="52">
                  <c:v>0.672</c:v>
                </c:pt>
                <c:pt idx="53">
                  <c:v>0.658</c:v>
                </c:pt>
                <c:pt idx="54">
                  <c:v>0.644</c:v>
                </c:pt>
                <c:pt idx="55">
                  <c:v>0.63</c:v>
                </c:pt>
                <c:pt idx="56">
                  <c:v>0.616</c:v>
                </c:pt>
                <c:pt idx="57">
                  <c:v>0.602</c:v>
                </c:pt>
                <c:pt idx="58">
                  <c:v>0.588</c:v>
                </c:pt>
                <c:pt idx="59">
                  <c:v>0.574</c:v>
                </c:pt>
                <c:pt idx="60">
                  <c:v>0.56</c:v>
                </c:pt>
                <c:pt idx="61">
                  <c:v>0.546</c:v>
                </c:pt>
                <c:pt idx="62">
                  <c:v>0.532</c:v>
                </c:pt>
                <c:pt idx="63">
                  <c:v>0.518</c:v>
                </c:pt>
                <c:pt idx="64">
                  <c:v>0.504</c:v>
                </c:pt>
                <c:pt idx="65">
                  <c:v>0.49</c:v>
                </c:pt>
                <c:pt idx="66">
                  <c:v>0.476</c:v>
                </c:pt>
                <c:pt idx="67">
                  <c:v>0.462</c:v>
                </c:pt>
                <c:pt idx="68">
                  <c:v>0.448</c:v>
                </c:pt>
                <c:pt idx="69">
                  <c:v>0.434</c:v>
                </c:pt>
                <c:pt idx="70">
                  <c:v>0.42</c:v>
                </c:pt>
                <c:pt idx="71">
                  <c:v>0.406</c:v>
                </c:pt>
                <c:pt idx="72">
                  <c:v>0.392</c:v>
                </c:pt>
                <c:pt idx="73">
                  <c:v>0.378</c:v>
                </c:pt>
                <c:pt idx="74">
                  <c:v>0.364</c:v>
                </c:pt>
                <c:pt idx="75">
                  <c:v>0.35</c:v>
                </c:pt>
                <c:pt idx="76">
                  <c:v>0.336</c:v>
                </c:pt>
                <c:pt idx="77">
                  <c:v>0.322</c:v>
                </c:pt>
                <c:pt idx="78">
                  <c:v>0.308</c:v>
                </c:pt>
                <c:pt idx="79">
                  <c:v>0.294</c:v>
                </c:pt>
                <c:pt idx="80">
                  <c:v>0.28</c:v>
                </c:pt>
                <c:pt idx="81">
                  <c:v>0.266</c:v>
                </c:pt>
                <c:pt idx="82">
                  <c:v>0.252</c:v>
                </c:pt>
                <c:pt idx="83">
                  <c:v>0.238</c:v>
                </c:pt>
                <c:pt idx="84">
                  <c:v>0.224</c:v>
                </c:pt>
                <c:pt idx="85">
                  <c:v>0.21</c:v>
                </c:pt>
                <c:pt idx="86">
                  <c:v>0.196</c:v>
                </c:pt>
                <c:pt idx="87">
                  <c:v>0.182</c:v>
                </c:pt>
                <c:pt idx="88">
                  <c:v>0.168</c:v>
                </c:pt>
                <c:pt idx="89">
                  <c:v>0.154</c:v>
                </c:pt>
                <c:pt idx="90">
                  <c:v>0.14</c:v>
                </c:pt>
                <c:pt idx="91">
                  <c:v>0.126</c:v>
                </c:pt>
                <c:pt idx="92">
                  <c:v>0.112</c:v>
                </c:pt>
                <c:pt idx="93">
                  <c:v>0.098</c:v>
                </c:pt>
                <c:pt idx="94">
                  <c:v>0.084</c:v>
                </c:pt>
                <c:pt idx="95">
                  <c:v>0.07</c:v>
                </c:pt>
                <c:pt idx="96">
                  <c:v>0.056</c:v>
                </c:pt>
                <c:pt idx="97">
                  <c:v>0.042</c:v>
                </c:pt>
                <c:pt idx="98">
                  <c:v>0.028</c:v>
                </c:pt>
                <c:pt idx="99">
                  <c:v>0.014</c:v>
                </c:pt>
                <c:pt idx="10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相位（rad）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相对时间 t / 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实验</c:v>
          </c:tx>
          <c:spPr>
            <a:solidFill xmlns:a="http://schemas.openxmlformats.org/drawingml/2006/main">
              <a:srgbClr val="D36E2B"/>
            </a:solidFill>
          </c:spPr>
          <c:cat>
            <c:strRef>
              <c:f>'Chart Data'!$A$2:$A$5</c:f>
              <c:strCache>
                <c:ptCount val="4"/>
                <c:pt idx="0">
                  <c:v>200 μs
n=30</c:v>
                </c:pt>
                <c:pt idx="1">
                  <c:v>400 μs
n=60</c:v>
                </c:pt>
                <c:pt idx="2">
                  <c:v>600 μs
n=60</c:v>
                </c:pt>
                <c:pt idx="3">
                  <c:v>优化
n=60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0.342366815828</c:v>
                </c:pt>
                <c:pt idx="1">
                  <c:v>0.414360919495</c:v>
                </c:pt>
                <c:pt idx="2">
                  <c:v>0.573222433417</c:v>
                </c:pt>
                <c:pt idx="3">
                  <c:v>0.663381764762</c:v>
                </c:pt>
              </c:numCache>
            </c:numRef>
          </c:val>
        </c:ser>
        <c:ser>
          <c:idx val="1"/>
          <c:order val="1"/>
          <c:tx>
            <c:v>模拟</c:v>
          </c:tx>
          <c:spPr>
            <a:solidFill xmlns:a="http://schemas.openxmlformats.org/drawingml/2006/main">
              <a:srgbClr val="186DA0"/>
            </a:solidFill>
          </c:spPr>
          <c:cat>
            <c:strRef>
              <c:f>'Chart Data'!$C$2:$C$5</c:f>
              <c:strCache>
                <c:ptCount val="4"/>
                <c:pt idx="0">
                  <c:v>200 μs
n=30</c:v>
                </c:pt>
                <c:pt idx="1">
                  <c:v>400 μs
n=60</c:v>
                </c:pt>
                <c:pt idx="2">
                  <c:v>600 μs
n=60</c:v>
                </c:pt>
                <c:pt idx="3">
                  <c:v>优化
n=60</c:v>
                </c:pt>
              </c:strCache>
            </c:strRef>
          </c:cat>
          <c:val>
            <c:numRef>
              <c:f>'Chart Data'!$D$2:$D$5</c:f>
              <c:numCache>
                <c:formatCode>0.0%</c:formatCode>
                <c:ptCount val="4"/>
                <c:pt idx="0">
                  <c:v>0.368041992188</c:v>
                </c:pt>
                <c:pt idx="1">
                  <c:v>0.52001953125</c:v>
                </c:pt>
                <c:pt idx="2">
                  <c:v>0.526733398438</c:v>
                </c:pt>
                <c:pt idx="3">
                  <c:v>0.634765625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末点存活比例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横向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Data'!$A$2:$A$130</c:f>
              <c:numCache>
                <c:formatCode>General</c:formatCode>
                <c:ptCount val="129"/>
                <c:pt idx="0">
                  <c:v>-8</c:v>
                </c:pt>
                <c:pt idx="1">
                  <c:v>-7.875</c:v>
                </c:pt>
                <c:pt idx="2">
                  <c:v>-7.75</c:v>
                </c:pt>
                <c:pt idx="3">
                  <c:v>-7.625</c:v>
                </c:pt>
                <c:pt idx="4">
                  <c:v>-7.5</c:v>
                </c:pt>
                <c:pt idx="5">
                  <c:v>-7.375</c:v>
                </c:pt>
                <c:pt idx="6">
                  <c:v>-7.25</c:v>
                </c:pt>
                <c:pt idx="7">
                  <c:v>-7.125</c:v>
                </c:pt>
                <c:pt idx="8">
                  <c:v>-7</c:v>
                </c:pt>
                <c:pt idx="9">
                  <c:v>-6.875</c:v>
                </c:pt>
                <c:pt idx="10">
                  <c:v>-6.75</c:v>
                </c:pt>
                <c:pt idx="11">
                  <c:v>-6.625</c:v>
                </c:pt>
                <c:pt idx="12">
                  <c:v>-6.5</c:v>
                </c:pt>
                <c:pt idx="13">
                  <c:v>-6.375</c:v>
                </c:pt>
                <c:pt idx="14">
                  <c:v>-6.25</c:v>
                </c:pt>
                <c:pt idx="15">
                  <c:v>-6.125</c:v>
                </c:pt>
                <c:pt idx="16">
                  <c:v>-6</c:v>
                </c:pt>
                <c:pt idx="17">
                  <c:v>-5.875</c:v>
                </c:pt>
                <c:pt idx="18">
                  <c:v>-5.75</c:v>
                </c:pt>
                <c:pt idx="19">
                  <c:v>-5.625</c:v>
                </c:pt>
                <c:pt idx="20">
                  <c:v>-5.5</c:v>
                </c:pt>
                <c:pt idx="21">
                  <c:v>-5.375</c:v>
                </c:pt>
                <c:pt idx="22">
                  <c:v>-5.25</c:v>
                </c:pt>
                <c:pt idx="23">
                  <c:v>-5.125</c:v>
                </c:pt>
                <c:pt idx="24">
                  <c:v>-5</c:v>
                </c:pt>
                <c:pt idx="25">
                  <c:v>-4.875</c:v>
                </c:pt>
                <c:pt idx="26">
                  <c:v>-4.75</c:v>
                </c:pt>
                <c:pt idx="27">
                  <c:v>-4.625</c:v>
                </c:pt>
                <c:pt idx="28">
                  <c:v>-4.5</c:v>
                </c:pt>
                <c:pt idx="29">
                  <c:v>-4.375</c:v>
                </c:pt>
                <c:pt idx="30">
                  <c:v>-4.25</c:v>
                </c:pt>
                <c:pt idx="31">
                  <c:v>-4.125</c:v>
                </c:pt>
                <c:pt idx="32">
                  <c:v>-4</c:v>
                </c:pt>
                <c:pt idx="33">
                  <c:v>-3.875</c:v>
                </c:pt>
                <c:pt idx="34">
                  <c:v>-3.75</c:v>
                </c:pt>
                <c:pt idx="35">
                  <c:v>-3.625</c:v>
                </c:pt>
                <c:pt idx="36">
                  <c:v>-3.5</c:v>
                </c:pt>
                <c:pt idx="37">
                  <c:v>-3.375</c:v>
                </c:pt>
                <c:pt idx="38">
                  <c:v>-3.25</c:v>
                </c:pt>
                <c:pt idx="39">
                  <c:v>-3.125</c:v>
                </c:pt>
                <c:pt idx="40">
                  <c:v>-3</c:v>
                </c:pt>
                <c:pt idx="41">
                  <c:v>-2.875</c:v>
                </c:pt>
                <c:pt idx="42">
                  <c:v>-2.75</c:v>
                </c:pt>
                <c:pt idx="43">
                  <c:v>-2.625</c:v>
                </c:pt>
                <c:pt idx="44">
                  <c:v>-2.5</c:v>
                </c:pt>
                <c:pt idx="45">
                  <c:v>-2.375</c:v>
                </c:pt>
                <c:pt idx="46">
                  <c:v>-2.25</c:v>
                </c:pt>
                <c:pt idx="47">
                  <c:v>-2.125</c:v>
                </c:pt>
                <c:pt idx="48">
                  <c:v>-2</c:v>
                </c:pt>
                <c:pt idx="49">
                  <c:v>-1.875</c:v>
                </c:pt>
                <c:pt idx="50">
                  <c:v>-1.75</c:v>
                </c:pt>
                <c:pt idx="51">
                  <c:v>-1.625</c:v>
                </c:pt>
                <c:pt idx="52">
                  <c:v>-1.5</c:v>
                </c:pt>
                <c:pt idx="53">
                  <c:v>-1.375</c:v>
                </c:pt>
                <c:pt idx="54">
                  <c:v>-1.25</c:v>
                </c:pt>
                <c:pt idx="55">
                  <c:v>-1.125</c:v>
                </c:pt>
                <c:pt idx="56">
                  <c:v>-1</c:v>
                </c:pt>
                <c:pt idx="57">
                  <c:v>-0.875</c:v>
                </c:pt>
                <c:pt idx="58">
                  <c:v>-0.75</c:v>
                </c:pt>
                <c:pt idx="59">
                  <c:v>-0.625</c:v>
                </c:pt>
                <c:pt idx="60">
                  <c:v>-0.5</c:v>
                </c:pt>
                <c:pt idx="61">
                  <c:v>-0.375</c:v>
                </c:pt>
                <c:pt idx="62">
                  <c:v>-0.25</c:v>
                </c:pt>
                <c:pt idx="63">
                  <c:v>-0.125</c:v>
                </c:pt>
                <c:pt idx="64">
                  <c:v>0</c:v>
                </c:pt>
                <c:pt idx="65">
                  <c:v>0.125</c:v>
                </c:pt>
                <c:pt idx="66">
                  <c:v>0.25</c:v>
                </c:pt>
                <c:pt idx="67">
                  <c:v>0.375</c:v>
                </c:pt>
                <c:pt idx="68">
                  <c:v>0.5</c:v>
                </c:pt>
                <c:pt idx="69">
                  <c:v>0.625</c:v>
                </c:pt>
                <c:pt idx="70">
                  <c:v>0.75</c:v>
                </c:pt>
                <c:pt idx="71">
                  <c:v>0.875</c:v>
                </c:pt>
                <c:pt idx="72">
                  <c:v>1</c:v>
                </c:pt>
                <c:pt idx="73">
                  <c:v>1.125</c:v>
                </c:pt>
                <c:pt idx="74">
                  <c:v>1.25</c:v>
                </c:pt>
                <c:pt idx="75">
                  <c:v>1.375</c:v>
                </c:pt>
                <c:pt idx="76">
                  <c:v>1.5</c:v>
                </c:pt>
                <c:pt idx="77">
                  <c:v>1.625</c:v>
                </c:pt>
                <c:pt idx="78">
                  <c:v>1.75</c:v>
                </c:pt>
                <c:pt idx="79">
                  <c:v>1.875</c:v>
                </c:pt>
                <c:pt idx="80">
                  <c:v>2</c:v>
                </c:pt>
                <c:pt idx="81">
                  <c:v>2.125</c:v>
                </c:pt>
                <c:pt idx="82">
                  <c:v>2.25</c:v>
                </c:pt>
                <c:pt idx="83">
                  <c:v>2.375</c:v>
                </c:pt>
                <c:pt idx="84">
                  <c:v>2.5</c:v>
                </c:pt>
                <c:pt idx="85">
                  <c:v>2.625</c:v>
                </c:pt>
                <c:pt idx="86">
                  <c:v>2.75</c:v>
                </c:pt>
                <c:pt idx="87">
                  <c:v>2.875</c:v>
                </c:pt>
                <c:pt idx="88">
                  <c:v>3</c:v>
                </c:pt>
                <c:pt idx="89">
                  <c:v>3.125</c:v>
                </c:pt>
                <c:pt idx="90">
                  <c:v>3.25</c:v>
                </c:pt>
                <c:pt idx="91">
                  <c:v>3.375</c:v>
                </c:pt>
                <c:pt idx="92">
                  <c:v>3.5</c:v>
                </c:pt>
                <c:pt idx="93">
                  <c:v>3.625</c:v>
                </c:pt>
                <c:pt idx="94">
                  <c:v>3.75</c:v>
                </c:pt>
                <c:pt idx="95">
                  <c:v>3.875</c:v>
                </c:pt>
                <c:pt idx="96">
                  <c:v>4</c:v>
                </c:pt>
                <c:pt idx="97">
                  <c:v>4.125</c:v>
                </c:pt>
                <c:pt idx="98">
                  <c:v>4.25</c:v>
                </c:pt>
                <c:pt idx="99">
                  <c:v>4.375</c:v>
                </c:pt>
                <c:pt idx="100">
                  <c:v>4.5</c:v>
                </c:pt>
                <c:pt idx="101">
                  <c:v>4.625</c:v>
                </c:pt>
                <c:pt idx="102">
                  <c:v>4.75</c:v>
                </c:pt>
                <c:pt idx="103">
                  <c:v>4.875</c:v>
                </c:pt>
                <c:pt idx="104">
                  <c:v>5</c:v>
                </c:pt>
                <c:pt idx="105">
                  <c:v>5.125</c:v>
                </c:pt>
                <c:pt idx="106">
                  <c:v>5.25</c:v>
                </c:pt>
                <c:pt idx="107">
                  <c:v>5.375</c:v>
                </c:pt>
                <c:pt idx="108">
                  <c:v>5.5</c:v>
                </c:pt>
                <c:pt idx="109">
                  <c:v>5.625</c:v>
                </c:pt>
                <c:pt idx="110">
                  <c:v>5.75</c:v>
                </c:pt>
                <c:pt idx="111">
                  <c:v>5.875</c:v>
                </c:pt>
                <c:pt idx="112">
                  <c:v>6</c:v>
                </c:pt>
                <c:pt idx="113">
                  <c:v>6.125</c:v>
                </c:pt>
                <c:pt idx="114">
                  <c:v>6.25</c:v>
                </c:pt>
                <c:pt idx="115">
                  <c:v>6.375</c:v>
                </c:pt>
                <c:pt idx="116">
                  <c:v>6.5</c:v>
                </c:pt>
                <c:pt idx="117">
                  <c:v>6.625</c:v>
                </c:pt>
                <c:pt idx="118">
                  <c:v>6.75</c:v>
                </c:pt>
                <c:pt idx="119">
                  <c:v>6.875</c:v>
                </c:pt>
                <c:pt idx="120">
                  <c:v>7</c:v>
                </c:pt>
                <c:pt idx="121">
                  <c:v>7.125</c:v>
                </c:pt>
                <c:pt idx="122">
                  <c:v>7.25</c:v>
                </c:pt>
                <c:pt idx="123">
                  <c:v>7.375</c:v>
                </c:pt>
                <c:pt idx="124">
                  <c:v>7.5</c:v>
                </c:pt>
                <c:pt idx="125">
                  <c:v>7.625</c:v>
                </c:pt>
                <c:pt idx="126">
                  <c:v>7.75</c:v>
                </c:pt>
                <c:pt idx="127">
                  <c:v>7.875</c:v>
                </c:pt>
                <c:pt idx="128">
                  <c:v>8</c:v>
                </c:pt>
              </c:numCache>
            </c:numRef>
          </c:xVal>
          <c:yVal>
            <c:numRef>
              <c:f>'Chart Data'!$B$2:$B$130</c:f>
              <c:numCache>
                <c:formatCode>0</c:formatCode>
                <c:ptCount val="129"/>
                <c:pt idx="0">
                  <c:v>-3.44432007074E-39</c:v>
                </c:pt>
                <c:pt idx="1">
                  <c:v>-6.25491203483E-38</c:v>
                </c:pt>
                <c:pt idx="2">
                  <c:v>-1.08520124966E-36</c:v>
                </c:pt>
                <c:pt idx="3">
                  <c:v>-1.79874971741E-35</c:v>
                </c:pt>
                <c:pt idx="4">
                  <c:v>-2.84841042748E-34</c:v>
                </c:pt>
                <c:pt idx="5">
                  <c:v>-4.30929048031E-33</c:v>
                </c:pt>
                <c:pt idx="6">
                  <c:v>-6.22845523859E-32</c:v>
                </c:pt>
                <c:pt idx="7">
                  <c:v>-8.60055148854E-31</c:v>
                </c:pt>
                <c:pt idx="8">
                  <c:v>-1.13460221581E-29</c:v>
                </c:pt>
                <c:pt idx="9">
                  <c:v>-1.4299877903E-28</c:v>
                </c:pt>
                <c:pt idx="10">
                  <c:v>-1.72183846704E-27</c:v>
                </c:pt>
                <c:pt idx="11">
                  <c:v>-1.98072351469E-26</c:v>
                </c:pt>
                <c:pt idx="12">
                  <c:v>-2.17684087469E-25</c:v>
                </c:pt>
                <c:pt idx="13">
                  <c:v>-2.2856034585E-24</c:v>
                </c:pt>
                <c:pt idx="14">
                  <c:v>-2.2926959309E-23</c:v>
                </c:pt>
                <c:pt idx="15">
                  <c:v>-2.19716873526E-22</c:v>
                </c:pt>
                <c:pt idx="16">
                  <c:v>-2.01164682309E-21</c:v>
                </c:pt>
                <c:pt idx="17">
                  <c:v>-1.75958979912E-20</c:v>
                </c:pt>
                <c:pt idx="18">
                  <c:v>-1.47042375488E-19</c:v>
                </c:pt>
                <c:pt idx="19">
                  <c:v>-1.17393745589E-18</c:v>
                </c:pt>
                <c:pt idx="20">
                  <c:v>-8.95403491698E-18</c:v>
                </c:pt>
                <c:pt idx="21">
                  <c:v>-6.52475159835E-17</c:v>
                </c:pt>
                <c:pt idx="22">
                  <c:v>-4.54234959531E-16</c:v>
                </c:pt>
                <c:pt idx="23">
                  <c:v>-3.02112367551E-15</c:v>
                </c:pt>
                <c:pt idx="24">
                  <c:v>-1.91967552278E-14</c:v>
                </c:pt>
                <c:pt idx="25">
                  <c:v>-1.16535575478E-13</c:v>
                </c:pt>
                <c:pt idx="26">
                  <c:v>-6.75865997238E-13</c:v>
                </c:pt>
                <c:pt idx="27">
                  <c:v>-3.74484670801E-12</c:v>
                </c:pt>
                <c:pt idx="28">
                  <c:v>-1.98234329839E-11</c:v>
                </c:pt>
                <c:pt idx="29">
                  <c:v>-1.00252465892E-10</c:v>
                </c:pt>
                <c:pt idx="30">
                  <c:v>-4.84376020871E-10</c:v>
                </c:pt>
                <c:pt idx="31">
                  <c:v>-2.23584442654E-09</c:v>
                </c:pt>
                <c:pt idx="32">
                  <c:v>-9.8598861975E-09</c:v>
                </c:pt>
                <c:pt idx="33">
                  <c:v>-4.15406796767E-08</c:v>
                </c:pt>
                <c:pt idx="34">
                  <c:v>-1.67204002195E-07</c:v>
                </c:pt>
                <c:pt idx="35">
                  <c:v>-6.42970597829E-07</c:v>
                </c:pt>
                <c:pt idx="36">
                  <c:v>-2.36214706896E-06</c:v>
                </c:pt>
                <c:pt idx="37">
                  <c:v>-8.29075589268E-06</c:v>
                </c:pt>
                <c:pt idx="38">
                  <c:v>-2.78005058102E-05</c:v>
                </c:pt>
                <c:pt idx="39">
                  <c:v>-8.90599899537E-05</c:v>
                </c:pt>
                <c:pt idx="40">
                  <c:v>-0.000272573707045</c:v>
                </c:pt>
                <c:pt idx="41">
                  <c:v>-0.000796996940625</c:v>
                </c:pt>
                <c:pt idx="42">
                  <c:v>-0.00222638733424</c:v>
                </c:pt>
                <c:pt idx="43">
                  <c:v>-0.00594177450222</c:v>
                </c:pt>
                <c:pt idx="44">
                  <c:v>-0.0151496633981</c:v>
                </c:pt>
                <c:pt idx="45">
                  <c:v>-0.0369029577653</c:v>
                </c:pt>
                <c:pt idx="46">
                  <c:v>-0.0858797444592</c:v>
                </c:pt>
                <c:pt idx="47">
                  <c:v>-0.190937699438</c:v>
                </c:pt>
                <c:pt idx="48">
                  <c:v>-0.40556829999</c:v>
                </c:pt>
                <c:pt idx="49">
                  <c:v>-0.823014892534</c:v>
                </c:pt>
                <c:pt idx="50">
                  <c:v>-1.59559534329</c:v>
                </c:pt>
                <c:pt idx="51">
                  <c:v>-2.95535190351</c:v>
                </c:pt>
                <c:pt idx="52">
                  <c:v>-5.22958247917</c:v>
                </c:pt>
                <c:pt idx="53">
                  <c:v>-8.84089448654</c:v>
                </c:pt>
                <c:pt idx="54">
                  <c:v>-14.278966433</c:v>
                </c:pt>
                <c:pt idx="55">
                  <c:v>-22.0327503034</c:v>
                </c:pt>
                <c:pt idx="56">
                  <c:v>-32.4797013563</c:v>
                </c:pt>
                <c:pt idx="57">
                  <c:v>-45.7432183341</c:v>
                </c:pt>
                <c:pt idx="58">
                  <c:v>-61.5478350214</c:v>
                </c:pt>
                <c:pt idx="59">
                  <c:v>-79.1170744778</c:v>
                </c:pt>
                <c:pt idx="60">
                  <c:v>-97.1625789484</c:v>
                </c:pt>
                <c:pt idx="61">
                  <c:v>-113.99852234</c:v>
                </c:pt>
                <c:pt idx="62">
                  <c:v>-127.782324794</c:v>
                </c:pt>
                <c:pt idx="63">
                  <c:v>-136.84020718</c:v>
                </c:pt>
                <c:pt idx="64">
                  <c:v>-140</c:v>
                </c:pt>
                <c:pt idx="65">
                  <c:v>-136.84020718</c:v>
                </c:pt>
                <c:pt idx="66">
                  <c:v>-127.782324794</c:v>
                </c:pt>
                <c:pt idx="67">
                  <c:v>-113.99852234</c:v>
                </c:pt>
                <c:pt idx="68">
                  <c:v>-97.1625789484</c:v>
                </c:pt>
                <c:pt idx="69">
                  <c:v>-79.1170744778</c:v>
                </c:pt>
                <c:pt idx="70">
                  <c:v>-61.5478350214</c:v>
                </c:pt>
                <c:pt idx="71">
                  <c:v>-45.7432183341</c:v>
                </c:pt>
                <c:pt idx="72">
                  <c:v>-32.4797013563</c:v>
                </c:pt>
                <c:pt idx="73">
                  <c:v>-22.0327503034</c:v>
                </c:pt>
                <c:pt idx="74">
                  <c:v>-14.278966433</c:v>
                </c:pt>
                <c:pt idx="75">
                  <c:v>-8.84089448654</c:v>
                </c:pt>
                <c:pt idx="76">
                  <c:v>-5.22958247917</c:v>
                </c:pt>
                <c:pt idx="77">
                  <c:v>-2.95535190351</c:v>
                </c:pt>
                <c:pt idx="78">
                  <c:v>-1.59559534329</c:v>
                </c:pt>
                <c:pt idx="79">
                  <c:v>-0.823014892534</c:v>
                </c:pt>
                <c:pt idx="80">
                  <c:v>-0.40556829999</c:v>
                </c:pt>
                <c:pt idx="81">
                  <c:v>-0.190937699438</c:v>
                </c:pt>
                <c:pt idx="82">
                  <c:v>-0.0858797444592</c:v>
                </c:pt>
                <c:pt idx="83">
                  <c:v>-0.0369029577653</c:v>
                </c:pt>
                <c:pt idx="84">
                  <c:v>-0.0151496633981</c:v>
                </c:pt>
                <c:pt idx="85">
                  <c:v>-0.00594177450222</c:v>
                </c:pt>
                <c:pt idx="86">
                  <c:v>-0.00222638733424</c:v>
                </c:pt>
                <c:pt idx="87">
                  <c:v>-0.000796996940625</c:v>
                </c:pt>
                <c:pt idx="88">
                  <c:v>-0.000272573707045</c:v>
                </c:pt>
                <c:pt idx="89">
                  <c:v>-8.90599899537E-05</c:v>
                </c:pt>
                <c:pt idx="90">
                  <c:v>-2.78005058102E-05</c:v>
                </c:pt>
                <c:pt idx="91">
                  <c:v>-8.29075589268E-06</c:v>
                </c:pt>
                <c:pt idx="92">
                  <c:v>-2.36214706896E-06</c:v>
                </c:pt>
                <c:pt idx="93">
                  <c:v>-6.42970597829E-07</c:v>
                </c:pt>
                <c:pt idx="94">
                  <c:v>-1.67204002195E-07</c:v>
                </c:pt>
                <c:pt idx="95">
                  <c:v>-4.15406796767E-08</c:v>
                </c:pt>
                <c:pt idx="96">
                  <c:v>-9.8598861975E-09</c:v>
                </c:pt>
                <c:pt idx="97">
                  <c:v>-2.23584442654E-09</c:v>
                </c:pt>
                <c:pt idx="98">
                  <c:v>-4.84376020871E-10</c:v>
                </c:pt>
                <c:pt idx="99">
                  <c:v>-1.00252465892E-10</c:v>
                </c:pt>
                <c:pt idx="100">
                  <c:v>-1.98234329839E-11</c:v>
                </c:pt>
                <c:pt idx="101">
                  <c:v>-3.74484670801E-12</c:v>
                </c:pt>
                <c:pt idx="102">
                  <c:v>-6.75865997238E-13</c:v>
                </c:pt>
                <c:pt idx="103">
                  <c:v>-1.16535575478E-13</c:v>
                </c:pt>
                <c:pt idx="104">
                  <c:v>-1.91967552278E-14</c:v>
                </c:pt>
                <c:pt idx="105">
                  <c:v>-3.02112367551E-15</c:v>
                </c:pt>
                <c:pt idx="106">
                  <c:v>-4.54234959531E-16</c:v>
                </c:pt>
                <c:pt idx="107">
                  <c:v>-6.52475159835E-17</c:v>
                </c:pt>
                <c:pt idx="108">
                  <c:v>-8.95403491698E-18</c:v>
                </c:pt>
                <c:pt idx="109">
                  <c:v>-1.17393745589E-18</c:v>
                </c:pt>
                <c:pt idx="110">
                  <c:v>-1.47042375488E-19</c:v>
                </c:pt>
                <c:pt idx="111">
                  <c:v>-1.75958979912E-20</c:v>
                </c:pt>
                <c:pt idx="112">
                  <c:v>-2.01164682309E-21</c:v>
                </c:pt>
                <c:pt idx="113">
                  <c:v>-2.19716873526E-22</c:v>
                </c:pt>
                <c:pt idx="114">
                  <c:v>-2.2926959309E-23</c:v>
                </c:pt>
                <c:pt idx="115">
                  <c:v>-2.2856034585E-24</c:v>
                </c:pt>
                <c:pt idx="116">
                  <c:v>-2.17684087469E-25</c:v>
                </c:pt>
                <c:pt idx="117">
                  <c:v>-1.98072351469E-26</c:v>
                </c:pt>
                <c:pt idx="118">
                  <c:v>-1.72183846704E-27</c:v>
                </c:pt>
                <c:pt idx="119">
                  <c:v>-1.4299877903E-28</c:v>
                </c:pt>
                <c:pt idx="120">
                  <c:v>-1.13460221581E-29</c:v>
                </c:pt>
                <c:pt idx="121">
                  <c:v>-8.60055148854E-31</c:v>
                </c:pt>
                <c:pt idx="122">
                  <c:v>-6.22845523859E-32</c:v>
                </c:pt>
                <c:pt idx="123">
                  <c:v>-4.30929048031E-33</c:v>
                </c:pt>
                <c:pt idx="124">
                  <c:v>-2.84841042748E-34</c:v>
                </c:pt>
                <c:pt idx="125">
                  <c:v>-1.79874971741E-35</c:v>
                </c:pt>
                <c:pt idx="126">
                  <c:v>-1.08520124966E-36</c:v>
                </c:pt>
                <c:pt idx="127">
                  <c:v>-6.25491203483E-38</c:v>
                </c:pt>
                <c:pt idx="128">
                  <c:v>-3.44432007074E-39</c:v>
                </c:pt>
              </c:numCache>
            </c:numRef>
          </c:yVal>
        </c:ser>
        <c:ser>
          <c:idx val="1"/>
          <c:order val="1"/>
          <c:tx>
            <c:v>沿光轴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Data'!$C$2:$C$130</c:f>
              <c:numCache>
                <c:formatCode>General</c:formatCode>
                <c:ptCount val="129"/>
                <c:pt idx="0">
                  <c:v>-8</c:v>
                </c:pt>
                <c:pt idx="1">
                  <c:v>-7.875</c:v>
                </c:pt>
                <c:pt idx="2">
                  <c:v>-7.75</c:v>
                </c:pt>
                <c:pt idx="3">
                  <c:v>-7.625</c:v>
                </c:pt>
                <c:pt idx="4">
                  <c:v>-7.5</c:v>
                </c:pt>
                <c:pt idx="5">
                  <c:v>-7.375</c:v>
                </c:pt>
                <c:pt idx="6">
                  <c:v>-7.25</c:v>
                </c:pt>
                <c:pt idx="7">
                  <c:v>-7.125</c:v>
                </c:pt>
                <c:pt idx="8">
                  <c:v>-7</c:v>
                </c:pt>
                <c:pt idx="9">
                  <c:v>-6.875</c:v>
                </c:pt>
                <c:pt idx="10">
                  <c:v>-6.75</c:v>
                </c:pt>
                <c:pt idx="11">
                  <c:v>-6.625</c:v>
                </c:pt>
                <c:pt idx="12">
                  <c:v>-6.5</c:v>
                </c:pt>
                <c:pt idx="13">
                  <c:v>-6.375</c:v>
                </c:pt>
                <c:pt idx="14">
                  <c:v>-6.25</c:v>
                </c:pt>
                <c:pt idx="15">
                  <c:v>-6.125</c:v>
                </c:pt>
                <c:pt idx="16">
                  <c:v>-6</c:v>
                </c:pt>
                <c:pt idx="17">
                  <c:v>-5.875</c:v>
                </c:pt>
                <c:pt idx="18">
                  <c:v>-5.75</c:v>
                </c:pt>
                <c:pt idx="19">
                  <c:v>-5.625</c:v>
                </c:pt>
                <c:pt idx="20">
                  <c:v>-5.5</c:v>
                </c:pt>
                <c:pt idx="21">
                  <c:v>-5.375</c:v>
                </c:pt>
                <c:pt idx="22">
                  <c:v>-5.25</c:v>
                </c:pt>
                <c:pt idx="23">
                  <c:v>-5.125</c:v>
                </c:pt>
                <c:pt idx="24">
                  <c:v>-5</c:v>
                </c:pt>
                <c:pt idx="25">
                  <c:v>-4.875</c:v>
                </c:pt>
                <c:pt idx="26">
                  <c:v>-4.75</c:v>
                </c:pt>
                <c:pt idx="27">
                  <c:v>-4.625</c:v>
                </c:pt>
                <c:pt idx="28">
                  <c:v>-4.5</c:v>
                </c:pt>
                <c:pt idx="29">
                  <c:v>-4.375</c:v>
                </c:pt>
                <c:pt idx="30">
                  <c:v>-4.25</c:v>
                </c:pt>
                <c:pt idx="31">
                  <c:v>-4.125</c:v>
                </c:pt>
                <c:pt idx="32">
                  <c:v>-4</c:v>
                </c:pt>
                <c:pt idx="33">
                  <c:v>-3.875</c:v>
                </c:pt>
                <c:pt idx="34">
                  <c:v>-3.75</c:v>
                </c:pt>
                <c:pt idx="35">
                  <c:v>-3.625</c:v>
                </c:pt>
                <c:pt idx="36">
                  <c:v>-3.5</c:v>
                </c:pt>
                <c:pt idx="37">
                  <c:v>-3.375</c:v>
                </c:pt>
                <c:pt idx="38">
                  <c:v>-3.25</c:v>
                </c:pt>
                <c:pt idx="39">
                  <c:v>-3.125</c:v>
                </c:pt>
                <c:pt idx="40">
                  <c:v>-3</c:v>
                </c:pt>
                <c:pt idx="41">
                  <c:v>-2.875</c:v>
                </c:pt>
                <c:pt idx="42">
                  <c:v>-2.75</c:v>
                </c:pt>
                <c:pt idx="43">
                  <c:v>-2.625</c:v>
                </c:pt>
                <c:pt idx="44">
                  <c:v>-2.5</c:v>
                </c:pt>
                <c:pt idx="45">
                  <c:v>-2.375</c:v>
                </c:pt>
                <c:pt idx="46">
                  <c:v>-2.25</c:v>
                </c:pt>
                <c:pt idx="47">
                  <c:v>-2.125</c:v>
                </c:pt>
                <c:pt idx="48">
                  <c:v>-2</c:v>
                </c:pt>
                <c:pt idx="49">
                  <c:v>-1.875</c:v>
                </c:pt>
                <c:pt idx="50">
                  <c:v>-1.75</c:v>
                </c:pt>
                <c:pt idx="51">
                  <c:v>-1.625</c:v>
                </c:pt>
                <c:pt idx="52">
                  <c:v>-1.5</c:v>
                </c:pt>
                <c:pt idx="53">
                  <c:v>-1.375</c:v>
                </c:pt>
                <c:pt idx="54">
                  <c:v>-1.25</c:v>
                </c:pt>
                <c:pt idx="55">
                  <c:v>-1.125</c:v>
                </c:pt>
                <c:pt idx="56">
                  <c:v>-1</c:v>
                </c:pt>
                <c:pt idx="57">
                  <c:v>-0.875</c:v>
                </c:pt>
                <c:pt idx="58">
                  <c:v>-0.75</c:v>
                </c:pt>
                <c:pt idx="59">
                  <c:v>-0.625</c:v>
                </c:pt>
                <c:pt idx="60">
                  <c:v>-0.5</c:v>
                </c:pt>
                <c:pt idx="61">
                  <c:v>-0.375</c:v>
                </c:pt>
                <c:pt idx="62">
                  <c:v>-0.25</c:v>
                </c:pt>
                <c:pt idx="63">
                  <c:v>-0.125</c:v>
                </c:pt>
                <c:pt idx="64">
                  <c:v>0</c:v>
                </c:pt>
                <c:pt idx="65">
                  <c:v>0.125</c:v>
                </c:pt>
                <c:pt idx="66">
                  <c:v>0.25</c:v>
                </c:pt>
                <c:pt idx="67">
                  <c:v>0.375</c:v>
                </c:pt>
                <c:pt idx="68">
                  <c:v>0.5</c:v>
                </c:pt>
                <c:pt idx="69">
                  <c:v>0.625</c:v>
                </c:pt>
                <c:pt idx="70">
                  <c:v>0.75</c:v>
                </c:pt>
                <c:pt idx="71">
                  <c:v>0.875</c:v>
                </c:pt>
                <c:pt idx="72">
                  <c:v>1</c:v>
                </c:pt>
                <c:pt idx="73">
                  <c:v>1.125</c:v>
                </c:pt>
                <c:pt idx="74">
                  <c:v>1.25</c:v>
                </c:pt>
                <c:pt idx="75">
                  <c:v>1.375</c:v>
                </c:pt>
                <c:pt idx="76">
                  <c:v>1.5</c:v>
                </c:pt>
                <c:pt idx="77">
                  <c:v>1.625</c:v>
                </c:pt>
                <c:pt idx="78">
                  <c:v>1.75</c:v>
                </c:pt>
                <c:pt idx="79">
                  <c:v>1.875</c:v>
                </c:pt>
                <c:pt idx="80">
                  <c:v>2</c:v>
                </c:pt>
                <c:pt idx="81">
                  <c:v>2.125</c:v>
                </c:pt>
                <c:pt idx="82">
                  <c:v>2.25</c:v>
                </c:pt>
                <c:pt idx="83">
                  <c:v>2.375</c:v>
                </c:pt>
                <c:pt idx="84">
                  <c:v>2.5</c:v>
                </c:pt>
                <c:pt idx="85">
                  <c:v>2.625</c:v>
                </c:pt>
                <c:pt idx="86">
                  <c:v>2.75</c:v>
                </c:pt>
                <c:pt idx="87">
                  <c:v>2.875</c:v>
                </c:pt>
                <c:pt idx="88">
                  <c:v>3</c:v>
                </c:pt>
                <c:pt idx="89">
                  <c:v>3.125</c:v>
                </c:pt>
                <c:pt idx="90">
                  <c:v>3.25</c:v>
                </c:pt>
                <c:pt idx="91">
                  <c:v>3.375</c:v>
                </c:pt>
                <c:pt idx="92">
                  <c:v>3.5</c:v>
                </c:pt>
                <c:pt idx="93">
                  <c:v>3.625</c:v>
                </c:pt>
                <c:pt idx="94">
                  <c:v>3.75</c:v>
                </c:pt>
                <c:pt idx="95">
                  <c:v>3.875</c:v>
                </c:pt>
                <c:pt idx="96">
                  <c:v>4</c:v>
                </c:pt>
                <c:pt idx="97">
                  <c:v>4.125</c:v>
                </c:pt>
                <c:pt idx="98">
                  <c:v>4.25</c:v>
                </c:pt>
                <c:pt idx="99">
                  <c:v>4.375</c:v>
                </c:pt>
                <c:pt idx="100">
                  <c:v>4.5</c:v>
                </c:pt>
                <c:pt idx="101">
                  <c:v>4.625</c:v>
                </c:pt>
                <c:pt idx="102">
                  <c:v>4.75</c:v>
                </c:pt>
                <c:pt idx="103">
                  <c:v>4.875</c:v>
                </c:pt>
                <c:pt idx="104">
                  <c:v>5</c:v>
                </c:pt>
                <c:pt idx="105">
                  <c:v>5.125</c:v>
                </c:pt>
                <c:pt idx="106">
                  <c:v>5.25</c:v>
                </c:pt>
                <c:pt idx="107">
                  <c:v>5.375</c:v>
                </c:pt>
                <c:pt idx="108">
                  <c:v>5.5</c:v>
                </c:pt>
                <c:pt idx="109">
                  <c:v>5.625</c:v>
                </c:pt>
                <c:pt idx="110">
                  <c:v>5.75</c:v>
                </c:pt>
                <c:pt idx="111">
                  <c:v>5.875</c:v>
                </c:pt>
                <c:pt idx="112">
                  <c:v>6</c:v>
                </c:pt>
                <c:pt idx="113">
                  <c:v>6.125</c:v>
                </c:pt>
                <c:pt idx="114">
                  <c:v>6.25</c:v>
                </c:pt>
                <c:pt idx="115">
                  <c:v>6.375</c:v>
                </c:pt>
                <c:pt idx="116">
                  <c:v>6.5</c:v>
                </c:pt>
                <c:pt idx="117">
                  <c:v>6.625</c:v>
                </c:pt>
                <c:pt idx="118">
                  <c:v>6.75</c:v>
                </c:pt>
                <c:pt idx="119">
                  <c:v>6.875</c:v>
                </c:pt>
                <c:pt idx="120">
                  <c:v>7</c:v>
                </c:pt>
                <c:pt idx="121">
                  <c:v>7.125</c:v>
                </c:pt>
                <c:pt idx="122">
                  <c:v>7.25</c:v>
                </c:pt>
                <c:pt idx="123">
                  <c:v>7.375</c:v>
                </c:pt>
                <c:pt idx="124">
                  <c:v>7.5</c:v>
                </c:pt>
                <c:pt idx="125">
                  <c:v>7.625</c:v>
                </c:pt>
                <c:pt idx="126">
                  <c:v>7.75</c:v>
                </c:pt>
                <c:pt idx="127">
                  <c:v>7.875</c:v>
                </c:pt>
                <c:pt idx="128">
                  <c:v>8</c:v>
                </c:pt>
              </c:numCache>
            </c:numRef>
          </c:xVal>
          <c:yVal>
            <c:numRef>
              <c:f>'Chart Data'!$D$2:$D$130</c:f>
              <c:numCache>
                <c:formatCode>0</c:formatCode>
                <c:ptCount val="129"/>
                <c:pt idx="0">
                  <c:v>-28.5974643139</c:v>
                </c:pt>
                <c:pt idx="1">
                  <c:v>-29.3208798164</c:v>
                </c:pt>
                <c:pt idx="2">
                  <c:v>-30.0695552472</c:v>
                </c:pt>
                <c:pt idx="3">
                  <c:v>-30.8445341816</c:v>
                </c:pt>
                <c:pt idx="4">
                  <c:v>-31.6469036162</c:v>
                </c:pt>
                <c:pt idx="5">
                  <c:v>-32.4777950634</c:v>
                </c:pt>
                <c:pt idx="6">
                  <c:v>-33.3383855266</c:v>
                </c:pt>
                <c:pt idx="7">
                  <c:v>-34.2298983198</c:v>
                </c:pt>
                <c:pt idx="8">
                  <c:v>-35.1536036946</c:v>
                </c:pt>
                <c:pt idx="9">
                  <c:v>-36.1108192292</c:v>
                </c:pt>
                <c:pt idx="10">
                  <c:v>-37.1029099255</c:v>
                </c:pt>
                <c:pt idx="11">
                  <c:v>-38.1312879559</c:v>
                </c:pt>
                <c:pt idx="12">
                  <c:v>-39.1974119879</c:v>
                </c:pt>
                <c:pt idx="13">
                  <c:v>-40.3027860073</c:v>
                </c:pt>
                <c:pt idx="14">
                  <c:v>-41.4489575474</c:v>
                </c:pt>
                <c:pt idx="15">
                  <c:v>-42.6375152208</c:v>
                </c:pt>
                <c:pt idx="16">
                  <c:v>-43.8700854325</c:v>
                </c:pt>
                <c:pt idx="17">
                  <c:v>-45.148328141</c:v>
                </c:pt>
                <c:pt idx="18">
                  <c:v>-46.4739315152</c:v>
                </c:pt>
                <c:pt idx="19">
                  <c:v>-47.8486053145</c:v>
                </c:pt>
                <c:pt idx="20">
                  <c:v>-49.2740728039</c:v>
                </c:pt>
                <c:pt idx="21">
                  <c:v>-50.7520609892</c:v>
                </c:pt>
                <c:pt idx="22">
                  <c:v>-52.2842889411</c:v>
                </c:pt>
                <c:pt idx="23">
                  <c:v>-53.8724539483</c:v>
                </c:pt>
                <c:pt idx="24">
                  <c:v>-55.5182152243</c:v>
                </c:pt>
                <c:pt idx="25">
                  <c:v>-57.223174865</c:v>
                </c:pt>
                <c:pt idx="26">
                  <c:v>-58.9888557381</c:v>
                </c:pt>
                <c:pt idx="27">
                  <c:v>-60.8166759711</c:v>
                </c:pt>
                <c:pt idx="28">
                  <c:v>-62.7079196904</c:v>
                </c:pt>
                <c:pt idx="29">
                  <c:v>-64.6637036662</c:v>
                </c:pt>
                <c:pt idx="30">
                  <c:v>-66.6849395214</c:v>
                </c:pt>
                <c:pt idx="31">
                  <c:v>-68.7722911902</c:v>
                </c:pt>
                <c:pt idx="32">
                  <c:v>-70.9261273471</c:v>
                </c:pt>
                <c:pt idx="33">
                  <c:v>-73.1464685926</c:v>
                </c:pt>
                <c:pt idx="34">
                  <c:v>-75.4329292741</c:v>
                </c:pt>
                <c:pt idx="35">
                  <c:v>-77.7846539399</c:v>
                </c:pt>
                <c:pt idx="36">
                  <c:v>-80.2002485939</c:v>
                </c:pt>
                <c:pt idx="37">
                  <c:v>-82.6777071244</c:v>
                </c:pt>
                <c:pt idx="38">
                  <c:v>-85.214333542</c:v>
                </c:pt>
                <c:pt idx="39">
                  <c:v>-87.8066609775</c:v>
                </c:pt>
                <c:pt idx="40">
                  <c:v>-90.450368764</c:v>
                </c:pt>
                <c:pt idx="41">
                  <c:v>-93.1401993564</c:v>
                </c:pt>
                <c:pt idx="42">
                  <c:v>-95.8698773238</c:v>
                </c:pt>
                <c:pt idx="43">
                  <c:v>-98.6320331696</c:v>
                </c:pt>
                <c:pt idx="44">
                  <c:v>-101.41813528</c:v>
                </c:pt>
                <c:pt idx="45">
                  <c:v>-104.218433836</c:v>
                </c:pt>
                <c:pt idx="46">
                  <c:v>-107.021921016</c:v>
                </c:pt>
                <c:pt idx="47">
                  <c:v>-109.816312234</c:v>
                </c:pt>
                <c:pt idx="48">
                  <c:v>-112.588053396</c:v>
                </c:pt>
                <c:pt idx="49">
                  <c:v>-115.322359227</c:v>
                </c:pt>
                <c:pt idx="50">
                  <c:v>-118.003287462</c:v>
                </c:pt>
                <c:pt idx="51">
                  <c:v>-120.613853166</c:v>
                </c:pt>
                <c:pt idx="52">
                  <c:v>-123.136186419</c:v>
                </c:pt>
                <c:pt idx="53">
                  <c:v>-125.551735245</c:v>
                </c:pt>
                <c:pt idx="54">
                  <c:v>-127.841513804</c:v>
                </c:pt>
                <c:pt idx="55">
                  <c:v>-129.986393639</c:v>
                </c:pt>
                <c:pt idx="56">
                  <c:v>-131.967433214</c:v>
                </c:pt>
                <c:pt idx="57">
                  <c:v>-133.766238308</c:v>
                </c:pt>
                <c:pt idx="58">
                  <c:v>-135.365343086</c:v>
                </c:pt>
                <c:pt idx="59">
                  <c:v>-136.748599287</c:v>
                </c:pt>
                <c:pt idx="60">
                  <c:v>-137.901559014</c:v>
                </c:pt>
                <c:pt idx="61">
                  <c:v>-138.811835404</c:v>
                </c:pt>
                <c:pt idx="62">
                  <c:v>-139.469425219</c:v>
                </c:pt>
                <c:pt idx="63">
                  <c:v>-139.866978208</c:v>
                </c:pt>
                <c:pt idx="64">
                  <c:v>-140</c:v>
                </c:pt>
                <c:pt idx="65">
                  <c:v>-139.866978208</c:v>
                </c:pt>
                <c:pt idx="66">
                  <c:v>-139.469425219</c:v>
                </c:pt>
                <c:pt idx="67">
                  <c:v>-138.811835404</c:v>
                </c:pt>
                <c:pt idx="68">
                  <c:v>-137.901559014</c:v>
                </c:pt>
                <c:pt idx="69">
                  <c:v>-136.748599287</c:v>
                </c:pt>
                <c:pt idx="70">
                  <c:v>-135.365343086</c:v>
                </c:pt>
                <c:pt idx="71">
                  <c:v>-133.766238308</c:v>
                </c:pt>
                <c:pt idx="72">
                  <c:v>-131.967433214</c:v>
                </c:pt>
                <c:pt idx="73">
                  <c:v>-129.986393639</c:v>
                </c:pt>
                <c:pt idx="74">
                  <c:v>-127.841513804</c:v>
                </c:pt>
                <c:pt idx="75">
                  <c:v>-125.551735245</c:v>
                </c:pt>
                <c:pt idx="76">
                  <c:v>-123.136186419</c:v>
                </c:pt>
                <c:pt idx="77">
                  <c:v>-120.613853166</c:v>
                </c:pt>
                <c:pt idx="78">
                  <c:v>-118.003287462</c:v>
                </c:pt>
                <c:pt idx="79">
                  <c:v>-115.322359227</c:v>
                </c:pt>
                <c:pt idx="80">
                  <c:v>-112.588053396</c:v>
                </c:pt>
                <c:pt idx="81">
                  <c:v>-109.816312234</c:v>
                </c:pt>
                <c:pt idx="82">
                  <c:v>-107.021921016</c:v>
                </c:pt>
                <c:pt idx="83">
                  <c:v>-104.218433836</c:v>
                </c:pt>
                <c:pt idx="84">
                  <c:v>-101.41813528</c:v>
                </c:pt>
                <c:pt idx="85">
                  <c:v>-98.6320331696</c:v>
                </c:pt>
                <c:pt idx="86">
                  <c:v>-95.8698773238</c:v>
                </c:pt>
                <c:pt idx="87">
                  <c:v>-93.1401993564</c:v>
                </c:pt>
                <c:pt idx="88">
                  <c:v>-90.450368764</c:v>
                </c:pt>
                <c:pt idx="89">
                  <c:v>-87.8066609775</c:v>
                </c:pt>
                <c:pt idx="90">
                  <c:v>-85.214333542</c:v>
                </c:pt>
                <c:pt idx="91">
                  <c:v>-82.6777071244</c:v>
                </c:pt>
                <c:pt idx="92">
                  <c:v>-80.2002485939</c:v>
                </c:pt>
                <c:pt idx="93">
                  <c:v>-77.7846539399</c:v>
                </c:pt>
                <c:pt idx="94">
                  <c:v>-75.4329292741</c:v>
                </c:pt>
                <c:pt idx="95">
                  <c:v>-73.1464685926</c:v>
                </c:pt>
                <c:pt idx="96">
                  <c:v>-70.9261273471</c:v>
                </c:pt>
                <c:pt idx="97">
                  <c:v>-68.7722911902</c:v>
                </c:pt>
                <c:pt idx="98">
                  <c:v>-66.6849395214</c:v>
                </c:pt>
                <c:pt idx="99">
                  <c:v>-64.6637036662</c:v>
                </c:pt>
                <c:pt idx="100">
                  <c:v>-62.7079196904</c:v>
                </c:pt>
                <c:pt idx="101">
                  <c:v>-60.8166759711</c:v>
                </c:pt>
                <c:pt idx="102">
                  <c:v>-58.9888557381</c:v>
                </c:pt>
                <c:pt idx="103">
                  <c:v>-57.223174865</c:v>
                </c:pt>
                <c:pt idx="104">
                  <c:v>-55.5182152243</c:v>
                </c:pt>
                <c:pt idx="105">
                  <c:v>-53.8724539483</c:v>
                </c:pt>
                <c:pt idx="106">
                  <c:v>-52.2842889411</c:v>
                </c:pt>
                <c:pt idx="107">
                  <c:v>-50.7520609892</c:v>
                </c:pt>
                <c:pt idx="108">
                  <c:v>-49.2740728039</c:v>
                </c:pt>
                <c:pt idx="109">
                  <c:v>-47.8486053145</c:v>
                </c:pt>
                <c:pt idx="110">
                  <c:v>-46.4739315152</c:v>
                </c:pt>
                <c:pt idx="111">
                  <c:v>-45.148328141</c:v>
                </c:pt>
                <c:pt idx="112">
                  <c:v>-43.8700854325</c:v>
                </c:pt>
                <c:pt idx="113">
                  <c:v>-42.6375152208</c:v>
                </c:pt>
                <c:pt idx="114">
                  <c:v>-41.4489575474</c:v>
                </c:pt>
                <c:pt idx="115">
                  <c:v>-40.3027860073</c:v>
                </c:pt>
                <c:pt idx="116">
                  <c:v>-39.1974119879</c:v>
                </c:pt>
                <c:pt idx="117">
                  <c:v>-38.1312879559</c:v>
                </c:pt>
                <c:pt idx="118">
                  <c:v>-37.1029099255</c:v>
                </c:pt>
                <c:pt idx="119">
                  <c:v>-36.1108192292</c:v>
                </c:pt>
                <c:pt idx="120">
                  <c:v>-35.1536036946</c:v>
                </c:pt>
                <c:pt idx="121">
                  <c:v>-34.2298983198</c:v>
                </c:pt>
                <c:pt idx="122">
                  <c:v>-33.3383855266</c:v>
                </c:pt>
                <c:pt idx="123">
                  <c:v>-32.4777950634</c:v>
                </c:pt>
                <c:pt idx="124">
                  <c:v>-31.6469036162</c:v>
                </c:pt>
                <c:pt idx="125">
                  <c:v>-30.8445341816</c:v>
                </c:pt>
                <c:pt idx="126">
                  <c:v>-30.0695552472</c:v>
                </c:pt>
                <c:pt idx="127">
                  <c:v>-29.3208798164</c:v>
                </c:pt>
                <c:pt idx="128">
                  <c:v>-28.5974643139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U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8"/>
          <c:min val="-8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距焦点的位置（μm）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半宽</c:v>
          </c:tx>
          <c:spPr>
            <a:solidFill xmlns:a="http://schemas.openxmlformats.org/drawingml/2006/main">
              <a:srgbClr val="186DA0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256</c:v>
                </c:pt>
                <c:pt idx="1">
                  <c:v>4096</c:v>
                </c:pt>
                <c:pt idx="2">
                  <c:v>8192</c:v>
                </c:pt>
              </c:numCache>
            </c:num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6.125</c:v>
                </c:pt>
                <c:pt idx="1">
                  <c:v>1.53125</c:v>
                </c:pt>
                <c:pt idx="2">
                  <c:v>1.08275725869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95% 区间半宽（百分点）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最大差</c:v>
          </c:tx>
          <c:spPr>
            <a:solidFill xmlns:a="http://schemas.openxmlformats.org/drawingml/2006/main">
              <a:srgbClr val="D36E2B"/>
            </a:solidFill>
          </c:spPr>
          <c:cat>
            <c:strRef>
              <c:f>'Chart Data'!$A$2:$A$5</c:f>
              <c:strCache>
                <c:ptCount val="4"/>
                <c:pt idx="0">
                  <c:v>200</c:v>
                </c:pt>
                <c:pt idx="1">
                  <c:v>400</c:v>
                </c:pt>
                <c:pt idx="2">
                  <c:v>600</c:v>
                </c:pt>
                <c:pt idx="3">
                  <c:v>优化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1.123</c:v>
                </c:pt>
                <c:pt idx="1">
                  <c:v>1.05</c:v>
                </c:pt>
                <c:pt idx="2">
                  <c:v>1.44</c:v>
                </c:pt>
                <c:pt idx="3">
                  <c:v>0.708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最大存活率差（百分点）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焦点重合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Data'!$A$2:$A$122</c:f>
              <c:numCache>
                <c:formatCode>General</c:formatCode>
                <c:ptCount val="121"/>
                <c:pt idx="0">
                  <c:v>-12</c:v>
                </c:pt>
                <c:pt idx="1">
                  <c:v>-11.8</c:v>
                </c:pt>
                <c:pt idx="2">
                  <c:v>-11.6</c:v>
                </c:pt>
                <c:pt idx="3">
                  <c:v>-11.4</c:v>
                </c:pt>
                <c:pt idx="4">
                  <c:v>-11.2</c:v>
                </c:pt>
                <c:pt idx="5">
                  <c:v>-11</c:v>
                </c:pt>
                <c:pt idx="6">
                  <c:v>-10.8</c:v>
                </c:pt>
                <c:pt idx="7">
                  <c:v>-10.6</c:v>
                </c:pt>
                <c:pt idx="8">
                  <c:v>-10.4</c:v>
                </c:pt>
                <c:pt idx="9">
                  <c:v>-10.2</c:v>
                </c:pt>
                <c:pt idx="10">
                  <c:v>-10</c:v>
                </c:pt>
                <c:pt idx="11">
                  <c:v>-9.8</c:v>
                </c:pt>
                <c:pt idx="12">
                  <c:v>-9.6</c:v>
                </c:pt>
                <c:pt idx="13">
                  <c:v>-9.4</c:v>
                </c:pt>
                <c:pt idx="14">
                  <c:v>-9.2</c:v>
                </c:pt>
                <c:pt idx="15">
                  <c:v>-9</c:v>
                </c:pt>
                <c:pt idx="16">
                  <c:v>-8.8</c:v>
                </c:pt>
                <c:pt idx="17">
                  <c:v>-8.6</c:v>
                </c:pt>
                <c:pt idx="18">
                  <c:v>-8.4</c:v>
                </c:pt>
                <c:pt idx="19">
                  <c:v>-8.2</c:v>
                </c:pt>
                <c:pt idx="20">
                  <c:v>-8</c:v>
                </c:pt>
                <c:pt idx="21">
                  <c:v>-7.8</c:v>
                </c:pt>
                <c:pt idx="22">
                  <c:v>-7.6</c:v>
                </c:pt>
                <c:pt idx="23">
                  <c:v>-7.4</c:v>
                </c:pt>
                <c:pt idx="24">
                  <c:v>-7.2</c:v>
                </c:pt>
                <c:pt idx="25">
                  <c:v>-7</c:v>
                </c:pt>
                <c:pt idx="26">
                  <c:v>-6.8</c:v>
                </c:pt>
                <c:pt idx="27">
                  <c:v>-6.6</c:v>
                </c:pt>
                <c:pt idx="28">
                  <c:v>-6.4</c:v>
                </c:pt>
                <c:pt idx="29">
                  <c:v>-6.2</c:v>
                </c:pt>
                <c:pt idx="30">
                  <c:v>-6</c:v>
                </c:pt>
                <c:pt idx="31">
                  <c:v>-5.8</c:v>
                </c:pt>
                <c:pt idx="32">
                  <c:v>-5.6</c:v>
                </c:pt>
                <c:pt idx="33">
                  <c:v>-5.4</c:v>
                </c:pt>
                <c:pt idx="34">
                  <c:v>-5.2</c:v>
                </c:pt>
                <c:pt idx="35">
                  <c:v>-5</c:v>
                </c:pt>
                <c:pt idx="36">
                  <c:v>-4.8</c:v>
                </c:pt>
                <c:pt idx="37">
                  <c:v>-4.6</c:v>
                </c:pt>
                <c:pt idx="38">
                  <c:v>-4.4</c:v>
                </c:pt>
                <c:pt idx="39">
                  <c:v>-4.2</c:v>
                </c:pt>
                <c:pt idx="40">
                  <c:v>-4</c:v>
                </c:pt>
                <c:pt idx="41">
                  <c:v>-3.8</c:v>
                </c:pt>
                <c:pt idx="42">
                  <c:v>-3.6</c:v>
                </c:pt>
                <c:pt idx="43">
                  <c:v>-3.4</c:v>
                </c:pt>
                <c:pt idx="44">
                  <c:v>-3.2</c:v>
                </c:pt>
                <c:pt idx="45">
                  <c:v>-3</c:v>
                </c:pt>
                <c:pt idx="46">
                  <c:v>-2.8</c:v>
                </c:pt>
                <c:pt idx="47">
                  <c:v>-2.6</c:v>
                </c:pt>
                <c:pt idx="48">
                  <c:v>-2.4</c:v>
                </c:pt>
                <c:pt idx="49">
                  <c:v>-2.2</c:v>
                </c:pt>
                <c:pt idx="50">
                  <c:v>-2</c:v>
                </c:pt>
                <c:pt idx="51">
                  <c:v>-1.8</c:v>
                </c:pt>
                <c:pt idx="52">
                  <c:v>-1.6</c:v>
                </c:pt>
                <c:pt idx="53">
                  <c:v>-1.4</c:v>
                </c:pt>
                <c:pt idx="54">
                  <c:v>-1.2</c:v>
                </c:pt>
                <c:pt idx="55">
                  <c:v>-1</c:v>
                </c:pt>
                <c:pt idx="56">
                  <c:v>-0.8</c:v>
                </c:pt>
                <c:pt idx="57">
                  <c:v>-0.6</c:v>
                </c:pt>
                <c:pt idx="58">
                  <c:v>-0.4</c:v>
                </c:pt>
                <c:pt idx="59">
                  <c:v>-0.2</c:v>
                </c:pt>
                <c:pt idx="60">
                  <c:v>0</c:v>
                </c:pt>
                <c:pt idx="61">
                  <c:v>0.2</c:v>
                </c:pt>
                <c:pt idx="62">
                  <c:v>0.4</c:v>
                </c:pt>
                <c:pt idx="63">
                  <c:v>0.6</c:v>
                </c:pt>
                <c:pt idx="64">
                  <c:v>0.8</c:v>
                </c:pt>
                <c:pt idx="65">
                  <c:v>1</c:v>
                </c:pt>
                <c:pt idx="66">
                  <c:v>1.2</c:v>
                </c:pt>
                <c:pt idx="67">
                  <c:v>1.4</c:v>
                </c:pt>
                <c:pt idx="68">
                  <c:v>1.6</c:v>
                </c:pt>
                <c:pt idx="69">
                  <c:v>1.8</c:v>
                </c:pt>
                <c:pt idx="70">
                  <c:v>2</c:v>
                </c:pt>
                <c:pt idx="71">
                  <c:v>2.2</c:v>
                </c:pt>
                <c:pt idx="72">
                  <c:v>2.4</c:v>
                </c:pt>
                <c:pt idx="73">
                  <c:v>2.6</c:v>
                </c:pt>
                <c:pt idx="74">
                  <c:v>2.8</c:v>
                </c:pt>
                <c:pt idx="75">
                  <c:v>3</c:v>
                </c:pt>
                <c:pt idx="76">
                  <c:v>3.2</c:v>
                </c:pt>
                <c:pt idx="77">
                  <c:v>3.4</c:v>
                </c:pt>
                <c:pt idx="78">
                  <c:v>3.6</c:v>
                </c:pt>
                <c:pt idx="79">
                  <c:v>3.8</c:v>
                </c:pt>
                <c:pt idx="80">
                  <c:v>4</c:v>
                </c:pt>
                <c:pt idx="81">
                  <c:v>4.2</c:v>
                </c:pt>
                <c:pt idx="82">
                  <c:v>4.4</c:v>
                </c:pt>
                <c:pt idx="83">
                  <c:v>4.6</c:v>
                </c:pt>
                <c:pt idx="84">
                  <c:v>4.8</c:v>
                </c:pt>
                <c:pt idx="85">
                  <c:v>5</c:v>
                </c:pt>
                <c:pt idx="86">
                  <c:v>5.2</c:v>
                </c:pt>
                <c:pt idx="87">
                  <c:v>5.4</c:v>
                </c:pt>
                <c:pt idx="88">
                  <c:v>5.6</c:v>
                </c:pt>
                <c:pt idx="89">
                  <c:v>5.8</c:v>
                </c:pt>
                <c:pt idx="90">
                  <c:v>6</c:v>
                </c:pt>
                <c:pt idx="91">
                  <c:v>6.2</c:v>
                </c:pt>
                <c:pt idx="92">
                  <c:v>6.4</c:v>
                </c:pt>
                <c:pt idx="93">
                  <c:v>6.6</c:v>
                </c:pt>
                <c:pt idx="94">
                  <c:v>6.8</c:v>
                </c:pt>
                <c:pt idx="95">
                  <c:v>7</c:v>
                </c:pt>
                <c:pt idx="96">
                  <c:v>7.2</c:v>
                </c:pt>
                <c:pt idx="97">
                  <c:v>7.4</c:v>
                </c:pt>
                <c:pt idx="98">
                  <c:v>7.6</c:v>
                </c:pt>
                <c:pt idx="99">
                  <c:v>7.8</c:v>
                </c:pt>
                <c:pt idx="100">
                  <c:v>8</c:v>
                </c:pt>
                <c:pt idx="101">
                  <c:v>8.2</c:v>
                </c:pt>
                <c:pt idx="102">
                  <c:v>8.4</c:v>
                </c:pt>
                <c:pt idx="103">
                  <c:v>8.6</c:v>
                </c:pt>
                <c:pt idx="104">
                  <c:v>8.8</c:v>
                </c:pt>
                <c:pt idx="105">
                  <c:v>9</c:v>
                </c:pt>
                <c:pt idx="106">
                  <c:v>9.2</c:v>
                </c:pt>
                <c:pt idx="107">
                  <c:v>9.4</c:v>
                </c:pt>
                <c:pt idx="108">
                  <c:v>9.6</c:v>
                </c:pt>
                <c:pt idx="109">
                  <c:v>9.8</c:v>
                </c:pt>
                <c:pt idx="110">
                  <c:v>10</c:v>
                </c:pt>
                <c:pt idx="111">
                  <c:v>10.2</c:v>
                </c:pt>
                <c:pt idx="112">
                  <c:v>10.4</c:v>
                </c:pt>
                <c:pt idx="113">
                  <c:v>10.6</c:v>
                </c:pt>
                <c:pt idx="114">
                  <c:v>10.8</c:v>
                </c:pt>
                <c:pt idx="115">
                  <c:v>11</c:v>
                </c:pt>
                <c:pt idx="116">
                  <c:v>11.2</c:v>
                </c:pt>
                <c:pt idx="117">
                  <c:v>11.4</c:v>
                </c:pt>
                <c:pt idx="118">
                  <c:v>11.6</c:v>
                </c:pt>
                <c:pt idx="119">
                  <c:v>11.8</c:v>
                </c:pt>
                <c:pt idx="120">
                  <c:v>12</c:v>
                </c:pt>
              </c:numCache>
            </c:numRef>
          </c:xVal>
          <c:yVal>
            <c:numRef>
              <c:f>'Chart Data'!$B$2:$B$122</c:f>
              <c:numCache>
                <c:formatCode>0</c:formatCode>
                <c:ptCount val="121"/>
                <c:pt idx="0">
                  <c:v>-28.9671840539</c:v>
                </c:pt>
                <c:pt idx="1">
                  <c:v>-29.8518686155</c:v>
                </c:pt>
                <c:pt idx="2">
                  <c:v>-30.7759989555</c:v>
                </c:pt>
                <c:pt idx="3">
                  <c:v>-31.7418402905</c:v>
                </c:pt>
                <c:pt idx="4">
                  <c:v>-32.7518128545</c:v>
                </c:pt>
                <c:pt idx="5">
                  <c:v>-33.8085037366</c:v>
                </c:pt>
                <c:pt idx="6">
                  <c:v>-34.9146796485</c:v>
                </c:pt>
                <c:pt idx="7">
                  <c:v>-36.0733006809</c:v>
                </c:pt>
                <c:pt idx="8">
                  <c:v>-37.2875351102</c:v>
                </c:pt>
                <c:pt idx="9">
                  <c:v>-38.5607753165</c:v>
                </c:pt>
                <c:pt idx="10">
                  <c:v>-39.8966548674</c:v>
                </c:pt>
                <c:pt idx="11">
                  <c:v>-41.2990668178</c:v>
                </c:pt>
                <c:pt idx="12">
                  <c:v>-42.772183266</c:v>
                </c:pt>
                <c:pt idx="13">
                  <c:v>-44.3204761903</c:v>
                </c:pt>
                <c:pt idx="14">
                  <c:v>-45.9487395718</c:v>
                </c:pt>
                <c:pt idx="15">
                  <c:v>-47.662112781</c:v>
                </c:pt>
                <c:pt idx="16">
                  <c:v>-49.4661051661</c:v>
                </c:pt>
                <c:pt idx="17">
                  <c:v>-51.3666217345</c:v>
                </c:pt>
                <c:pt idx="18">
                  <c:v>-53.3699897513</c:v>
                </c:pt>
                <c:pt idx="19">
                  <c:v>-55.4829859932</c:v>
                </c:pt>
                <c:pt idx="20">
                  <c:v>-57.7128642901</c:v>
                </c:pt>
                <c:pt idx="21">
                  <c:v>-60.0673828439</c:v>
                </c:pt>
                <c:pt idx="22">
                  <c:v>-62.554830638</c:v>
                </c:pt>
                <c:pt idx="23">
                  <c:v>-65.1840520282</c:v>
                </c:pt>
                <c:pt idx="24">
                  <c:v>-67.9644683212</c:v>
                </c:pt>
                <c:pt idx="25">
                  <c:v>-70.9060948017</c:v>
                </c:pt>
                <c:pt idx="26">
                  <c:v>-74.01955123</c:v>
                </c:pt>
                <c:pt idx="27">
                  <c:v>-77.3160633001</c:v>
                </c:pt>
                <c:pt idx="28">
                  <c:v>-80.8074518945</c:v>
                </c:pt>
                <c:pt idx="29">
                  <c:v>-84.5061061813</c:v>
                </c:pt>
                <c:pt idx="30">
                  <c:v>-88.4249356515</c:v>
                </c:pt>
                <c:pt idx="31">
                  <c:v>-92.5772950738</c:v>
                </c:pt>
                <c:pt idx="32">
                  <c:v>-96.9768750354</c:v>
                </c:pt>
                <c:pt idx="33">
                  <c:v>-101.637549248</c:v>
                </c:pt>
                <c:pt idx="34">
                  <c:v>-106.573168134</c:v>
                </c:pt>
                <c:pt idx="35">
                  <c:v>-111.797286419</c:v>
                </c:pt>
                <c:pt idx="36">
                  <c:v>-117.322810652</c:v>
                </c:pt>
                <c:pt idx="37">
                  <c:v>-123.161550866</c:v>
                </c:pt>
                <c:pt idx="38">
                  <c:v>-129.323659272</c:v>
                </c:pt>
                <c:pt idx="39">
                  <c:v>-135.816938259</c:v>
                </c:pt>
                <c:pt idx="40">
                  <c:v>-142.646000632</c:v>
                </c:pt>
                <c:pt idx="41">
                  <c:v>-149.811267535</c:v>
                </c:pt>
                <c:pt idx="42">
                  <c:v>-157.307794938</c:v>
                </c:pt>
                <c:pt idx="43">
                  <c:v>-165.123928785</c:v>
                </c:pt>
                <c:pt idx="44">
                  <c:v>-173.239803269</c:v>
                </c:pt>
                <c:pt idx="45">
                  <c:v>-181.625717283</c:v>
                </c:pt>
                <c:pt idx="46">
                  <c:v>-190.240451753</c:v>
                </c:pt>
                <c:pt idx="47">
                  <c:v>-199.029625407</c:v>
                </c:pt>
                <c:pt idx="48">
                  <c:v>-207.92422736</c:v>
                </c:pt>
                <c:pt idx="49">
                  <c:v>-216.839508294</c:v>
                </c:pt>
                <c:pt idx="50">
                  <c:v>-225.674452113</c:v>
                </c:pt>
                <c:pt idx="51">
                  <c:v>-234.312077385</c:v>
                </c:pt>
                <c:pt idx="52">
                  <c:v>-242.620820855</c:v>
                </c:pt>
                <c:pt idx="53">
                  <c:v>-250.457220388</c:v>
                </c:pt>
                <c:pt idx="54">
                  <c:v>-257.670030596</c:v>
                </c:pt>
                <c:pt idx="55">
                  <c:v>-264.10576575</c:v>
                </c:pt>
                <c:pt idx="56">
                  <c:v>-269.615477757</c:v>
                </c:pt>
                <c:pt idx="57">
                  <c:v>-274.062363237</c:v>
                </c:pt>
                <c:pt idx="58">
                  <c:v>-277.329590161</c:v>
                </c:pt>
                <c:pt idx="59">
                  <c:v>-279.327587855</c:v>
                </c:pt>
                <c:pt idx="60">
                  <c:v>-280</c:v>
                </c:pt>
                <c:pt idx="61">
                  <c:v>-279.327587855</c:v>
                </c:pt>
                <c:pt idx="62">
                  <c:v>-277.329590161</c:v>
                </c:pt>
                <c:pt idx="63">
                  <c:v>-274.062363237</c:v>
                </c:pt>
                <c:pt idx="64">
                  <c:v>-269.615477757</c:v>
                </c:pt>
                <c:pt idx="65">
                  <c:v>-264.10576575</c:v>
                </c:pt>
                <c:pt idx="66">
                  <c:v>-257.670030596</c:v>
                </c:pt>
                <c:pt idx="67">
                  <c:v>-250.457220388</c:v>
                </c:pt>
                <c:pt idx="68">
                  <c:v>-242.620820855</c:v>
                </c:pt>
                <c:pt idx="69">
                  <c:v>-234.312077385</c:v>
                </c:pt>
                <c:pt idx="70">
                  <c:v>-225.674452113</c:v>
                </c:pt>
                <c:pt idx="71">
                  <c:v>-216.839508294</c:v>
                </c:pt>
                <c:pt idx="72">
                  <c:v>-207.92422736</c:v>
                </c:pt>
                <c:pt idx="73">
                  <c:v>-199.029625407</c:v>
                </c:pt>
                <c:pt idx="74">
                  <c:v>-190.240451753</c:v>
                </c:pt>
                <c:pt idx="75">
                  <c:v>-181.625717283</c:v>
                </c:pt>
                <c:pt idx="76">
                  <c:v>-173.239803269</c:v>
                </c:pt>
                <c:pt idx="77">
                  <c:v>-165.123928785</c:v>
                </c:pt>
                <c:pt idx="78">
                  <c:v>-157.307794938</c:v>
                </c:pt>
                <c:pt idx="79">
                  <c:v>-149.811267535</c:v>
                </c:pt>
                <c:pt idx="80">
                  <c:v>-142.646000632</c:v>
                </c:pt>
                <c:pt idx="81">
                  <c:v>-135.816938259</c:v>
                </c:pt>
                <c:pt idx="82">
                  <c:v>-129.323659272</c:v>
                </c:pt>
                <c:pt idx="83">
                  <c:v>-123.161550866</c:v>
                </c:pt>
                <c:pt idx="84">
                  <c:v>-117.322810652</c:v>
                </c:pt>
                <c:pt idx="85">
                  <c:v>-111.797286419</c:v>
                </c:pt>
                <c:pt idx="86">
                  <c:v>-106.573168134</c:v>
                </c:pt>
                <c:pt idx="87">
                  <c:v>-101.637549248</c:v>
                </c:pt>
                <c:pt idx="88">
                  <c:v>-96.9768750354</c:v>
                </c:pt>
                <c:pt idx="89">
                  <c:v>-92.5772950738</c:v>
                </c:pt>
                <c:pt idx="90">
                  <c:v>-88.4249356515</c:v>
                </c:pt>
                <c:pt idx="91">
                  <c:v>-84.5061061813</c:v>
                </c:pt>
                <c:pt idx="92">
                  <c:v>-80.8074518945</c:v>
                </c:pt>
                <c:pt idx="93">
                  <c:v>-77.3160633001</c:v>
                </c:pt>
                <c:pt idx="94">
                  <c:v>-74.01955123</c:v>
                </c:pt>
                <c:pt idx="95">
                  <c:v>-70.9060948017</c:v>
                </c:pt>
                <c:pt idx="96">
                  <c:v>-67.9644683212</c:v>
                </c:pt>
                <c:pt idx="97">
                  <c:v>-65.1840520282</c:v>
                </c:pt>
                <c:pt idx="98">
                  <c:v>-62.554830638</c:v>
                </c:pt>
                <c:pt idx="99">
                  <c:v>-60.0673828439</c:v>
                </c:pt>
                <c:pt idx="100">
                  <c:v>-57.7128642901</c:v>
                </c:pt>
                <c:pt idx="101">
                  <c:v>-55.4829859932</c:v>
                </c:pt>
                <c:pt idx="102">
                  <c:v>-53.3699897513</c:v>
                </c:pt>
                <c:pt idx="103">
                  <c:v>-51.3666217345</c:v>
                </c:pt>
                <c:pt idx="104">
                  <c:v>-49.4661051661</c:v>
                </c:pt>
                <c:pt idx="105">
                  <c:v>-47.662112781</c:v>
                </c:pt>
                <c:pt idx="106">
                  <c:v>-45.9487395718</c:v>
                </c:pt>
                <c:pt idx="107">
                  <c:v>-44.3204761903</c:v>
                </c:pt>
                <c:pt idx="108">
                  <c:v>-42.772183266</c:v>
                </c:pt>
                <c:pt idx="109">
                  <c:v>-41.2990668178</c:v>
                </c:pt>
                <c:pt idx="110">
                  <c:v>-39.8966548674</c:v>
                </c:pt>
                <c:pt idx="111">
                  <c:v>-38.5607753165</c:v>
                </c:pt>
                <c:pt idx="112">
                  <c:v>-37.2875351102</c:v>
                </c:pt>
                <c:pt idx="113">
                  <c:v>-36.0733006809</c:v>
                </c:pt>
                <c:pt idx="114">
                  <c:v>-34.9146796485</c:v>
                </c:pt>
                <c:pt idx="115">
                  <c:v>-33.8085037366</c:v>
                </c:pt>
                <c:pt idx="116">
                  <c:v>-32.7518128545</c:v>
                </c:pt>
                <c:pt idx="117">
                  <c:v>-31.7418402905</c:v>
                </c:pt>
                <c:pt idx="118">
                  <c:v>-30.7759989555</c:v>
                </c:pt>
                <c:pt idx="119">
                  <c:v>-29.8518686155</c:v>
                </c:pt>
                <c:pt idx="120">
                  <c:v>-28.9671840539</c:v>
                </c:pt>
              </c:numCache>
            </c:numRef>
          </c:yVal>
        </c:ser>
        <c:ser>
          <c:idx val="1"/>
          <c:order val="1"/>
          <c:tx>
            <c:v>焦点偏移 ±zR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Data'!$C$2:$C$122</c:f>
              <c:numCache>
                <c:formatCode>General</c:formatCode>
                <c:ptCount val="121"/>
                <c:pt idx="0">
                  <c:v>-12</c:v>
                </c:pt>
                <c:pt idx="1">
                  <c:v>-11.8</c:v>
                </c:pt>
                <c:pt idx="2">
                  <c:v>-11.6</c:v>
                </c:pt>
                <c:pt idx="3">
                  <c:v>-11.4</c:v>
                </c:pt>
                <c:pt idx="4">
                  <c:v>-11.2</c:v>
                </c:pt>
                <c:pt idx="5">
                  <c:v>-11</c:v>
                </c:pt>
                <c:pt idx="6">
                  <c:v>-10.8</c:v>
                </c:pt>
                <c:pt idx="7">
                  <c:v>-10.6</c:v>
                </c:pt>
                <c:pt idx="8">
                  <c:v>-10.4</c:v>
                </c:pt>
                <c:pt idx="9">
                  <c:v>-10.2</c:v>
                </c:pt>
                <c:pt idx="10">
                  <c:v>-10</c:v>
                </c:pt>
                <c:pt idx="11">
                  <c:v>-9.8</c:v>
                </c:pt>
                <c:pt idx="12">
                  <c:v>-9.6</c:v>
                </c:pt>
                <c:pt idx="13">
                  <c:v>-9.4</c:v>
                </c:pt>
                <c:pt idx="14">
                  <c:v>-9.2</c:v>
                </c:pt>
                <c:pt idx="15">
                  <c:v>-9</c:v>
                </c:pt>
                <c:pt idx="16">
                  <c:v>-8.8</c:v>
                </c:pt>
                <c:pt idx="17">
                  <c:v>-8.6</c:v>
                </c:pt>
                <c:pt idx="18">
                  <c:v>-8.4</c:v>
                </c:pt>
                <c:pt idx="19">
                  <c:v>-8.2</c:v>
                </c:pt>
                <c:pt idx="20">
                  <c:v>-8</c:v>
                </c:pt>
                <c:pt idx="21">
                  <c:v>-7.8</c:v>
                </c:pt>
                <c:pt idx="22">
                  <c:v>-7.6</c:v>
                </c:pt>
                <c:pt idx="23">
                  <c:v>-7.4</c:v>
                </c:pt>
                <c:pt idx="24">
                  <c:v>-7.2</c:v>
                </c:pt>
                <c:pt idx="25">
                  <c:v>-7</c:v>
                </c:pt>
                <c:pt idx="26">
                  <c:v>-6.8</c:v>
                </c:pt>
                <c:pt idx="27">
                  <c:v>-6.6</c:v>
                </c:pt>
                <c:pt idx="28">
                  <c:v>-6.4</c:v>
                </c:pt>
                <c:pt idx="29">
                  <c:v>-6.2</c:v>
                </c:pt>
                <c:pt idx="30">
                  <c:v>-6</c:v>
                </c:pt>
                <c:pt idx="31">
                  <c:v>-5.8</c:v>
                </c:pt>
                <c:pt idx="32">
                  <c:v>-5.6</c:v>
                </c:pt>
                <c:pt idx="33">
                  <c:v>-5.4</c:v>
                </c:pt>
                <c:pt idx="34">
                  <c:v>-5.2</c:v>
                </c:pt>
                <c:pt idx="35">
                  <c:v>-5</c:v>
                </c:pt>
                <c:pt idx="36">
                  <c:v>-4.8</c:v>
                </c:pt>
                <c:pt idx="37">
                  <c:v>-4.6</c:v>
                </c:pt>
                <c:pt idx="38">
                  <c:v>-4.4</c:v>
                </c:pt>
                <c:pt idx="39">
                  <c:v>-4.2</c:v>
                </c:pt>
                <c:pt idx="40">
                  <c:v>-4</c:v>
                </c:pt>
                <c:pt idx="41">
                  <c:v>-3.8</c:v>
                </c:pt>
                <c:pt idx="42">
                  <c:v>-3.6</c:v>
                </c:pt>
                <c:pt idx="43">
                  <c:v>-3.4</c:v>
                </c:pt>
                <c:pt idx="44">
                  <c:v>-3.2</c:v>
                </c:pt>
                <c:pt idx="45">
                  <c:v>-3</c:v>
                </c:pt>
                <c:pt idx="46">
                  <c:v>-2.8</c:v>
                </c:pt>
                <c:pt idx="47">
                  <c:v>-2.6</c:v>
                </c:pt>
                <c:pt idx="48">
                  <c:v>-2.4</c:v>
                </c:pt>
                <c:pt idx="49">
                  <c:v>-2.2</c:v>
                </c:pt>
                <c:pt idx="50">
                  <c:v>-2</c:v>
                </c:pt>
                <c:pt idx="51">
                  <c:v>-1.8</c:v>
                </c:pt>
                <c:pt idx="52">
                  <c:v>-1.6</c:v>
                </c:pt>
                <c:pt idx="53">
                  <c:v>-1.4</c:v>
                </c:pt>
                <c:pt idx="54">
                  <c:v>-1.2</c:v>
                </c:pt>
                <c:pt idx="55">
                  <c:v>-1</c:v>
                </c:pt>
                <c:pt idx="56">
                  <c:v>-0.8</c:v>
                </c:pt>
                <c:pt idx="57">
                  <c:v>-0.6</c:v>
                </c:pt>
                <c:pt idx="58">
                  <c:v>-0.4</c:v>
                </c:pt>
                <c:pt idx="59">
                  <c:v>-0.2</c:v>
                </c:pt>
                <c:pt idx="60">
                  <c:v>0</c:v>
                </c:pt>
                <c:pt idx="61">
                  <c:v>0.2</c:v>
                </c:pt>
                <c:pt idx="62">
                  <c:v>0.4</c:v>
                </c:pt>
                <c:pt idx="63">
                  <c:v>0.6</c:v>
                </c:pt>
                <c:pt idx="64">
                  <c:v>0.8</c:v>
                </c:pt>
                <c:pt idx="65">
                  <c:v>1</c:v>
                </c:pt>
                <c:pt idx="66">
                  <c:v>1.2</c:v>
                </c:pt>
                <c:pt idx="67">
                  <c:v>1.4</c:v>
                </c:pt>
                <c:pt idx="68">
                  <c:v>1.6</c:v>
                </c:pt>
                <c:pt idx="69">
                  <c:v>1.8</c:v>
                </c:pt>
                <c:pt idx="70">
                  <c:v>2</c:v>
                </c:pt>
                <c:pt idx="71">
                  <c:v>2.2</c:v>
                </c:pt>
                <c:pt idx="72">
                  <c:v>2.4</c:v>
                </c:pt>
                <c:pt idx="73">
                  <c:v>2.6</c:v>
                </c:pt>
                <c:pt idx="74">
                  <c:v>2.8</c:v>
                </c:pt>
                <c:pt idx="75">
                  <c:v>3</c:v>
                </c:pt>
                <c:pt idx="76">
                  <c:v>3.2</c:v>
                </c:pt>
                <c:pt idx="77">
                  <c:v>3.4</c:v>
                </c:pt>
                <c:pt idx="78">
                  <c:v>3.6</c:v>
                </c:pt>
                <c:pt idx="79">
                  <c:v>3.8</c:v>
                </c:pt>
                <c:pt idx="80">
                  <c:v>4</c:v>
                </c:pt>
                <c:pt idx="81">
                  <c:v>4.2</c:v>
                </c:pt>
                <c:pt idx="82">
                  <c:v>4.4</c:v>
                </c:pt>
                <c:pt idx="83">
                  <c:v>4.6</c:v>
                </c:pt>
                <c:pt idx="84">
                  <c:v>4.8</c:v>
                </c:pt>
                <c:pt idx="85">
                  <c:v>5</c:v>
                </c:pt>
                <c:pt idx="86">
                  <c:v>5.2</c:v>
                </c:pt>
                <c:pt idx="87">
                  <c:v>5.4</c:v>
                </c:pt>
                <c:pt idx="88">
                  <c:v>5.6</c:v>
                </c:pt>
                <c:pt idx="89">
                  <c:v>5.8</c:v>
                </c:pt>
                <c:pt idx="90">
                  <c:v>6</c:v>
                </c:pt>
                <c:pt idx="91">
                  <c:v>6.2</c:v>
                </c:pt>
                <c:pt idx="92">
                  <c:v>6.4</c:v>
                </c:pt>
                <c:pt idx="93">
                  <c:v>6.6</c:v>
                </c:pt>
                <c:pt idx="94">
                  <c:v>6.8</c:v>
                </c:pt>
                <c:pt idx="95">
                  <c:v>7</c:v>
                </c:pt>
                <c:pt idx="96">
                  <c:v>7.2</c:v>
                </c:pt>
                <c:pt idx="97">
                  <c:v>7.4</c:v>
                </c:pt>
                <c:pt idx="98">
                  <c:v>7.6</c:v>
                </c:pt>
                <c:pt idx="99">
                  <c:v>7.8</c:v>
                </c:pt>
                <c:pt idx="100">
                  <c:v>8</c:v>
                </c:pt>
                <c:pt idx="101">
                  <c:v>8.2</c:v>
                </c:pt>
                <c:pt idx="102">
                  <c:v>8.4</c:v>
                </c:pt>
                <c:pt idx="103">
                  <c:v>8.6</c:v>
                </c:pt>
                <c:pt idx="104">
                  <c:v>8.8</c:v>
                </c:pt>
                <c:pt idx="105">
                  <c:v>9</c:v>
                </c:pt>
                <c:pt idx="106">
                  <c:v>9.2</c:v>
                </c:pt>
                <c:pt idx="107">
                  <c:v>9.4</c:v>
                </c:pt>
                <c:pt idx="108">
                  <c:v>9.6</c:v>
                </c:pt>
                <c:pt idx="109">
                  <c:v>9.8</c:v>
                </c:pt>
                <c:pt idx="110">
                  <c:v>10</c:v>
                </c:pt>
                <c:pt idx="111">
                  <c:v>10.2</c:v>
                </c:pt>
                <c:pt idx="112">
                  <c:v>10.4</c:v>
                </c:pt>
                <c:pt idx="113">
                  <c:v>10.6</c:v>
                </c:pt>
                <c:pt idx="114">
                  <c:v>10.8</c:v>
                </c:pt>
                <c:pt idx="115">
                  <c:v>11</c:v>
                </c:pt>
                <c:pt idx="116">
                  <c:v>11.2</c:v>
                </c:pt>
                <c:pt idx="117">
                  <c:v>11.4</c:v>
                </c:pt>
                <c:pt idx="118">
                  <c:v>11.6</c:v>
                </c:pt>
                <c:pt idx="119">
                  <c:v>11.8</c:v>
                </c:pt>
                <c:pt idx="120">
                  <c:v>12</c:v>
                </c:pt>
              </c:numCache>
            </c:numRef>
          </c:xVal>
          <c:yVal>
            <c:numRef>
              <c:f>'Chart Data'!$D$2:$D$122</c:f>
              <c:numCache>
                <c:formatCode>0</c:formatCode>
                <c:ptCount val="121"/>
                <c:pt idx="0">
                  <c:v>-31.4822493277</c:v>
                </c:pt>
                <c:pt idx="1">
                  <c:v>-32.5013930404</c:v>
                </c:pt>
                <c:pt idx="2">
                  <c:v>-33.5678371811</c:v>
                </c:pt>
                <c:pt idx="3">
                  <c:v>-34.6842346658</c:v>
                </c:pt>
                <c:pt idx="4">
                  <c:v>-35.8533853447</c:v>
                </c:pt>
                <c:pt idx="5">
                  <c:v>-37.078239027</c:v>
                </c:pt>
                <c:pt idx="6">
                  <c:v>-38.3618969633</c:v>
                </c:pt>
                <c:pt idx="7">
                  <c:v>-39.7076112744</c:v>
                </c:pt>
                <c:pt idx="8">
                  <c:v>-41.1187817048</c:v>
                </c:pt>
                <c:pt idx="9">
                  <c:v>-42.5989489312</c:v>
                </c:pt>
                <c:pt idx="10">
                  <c:v>-44.1517835018</c:v>
                </c:pt>
                <c:pt idx="11">
                  <c:v>-45.7810692849</c:v>
                </c:pt>
                <c:pt idx="12">
                  <c:v>-47.490680096</c:v>
                </c:pt>
                <c:pt idx="13">
                  <c:v>-49.2845479268</c:v>
                </c:pt>
                <c:pt idx="14">
                  <c:v>-51.1666209421</c:v>
                </c:pt>
                <c:pt idx="15">
                  <c:v>-53.1408091378</c:v>
                </c:pt>
                <c:pt idx="16">
                  <c:v>-55.2109152838</c:v>
                </c:pt>
                <c:pt idx="17">
                  <c:v>-57.3805485437</c:v>
                </c:pt>
                <c:pt idx="18">
                  <c:v>-59.6530179935</c:v>
                </c:pt>
                <c:pt idx="19">
                  <c:v>-62.0312032215</c:v>
                </c:pt>
                <c:pt idx="20">
                  <c:v>-64.5173993494</c:v>
                </c:pt>
                <c:pt idx="21">
                  <c:v>-67.1131342752</c:v>
                </c:pt>
                <c:pt idx="22">
                  <c:v>-69.8189568164</c:v>
                </c:pt>
                <c:pt idx="23">
                  <c:v>-72.6341958873</c:v>
                </c:pt>
                <c:pt idx="24">
                  <c:v>-75.5566930131</c:v>
                </c:pt>
                <c:pt idx="25">
                  <c:v>-78.5825135331</c:v>
                </c:pt>
                <c:pt idx="26">
                  <c:v>-81.7056458525</c:v>
                </c:pt>
                <c:pt idx="27">
                  <c:v>-84.9177030808</c:v>
                </c:pt>
                <c:pt idx="28">
                  <c:v>-88.2076471538</c:v>
                </c:pt>
                <c:pt idx="29">
                  <c:v>-91.5615616417</c:v>
                </c:pt>
                <c:pt idx="30">
                  <c:v>-94.9625051201</c:v>
                </c:pt>
                <c:pt idx="31">
                  <c:v>-98.3904810706</c:v>
                </c:pt>
                <c:pt idx="32">
                  <c:v>-101.822561307</c:v>
                </c:pt>
                <c:pt idx="33">
                  <c:v>-105.233196252</c:v>
                </c:pt>
                <c:pt idx="34">
                  <c:v>-108.594735603</c:v>
                </c:pt>
                <c:pt idx="35">
                  <c:v>-111.878166281</c:v>
                </c:pt>
                <c:pt idx="36">
                  <c:v>-115.054051636</c:v>
                </c:pt>
                <c:pt idx="37">
                  <c:v>-118.093628853</c:v>
                </c:pt>
                <c:pt idx="38">
                  <c:v>-120.9699945</c:v>
                </c:pt>
                <c:pt idx="39">
                  <c:v>-123.65928623</c:v>
                </c:pt>
                <c:pt idx="40">
                  <c:v>-126.141757339</c:v>
                </c:pt>
                <c:pt idx="41">
                  <c:v>-128.402643914</c:v>
                </c:pt>
                <c:pt idx="42">
                  <c:v>-130.432742858</c:v>
                </c:pt>
                <c:pt idx="43">
                  <c:v>-132.228650652</c:v>
                </c:pt>
                <c:pt idx="44">
                  <c:v>-133.792651758</c:v>
                </c:pt>
                <c:pt idx="45">
                  <c:v>-135.13228474</c:v>
                </c:pt>
                <c:pt idx="46">
                  <c:v>-136.259646478</c:v>
                </c:pt>
                <c:pt idx="47">
                  <c:v>-137.190515351</c:v>
                </c:pt>
                <c:pt idx="48">
                  <c:v>-137.943381082</c:v>
                </c:pt>
                <c:pt idx="49">
                  <c:v>-138.538463243</c:v>
                </c:pt>
                <c:pt idx="50">
                  <c:v>-138.996785595</c:v>
                </c:pt>
                <c:pt idx="51">
                  <c:v>-139.339353797</c:v>
                </c:pt>
                <c:pt idx="52">
                  <c:v>-139.586463487</c:v>
                </c:pt>
                <c:pt idx="53">
                  <c:v>-139.757147561</c:v>
                </c:pt>
                <c:pt idx="54">
                  <c:v>-139.868757208</c:v>
                </c:pt>
                <c:pt idx="55">
                  <c:v>-139.936661656</c:v>
                </c:pt>
                <c:pt idx="56">
                  <c:v>-139.974046217</c:v>
                </c:pt>
                <c:pt idx="57">
                  <c:v>-139.9917865</c:v>
                </c:pt>
                <c:pt idx="58">
                  <c:v>-139.998377466</c:v>
                </c:pt>
                <c:pt idx="59">
                  <c:v>-139.99989859</c:v>
                </c:pt>
                <c:pt idx="60">
                  <c:v>-140</c:v>
                </c:pt>
                <c:pt idx="61">
                  <c:v>-139.99989859</c:v>
                </c:pt>
                <c:pt idx="62">
                  <c:v>-139.998377466</c:v>
                </c:pt>
                <c:pt idx="63">
                  <c:v>-139.9917865</c:v>
                </c:pt>
                <c:pt idx="64">
                  <c:v>-139.974046217</c:v>
                </c:pt>
                <c:pt idx="65">
                  <c:v>-139.936661656</c:v>
                </c:pt>
                <c:pt idx="66">
                  <c:v>-139.868757208</c:v>
                </c:pt>
                <c:pt idx="67">
                  <c:v>-139.757147561</c:v>
                </c:pt>
                <c:pt idx="68">
                  <c:v>-139.586463487</c:v>
                </c:pt>
                <c:pt idx="69">
                  <c:v>-139.339353797</c:v>
                </c:pt>
                <c:pt idx="70">
                  <c:v>-138.996785595</c:v>
                </c:pt>
                <c:pt idx="71">
                  <c:v>-138.538463243</c:v>
                </c:pt>
                <c:pt idx="72">
                  <c:v>-137.943381082</c:v>
                </c:pt>
                <c:pt idx="73">
                  <c:v>-137.190515351</c:v>
                </c:pt>
                <c:pt idx="74">
                  <c:v>-136.259646478</c:v>
                </c:pt>
                <c:pt idx="75">
                  <c:v>-135.13228474</c:v>
                </c:pt>
                <c:pt idx="76">
                  <c:v>-133.792651758</c:v>
                </c:pt>
                <c:pt idx="77">
                  <c:v>-132.228650652</c:v>
                </c:pt>
                <c:pt idx="78">
                  <c:v>-130.432742858</c:v>
                </c:pt>
                <c:pt idx="79">
                  <c:v>-128.402643914</c:v>
                </c:pt>
                <c:pt idx="80">
                  <c:v>-126.141757339</c:v>
                </c:pt>
                <c:pt idx="81">
                  <c:v>-123.65928623</c:v>
                </c:pt>
                <c:pt idx="82">
                  <c:v>-120.9699945</c:v>
                </c:pt>
                <c:pt idx="83">
                  <c:v>-118.093628853</c:v>
                </c:pt>
                <c:pt idx="84">
                  <c:v>-115.054051636</c:v>
                </c:pt>
                <c:pt idx="85">
                  <c:v>-111.878166281</c:v>
                </c:pt>
                <c:pt idx="86">
                  <c:v>-108.594735603</c:v>
                </c:pt>
                <c:pt idx="87">
                  <c:v>-105.233196252</c:v>
                </c:pt>
                <c:pt idx="88">
                  <c:v>-101.822561307</c:v>
                </c:pt>
                <c:pt idx="89">
                  <c:v>-98.3904810706</c:v>
                </c:pt>
                <c:pt idx="90">
                  <c:v>-94.9625051201</c:v>
                </c:pt>
                <c:pt idx="91">
                  <c:v>-91.5615616417</c:v>
                </c:pt>
                <c:pt idx="92">
                  <c:v>-88.2076471538</c:v>
                </c:pt>
                <c:pt idx="93">
                  <c:v>-84.9177030808</c:v>
                </c:pt>
                <c:pt idx="94">
                  <c:v>-81.7056458525</c:v>
                </c:pt>
                <c:pt idx="95">
                  <c:v>-78.5825135331</c:v>
                </c:pt>
                <c:pt idx="96">
                  <c:v>-75.5566930131</c:v>
                </c:pt>
                <c:pt idx="97">
                  <c:v>-72.6341958873</c:v>
                </c:pt>
                <c:pt idx="98">
                  <c:v>-69.8189568164</c:v>
                </c:pt>
                <c:pt idx="99">
                  <c:v>-67.1131342752</c:v>
                </c:pt>
                <c:pt idx="100">
                  <c:v>-64.5173993494</c:v>
                </c:pt>
                <c:pt idx="101">
                  <c:v>-62.0312032215</c:v>
                </c:pt>
                <c:pt idx="102">
                  <c:v>-59.6530179935</c:v>
                </c:pt>
                <c:pt idx="103">
                  <c:v>-57.3805485437</c:v>
                </c:pt>
                <c:pt idx="104">
                  <c:v>-55.2109152838</c:v>
                </c:pt>
                <c:pt idx="105">
                  <c:v>-53.1408091378</c:v>
                </c:pt>
                <c:pt idx="106">
                  <c:v>-51.1666209421</c:v>
                </c:pt>
                <c:pt idx="107">
                  <c:v>-49.2845479268</c:v>
                </c:pt>
                <c:pt idx="108">
                  <c:v>-47.490680096</c:v>
                </c:pt>
                <c:pt idx="109">
                  <c:v>-45.7810692849</c:v>
                </c:pt>
                <c:pt idx="110">
                  <c:v>-44.1517835018</c:v>
                </c:pt>
                <c:pt idx="111">
                  <c:v>-42.5989489312</c:v>
                </c:pt>
                <c:pt idx="112">
                  <c:v>-41.1187817048</c:v>
                </c:pt>
                <c:pt idx="113">
                  <c:v>-39.7076112744</c:v>
                </c:pt>
                <c:pt idx="114">
                  <c:v>-38.3618969633</c:v>
                </c:pt>
                <c:pt idx="115">
                  <c:v>-37.078239027</c:v>
                </c:pt>
                <c:pt idx="116">
                  <c:v>-35.8533853447</c:v>
                </c:pt>
                <c:pt idx="117">
                  <c:v>-34.6842346658</c:v>
                </c:pt>
                <c:pt idx="118">
                  <c:v>-33.5678371811</c:v>
                </c:pt>
                <c:pt idx="119">
                  <c:v>-32.5013930404</c:v>
                </c:pt>
                <c:pt idx="120">
                  <c:v>-31.4822493277</c:v>
                </c:pt>
              </c:numCache>
            </c:numRef>
          </c:yVal>
        </c:ser>
        <c:ser>
          <c:idx val="2"/>
          <c:order val="2"/>
          <c:tx>
            <c:v>焦点偏移 ±2zR</c:v>
          </c:tx>
          <c:spPr>
            <a:solidFill xmlns:a="http://schemas.openxmlformats.org/drawingml/2006/main">
              <a:srgbClr val="21877A"/>
            </a:solidFill>
            <a:ln xmlns:a="http://schemas.openxmlformats.org/drawingml/2006/main" w="28575">
              <a:solidFill>
                <a:srgbClr val="21877A"/>
              </a:solidFill>
            </a:ln>
          </c:spPr>
          <c:marker>
            <c:symbol val="none"/>
            <c:size val="7"/>
          </c:marker>
          <c:xVal>
            <c:numRef>
              <c:f>'Chart Data'!$E$2:$E$122</c:f>
              <c:numCache>
                <c:formatCode>General</c:formatCode>
                <c:ptCount val="121"/>
                <c:pt idx="0">
                  <c:v>-12</c:v>
                </c:pt>
                <c:pt idx="1">
                  <c:v>-11.8</c:v>
                </c:pt>
                <c:pt idx="2">
                  <c:v>-11.6</c:v>
                </c:pt>
                <c:pt idx="3">
                  <c:v>-11.4</c:v>
                </c:pt>
                <c:pt idx="4">
                  <c:v>-11.2</c:v>
                </c:pt>
                <c:pt idx="5">
                  <c:v>-11</c:v>
                </c:pt>
                <c:pt idx="6">
                  <c:v>-10.8</c:v>
                </c:pt>
                <c:pt idx="7">
                  <c:v>-10.6</c:v>
                </c:pt>
                <c:pt idx="8">
                  <c:v>-10.4</c:v>
                </c:pt>
                <c:pt idx="9">
                  <c:v>-10.2</c:v>
                </c:pt>
                <c:pt idx="10">
                  <c:v>-10</c:v>
                </c:pt>
                <c:pt idx="11">
                  <c:v>-9.8</c:v>
                </c:pt>
                <c:pt idx="12">
                  <c:v>-9.6</c:v>
                </c:pt>
                <c:pt idx="13">
                  <c:v>-9.4</c:v>
                </c:pt>
                <c:pt idx="14">
                  <c:v>-9.2</c:v>
                </c:pt>
                <c:pt idx="15">
                  <c:v>-9</c:v>
                </c:pt>
                <c:pt idx="16">
                  <c:v>-8.8</c:v>
                </c:pt>
                <c:pt idx="17">
                  <c:v>-8.6</c:v>
                </c:pt>
                <c:pt idx="18">
                  <c:v>-8.4</c:v>
                </c:pt>
                <c:pt idx="19">
                  <c:v>-8.2</c:v>
                </c:pt>
                <c:pt idx="20">
                  <c:v>-8</c:v>
                </c:pt>
                <c:pt idx="21">
                  <c:v>-7.8</c:v>
                </c:pt>
                <c:pt idx="22">
                  <c:v>-7.6</c:v>
                </c:pt>
                <c:pt idx="23">
                  <c:v>-7.4</c:v>
                </c:pt>
                <c:pt idx="24">
                  <c:v>-7.2</c:v>
                </c:pt>
                <c:pt idx="25">
                  <c:v>-7</c:v>
                </c:pt>
                <c:pt idx="26">
                  <c:v>-6.8</c:v>
                </c:pt>
                <c:pt idx="27">
                  <c:v>-6.6</c:v>
                </c:pt>
                <c:pt idx="28">
                  <c:v>-6.4</c:v>
                </c:pt>
                <c:pt idx="29">
                  <c:v>-6.2</c:v>
                </c:pt>
                <c:pt idx="30">
                  <c:v>-6</c:v>
                </c:pt>
                <c:pt idx="31">
                  <c:v>-5.8</c:v>
                </c:pt>
                <c:pt idx="32">
                  <c:v>-5.6</c:v>
                </c:pt>
                <c:pt idx="33">
                  <c:v>-5.4</c:v>
                </c:pt>
                <c:pt idx="34">
                  <c:v>-5.2</c:v>
                </c:pt>
                <c:pt idx="35">
                  <c:v>-5</c:v>
                </c:pt>
                <c:pt idx="36">
                  <c:v>-4.8</c:v>
                </c:pt>
                <c:pt idx="37">
                  <c:v>-4.6</c:v>
                </c:pt>
                <c:pt idx="38">
                  <c:v>-4.4</c:v>
                </c:pt>
                <c:pt idx="39">
                  <c:v>-4.2</c:v>
                </c:pt>
                <c:pt idx="40">
                  <c:v>-4</c:v>
                </c:pt>
                <c:pt idx="41">
                  <c:v>-3.8</c:v>
                </c:pt>
                <c:pt idx="42">
                  <c:v>-3.6</c:v>
                </c:pt>
                <c:pt idx="43">
                  <c:v>-3.4</c:v>
                </c:pt>
                <c:pt idx="44">
                  <c:v>-3.2</c:v>
                </c:pt>
                <c:pt idx="45">
                  <c:v>-3</c:v>
                </c:pt>
                <c:pt idx="46">
                  <c:v>-2.8</c:v>
                </c:pt>
                <c:pt idx="47">
                  <c:v>-2.6</c:v>
                </c:pt>
                <c:pt idx="48">
                  <c:v>-2.4</c:v>
                </c:pt>
                <c:pt idx="49">
                  <c:v>-2.2</c:v>
                </c:pt>
                <c:pt idx="50">
                  <c:v>-2</c:v>
                </c:pt>
                <c:pt idx="51">
                  <c:v>-1.8</c:v>
                </c:pt>
                <c:pt idx="52">
                  <c:v>-1.6</c:v>
                </c:pt>
                <c:pt idx="53">
                  <c:v>-1.4</c:v>
                </c:pt>
                <c:pt idx="54">
                  <c:v>-1.2</c:v>
                </c:pt>
                <c:pt idx="55">
                  <c:v>-1</c:v>
                </c:pt>
                <c:pt idx="56">
                  <c:v>-0.8</c:v>
                </c:pt>
                <c:pt idx="57">
                  <c:v>-0.6</c:v>
                </c:pt>
                <c:pt idx="58">
                  <c:v>-0.4</c:v>
                </c:pt>
                <c:pt idx="59">
                  <c:v>-0.2</c:v>
                </c:pt>
                <c:pt idx="60">
                  <c:v>0</c:v>
                </c:pt>
                <c:pt idx="61">
                  <c:v>0.2</c:v>
                </c:pt>
                <c:pt idx="62">
                  <c:v>0.4</c:v>
                </c:pt>
                <c:pt idx="63">
                  <c:v>0.6</c:v>
                </c:pt>
                <c:pt idx="64">
                  <c:v>0.8</c:v>
                </c:pt>
                <c:pt idx="65">
                  <c:v>1</c:v>
                </c:pt>
                <c:pt idx="66">
                  <c:v>1.2</c:v>
                </c:pt>
                <c:pt idx="67">
                  <c:v>1.4</c:v>
                </c:pt>
                <c:pt idx="68">
                  <c:v>1.6</c:v>
                </c:pt>
                <c:pt idx="69">
                  <c:v>1.8</c:v>
                </c:pt>
                <c:pt idx="70">
                  <c:v>2</c:v>
                </c:pt>
                <c:pt idx="71">
                  <c:v>2.2</c:v>
                </c:pt>
                <c:pt idx="72">
                  <c:v>2.4</c:v>
                </c:pt>
                <c:pt idx="73">
                  <c:v>2.6</c:v>
                </c:pt>
                <c:pt idx="74">
                  <c:v>2.8</c:v>
                </c:pt>
                <c:pt idx="75">
                  <c:v>3</c:v>
                </c:pt>
                <c:pt idx="76">
                  <c:v>3.2</c:v>
                </c:pt>
                <c:pt idx="77">
                  <c:v>3.4</c:v>
                </c:pt>
                <c:pt idx="78">
                  <c:v>3.6</c:v>
                </c:pt>
                <c:pt idx="79">
                  <c:v>3.8</c:v>
                </c:pt>
                <c:pt idx="80">
                  <c:v>4</c:v>
                </c:pt>
                <c:pt idx="81">
                  <c:v>4.2</c:v>
                </c:pt>
                <c:pt idx="82">
                  <c:v>4.4</c:v>
                </c:pt>
                <c:pt idx="83">
                  <c:v>4.6</c:v>
                </c:pt>
                <c:pt idx="84">
                  <c:v>4.8</c:v>
                </c:pt>
                <c:pt idx="85">
                  <c:v>5</c:v>
                </c:pt>
                <c:pt idx="86">
                  <c:v>5.2</c:v>
                </c:pt>
                <c:pt idx="87">
                  <c:v>5.4</c:v>
                </c:pt>
                <c:pt idx="88">
                  <c:v>5.6</c:v>
                </c:pt>
                <c:pt idx="89">
                  <c:v>5.8</c:v>
                </c:pt>
                <c:pt idx="90">
                  <c:v>6</c:v>
                </c:pt>
                <c:pt idx="91">
                  <c:v>6.2</c:v>
                </c:pt>
                <c:pt idx="92">
                  <c:v>6.4</c:v>
                </c:pt>
                <c:pt idx="93">
                  <c:v>6.6</c:v>
                </c:pt>
                <c:pt idx="94">
                  <c:v>6.8</c:v>
                </c:pt>
                <c:pt idx="95">
                  <c:v>7</c:v>
                </c:pt>
                <c:pt idx="96">
                  <c:v>7.2</c:v>
                </c:pt>
                <c:pt idx="97">
                  <c:v>7.4</c:v>
                </c:pt>
                <c:pt idx="98">
                  <c:v>7.6</c:v>
                </c:pt>
                <c:pt idx="99">
                  <c:v>7.8</c:v>
                </c:pt>
                <c:pt idx="100">
                  <c:v>8</c:v>
                </c:pt>
                <c:pt idx="101">
                  <c:v>8.2</c:v>
                </c:pt>
                <c:pt idx="102">
                  <c:v>8.4</c:v>
                </c:pt>
                <c:pt idx="103">
                  <c:v>8.6</c:v>
                </c:pt>
                <c:pt idx="104">
                  <c:v>8.8</c:v>
                </c:pt>
                <c:pt idx="105">
                  <c:v>9</c:v>
                </c:pt>
                <c:pt idx="106">
                  <c:v>9.2</c:v>
                </c:pt>
                <c:pt idx="107">
                  <c:v>9.4</c:v>
                </c:pt>
                <c:pt idx="108">
                  <c:v>9.6</c:v>
                </c:pt>
                <c:pt idx="109">
                  <c:v>9.8</c:v>
                </c:pt>
                <c:pt idx="110">
                  <c:v>10</c:v>
                </c:pt>
                <c:pt idx="111">
                  <c:v>10.2</c:v>
                </c:pt>
                <c:pt idx="112">
                  <c:v>10.4</c:v>
                </c:pt>
                <c:pt idx="113">
                  <c:v>10.6</c:v>
                </c:pt>
                <c:pt idx="114">
                  <c:v>10.8</c:v>
                </c:pt>
                <c:pt idx="115">
                  <c:v>11</c:v>
                </c:pt>
                <c:pt idx="116">
                  <c:v>11.2</c:v>
                </c:pt>
                <c:pt idx="117">
                  <c:v>11.4</c:v>
                </c:pt>
                <c:pt idx="118">
                  <c:v>11.6</c:v>
                </c:pt>
                <c:pt idx="119">
                  <c:v>11.8</c:v>
                </c:pt>
                <c:pt idx="120">
                  <c:v>12</c:v>
                </c:pt>
              </c:numCache>
            </c:numRef>
          </c:xVal>
          <c:yVal>
            <c:numRef>
              <c:f>'Chart Data'!$F$2:$F$122</c:f>
              <c:numCache>
                <c:formatCode>0</c:formatCode>
                <c:ptCount val="121"/>
                <c:pt idx="0">
                  <c:v>-40.3704686524</c:v>
                </c:pt>
                <c:pt idx="1">
                  <c:v>-41.7675086923</c:v>
                </c:pt>
                <c:pt idx="2">
                  <c:v>-43.21029267</c:v>
                </c:pt>
                <c:pt idx="3">
                  <c:v>-44.6964933614</c:v>
                </c:pt>
                <c:pt idx="4">
                  <c:v>-46.2227985425</c:v>
                </c:pt>
                <c:pt idx="5">
                  <c:v>-47.7847634327</c:v>
                </c:pt>
                <c:pt idx="6">
                  <c:v>-49.3766667747</c:v>
                </c:pt>
                <c:pt idx="7">
                  <c:v>-50.9913808749</c:v>
                </c:pt>
                <c:pt idx="8">
                  <c:v>-52.620268961</c:v>
                </c:pt>
                <c:pt idx="9">
                  <c:v>-54.2531260618</c:v>
                </c:pt>
                <c:pt idx="10">
                  <c:v>-55.8781817284</c:v>
                </c:pt>
                <c:pt idx="11">
                  <c:v>-57.4821835586</c:v>
                </c:pt>
                <c:pt idx="12">
                  <c:v>-59.0505788375</c:v>
                </c:pt>
                <c:pt idx="13">
                  <c:v>-60.5678068862</c:v>
                </c:pt>
                <c:pt idx="14">
                  <c:v>-62.0177064486</c:v>
                </c:pt>
                <c:pt idx="15">
                  <c:v>-63.3840307527</c:v>
                </c:pt>
                <c:pt idx="16">
                  <c:v>-64.6510487248</c:v>
                </c:pt>
                <c:pt idx="17">
                  <c:v>-65.8041961256</c:v>
                </c:pt>
                <c:pt idx="18">
                  <c:v>-66.8307278122</c:v>
                </c:pt>
                <c:pt idx="19">
                  <c:v>-67.7203148508</c:v>
                </c:pt>
                <c:pt idx="20">
                  <c:v>-68.4655302505</c:v>
                </c:pt>
                <c:pt idx="21">
                  <c:v>-69.0621757355</c:v>
                </c:pt>
                <c:pt idx="22">
                  <c:v>-69.5094184183</c:v>
                </c:pt>
                <c:pt idx="23">
                  <c:v>-69.8097277894</c:v>
                </c:pt>
                <c:pt idx="24">
                  <c:v>-69.9686261456</c:v>
                </c:pt>
                <c:pt idx="25">
                  <c:v>-69.9942852794</c:v>
                </c:pt>
                <c:pt idx="26">
                  <c:v>-69.8970156913</c:v>
                </c:pt>
                <c:pt idx="27">
                  <c:v>-69.6887001618</c:v>
                </c:pt>
                <c:pt idx="28">
                  <c:v>-69.3822214611</c:v>
                </c:pt>
                <c:pt idx="29">
                  <c:v>-68.9909259868</c:v>
                </c:pt>
                <c:pt idx="30">
                  <c:v>-68.5281536656</c:v>
                </c:pt>
                <c:pt idx="31">
                  <c:v>-68.0068520454</c:v>
                </c:pt>
                <c:pt idx="32">
                  <c:v>-67.4392811447</c:v>
                </c:pt>
                <c:pt idx="33">
                  <c:v>-66.8368065574</c:v>
                </c:pt>
                <c:pt idx="34">
                  <c:v>-66.2097720367</c:v>
                </c:pt>
                <c:pt idx="35">
                  <c:v>-65.5674391972</c:v>
                </c:pt>
                <c:pt idx="36">
                  <c:v>-64.9179806293</c:v>
                </c:pt>
                <c:pt idx="37">
                  <c:v>-64.2685130182</c:v>
                </c:pt>
                <c:pt idx="38">
                  <c:v>-63.6251581912</c:v>
                </c:pt>
                <c:pt idx="39">
                  <c:v>-62.9931218891</c:v>
                </c:pt>
                <c:pt idx="40">
                  <c:v>-62.3767820958</c:v>
                </c:pt>
                <c:pt idx="41">
                  <c:v>-61.7797807059</c:v>
                </c:pt>
                <c:pt idx="42">
                  <c:v>-61.2051140384</c:v>
                </c:pt>
                <c:pt idx="43">
                  <c:v>-60.6552191413</c:v>
                </c:pt>
                <c:pt idx="44">
                  <c:v>-60.1320539737</c:v>
                </c:pt>
                <c:pt idx="45">
                  <c:v>-59.63717042</c:v>
                </c:pt>
                <c:pt idx="46">
                  <c:v>-59.1717797272</c:v>
                </c:pt>
                <c:pt idx="47">
                  <c:v>-58.736810392</c:v>
                </c:pt>
                <c:pt idx="48">
                  <c:v>-58.3329588186</c:v>
                </c:pt>
                <c:pt idx="49">
                  <c:v>-57.9607332414</c:v>
                </c:pt>
                <c:pt idx="50">
                  <c:v>-57.6204914994</c:v>
                </c:pt>
                <c:pt idx="51">
                  <c:v>-57.3124732809</c:v>
                </c:pt>
                <c:pt idx="52">
                  <c:v>-57.0368274534</c:v>
                </c:pt>
                <c:pt idx="53">
                  <c:v>-56.7936350562</c:v>
                </c:pt>
                <c:pt idx="54">
                  <c:v>-56.5829284882</c:v>
                </c:pt>
                <c:pt idx="55">
                  <c:v>-56.4047073645</c:v>
                </c:pt>
                <c:pt idx="56">
                  <c:v>-56.258951456</c:v>
                </c:pt>
                <c:pt idx="57">
                  <c:v>-56.1456310639</c:v>
                </c:pt>
                <c:pt idx="58">
                  <c:v>-56.0647151211</c:v>
                </c:pt>
                <c:pt idx="59">
                  <c:v>-56.0161772564</c:v>
                </c:pt>
                <c:pt idx="60">
                  <c:v>-56</c:v>
                </c:pt>
                <c:pt idx="61">
                  <c:v>-56.0161772564</c:v>
                </c:pt>
                <c:pt idx="62">
                  <c:v>-56.0647151211</c:v>
                </c:pt>
                <c:pt idx="63">
                  <c:v>-56.1456310639</c:v>
                </c:pt>
                <c:pt idx="64">
                  <c:v>-56.258951456</c:v>
                </c:pt>
                <c:pt idx="65">
                  <c:v>-56.4047073645</c:v>
                </c:pt>
                <c:pt idx="66">
                  <c:v>-56.5829284882</c:v>
                </c:pt>
                <c:pt idx="67">
                  <c:v>-56.7936350562</c:v>
                </c:pt>
                <c:pt idx="68">
                  <c:v>-57.0368274534</c:v>
                </c:pt>
                <c:pt idx="69">
                  <c:v>-57.3124732809</c:v>
                </c:pt>
                <c:pt idx="70">
                  <c:v>-57.6204914994</c:v>
                </c:pt>
                <c:pt idx="71">
                  <c:v>-57.9607332414</c:v>
                </c:pt>
                <c:pt idx="72">
                  <c:v>-58.3329588186</c:v>
                </c:pt>
                <c:pt idx="73">
                  <c:v>-58.736810392</c:v>
                </c:pt>
                <c:pt idx="74">
                  <c:v>-59.1717797272</c:v>
                </c:pt>
                <c:pt idx="75">
                  <c:v>-59.63717042</c:v>
                </c:pt>
                <c:pt idx="76">
                  <c:v>-60.1320539737</c:v>
                </c:pt>
                <c:pt idx="77">
                  <c:v>-60.6552191413</c:v>
                </c:pt>
                <c:pt idx="78">
                  <c:v>-61.2051140384</c:v>
                </c:pt>
                <c:pt idx="79">
                  <c:v>-61.7797807059</c:v>
                </c:pt>
                <c:pt idx="80">
                  <c:v>-62.3767820958</c:v>
                </c:pt>
                <c:pt idx="81">
                  <c:v>-62.9931218891</c:v>
                </c:pt>
                <c:pt idx="82">
                  <c:v>-63.6251581912</c:v>
                </c:pt>
                <c:pt idx="83">
                  <c:v>-64.2685130182</c:v>
                </c:pt>
                <c:pt idx="84">
                  <c:v>-64.9179806293</c:v>
                </c:pt>
                <c:pt idx="85">
                  <c:v>-65.5674391972</c:v>
                </c:pt>
                <c:pt idx="86">
                  <c:v>-66.2097720367</c:v>
                </c:pt>
                <c:pt idx="87">
                  <c:v>-66.8368065574</c:v>
                </c:pt>
                <c:pt idx="88">
                  <c:v>-67.4392811447</c:v>
                </c:pt>
                <c:pt idx="89">
                  <c:v>-68.0068520454</c:v>
                </c:pt>
                <c:pt idx="90">
                  <c:v>-68.5281536656</c:v>
                </c:pt>
                <c:pt idx="91">
                  <c:v>-68.9909259868</c:v>
                </c:pt>
                <c:pt idx="92">
                  <c:v>-69.3822214611</c:v>
                </c:pt>
                <c:pt idx="93">
                  <c:v>-69.6887001618</c:v>
                </c:pt>
                <c:pt idx="94">
                  <c:v>-69.8970156913</c:v>
                </c:pt>
                <c:pt idx="95">
                  <c:v>-69.9942852794</c:v>
                </c:pt>
                <c:pt idx="96">
                  <c:v>-69.9686261456</c:v>
                </c:pt>
                <c:pt idx="97">
                  <c:v>-69.8097277894</c:v>
                </c:pt>
                <c:pt idx="98">
                  <c:v>-69.5094184183</c:v>
                </c:pt>
                <c:pt idx="99">
                  <c:v>-69.0621757355</c:v>
                </c:pt>
                <c:pt idx="100">
                  <c:v>-68.4655302505</c:v>
                </c:pt>
                <c:pt idx="101">
                  <c:v>-67.7203148508</c:v>
                </c:pt>
                <c:pt idx="102">
                  <c:v>-66.8307278122</c:v>
                </c:pt>
                <c:pt idx="103">
                  <c:v>-65.8041961256</c:v>
                </c:pt>
                <c:pt idx="104">
                  <c:v>-64.6510487248</c:v>
                </c:pt>
                <c:pt idx="105">
                  <c:v>-63.3840307527</c:v>
                </c:pt>
                <c:pt idx="106">
                  <c:v>-62.0177064486</c:v>
                </c:pt>
                <c:pt idx="107">
                  <c:v>-60.5678068862</c:v>
                </c:pt>
                <c:pt idx="108">
                  <c:v>-59.0505788375</c:v>
                </c:pt>
                <c:pt idx="109">
                  <c:v>-57.4821835586</c:v>
                </c:pt>
                <c:pt idx="110">
                  <c:v>-55.8781817284</c:v>
                </c:pt>
                <c:pt idx="111">
                  <c:v>-54.2531260618</c:v>
                </c:pt>
                <c:pt idx="112">
                  <c:v>-52.620268961</c:v>
                </c:pt>
                <c:pt idx="113">
                  <c:v>-50.9913808749</c:v>
                </c:pt>
                <c:pt idx="114">
                  <c:v>-49.3766667747</c:v>
                </c:pt>
                <c:pt idx="115">
                  <c:v>-47.7847634327</c:v>
                </c:pt>
                <c:pt idx="116">
                  <c:v>-46.2227985425</c:v>
                </c:pt>
                <c:pt idx="117">
                  <c:v>-44.6964933614</c:v>
                </c:pt>
                <c:pt idx="118">
                  <c:v>-43.21029267</c:v>
                </c:pt>
                <c:pt idx="119">
                  <c:v>-41.7675086923</c:v>
                </c:pt>
                <c:pt idx="120">
                  <c:v>-40.3704686524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3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U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12"/>
          <c:min val="-1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沿光轴的位置 z（μm）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D4221-385C-4CDF-A98E-418B4631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7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光镊原子转移的</a:t>
            </a:r>
          </a:p>
          <a:p xmlns:a="http://schemas.openxmlformats.org/drawingml/2006/main">
            <a:pPr>
              <a:defRPr sz="47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7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Monte Carlo 模拟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6613C-FE99-442B-8AD8-9AF984D2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0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方法与结果汇总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83799-91A9-4673-AC3D-04F86828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714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6EBD0-4CFA-44CB-AD8C-AB1F30FB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反复交接以后，还能剩下多少原子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D4984-A53B-4203-B994-46A580A0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论文实验散点，不同操作得到不同的存活曲线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CC7F6-5ACE-4800-85CB-87063FF2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32378099a34db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FE53F-4F5F-494F-BE5B-7630924F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模拟要解释曲线的差别，也要解释差别从哪里来</a:t>
            </a:r>
          </a:p>
        </p:txBody>
      </p:sp>
    </p:spTree>
    <p:extLst>
      <p:ext uri="{BB962C8B-B14F-4D97-AF65-F5344CB8AC3E}">
        <p14:creationId xmlns:p14="http://schemas.microsoft.com/office/powerpoint/2010/main" val="20661036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C46DA-4F3C-484F-91A3-905DB475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一次虚拟实验的三个环节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55E6B-2826-4233-B409-1F2C0E4D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抽一个初态，沿着势阱运动，再判断能否留下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9A44C-689E-48F3-97E8-3C1042FC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286A5-861A-4654-ADB7-301F7E05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049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1  抽取初态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BAFBE-AD6D-48D3-8B32-D9A8D129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7049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2  计算运动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718E0-1AB3-473F-8E9D-0FBBAA4A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049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3  判断去留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85775" y="2209800"/>
          <a:ext xmlns:a="http://schemas.openxmlformats.org/drawingml/2006/main" cx="36195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e5a11b861b42dd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257675" y="2209800"/>
          <a:ext xmlns:a="http://schemas.openxmlformats.org/drawingml/2006/main" cx="3609975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a4233e6f3d4ef9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020050" y="2209800"/>
          <a:ext xmlns:a="http://schemas.openxmlformats.org/drawingml/2006/main" cx="3609975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13c347e39b4f66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6CB91-9582-422C-9E33-DE4EBBAF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381625"/>
            <a:ext cx="278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绿线留下，红线丢失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CFA1D-1C4B-458B-9435-D0FA11E9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许多次虚拟实验的结果，组成一条存活曲线</a:t>
            </a:r>
          </a:p>
        </p:txBody>
      </p:sp>
    </p:spTree>
    <p:extLst>
      <p:ext uri="{BB962C8B-B14F-4D97-AF65-F5344CB8AC3E}">
        <p14:creationId xmlns:p14="http://schemas.microsoft.com/office/powerpoint/2010/main" val="9221027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0A765-9D58-4F74-A86C-1A519CC3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一轮交接：接走、等待、送回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C7E8F-CB13-4D49-9619-D6DE359E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以手工 400 μs 操作为例，一轮共 900 μs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3E98D-880F-4410-8A89-BA7ADC06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BEA1F-D837-4976-A073-E197BAA4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287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接走 400 μs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8AAE9-9AE1-418F-B7F0-6726F8B3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6287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等待 100 μs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F367E-A52D-4E06-805A-D1ECDC37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6287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送回 400 μs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42925" y="2076450"/>
          <a:ext xmlns:a="http://schemas.openxmlformats.org/drawingml/2006/main" cx="11096625" cy="1581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2028bc407040b9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42925" y="3762375"/>
          <a:ext xmlns:a="http://schemas.openxmlformats.org/drawingml/2006/main" cx="11096625" cy="2066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d52389fa41401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2E855-32FB-439B-BE90-E1CCC9E9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30 轮连续进行，每轮都接着上一轮的末态</a:t>
            </a:r>
          </a:p>
        </p:txBody>
      </p:sp>
    </p:spTree>
    <p:extLst>
      <p:ext uri="{BB962C8B-B14F-4D97-AF65-F5344CB8AC3E}">
        <p14:creationId xmlns:p14="http://schemas.microsoft.com/office/powerpoint/2010/main" val="20673224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7FFF1-8A5E-4F1A-8F0C-A07A6B14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接走原子时，势阱怎样变化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65AAF-2B67-4EE5-96AC-E4BE3E22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横向势能截面，名义束腰 1.11 μm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9F4C2-913C-440B-983B-4943F6FB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8D1F5-6485-4D44-83AB-463C271A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起点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333375" y="2381250"/>
          <a:ext xmlns:a="http://schemas.openxmlformats.org/drawingml/2006/main" cx="28860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c43284fbb645a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8EF9D-A30E-4BF7-B425-C2EFF250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两阱重合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3248025" y="2381250"/>
          <a:ext xmlns:a="http://schemas.openxmlformats.org/drawingml/2006/main" cx="28860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8c2f632372485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3A28E-55CE-4549-9334-9F31FC0E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097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移动阱离开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162675" y="2381250"/>
          <a:ext xmlns:a="http://schemas.openxmlformats.org/drawingml/2006/main" cx="28860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1879e1ed514cb6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66935-9F2A-4E29-9AB5-E46DD484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097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等待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9077325" y="2381250"/>
          <a:ext xmlns:a="http://schemas.openxmlformats.org/drawingml/2006/main" cx="28860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b1b6ac0de64ca3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CB46F-AC1A-4CEF-9C5D-65B70DBA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原子能否跟上，要看它在变化的势阱里怎样运动</a:t>
            </a:r>
          </a:p>
        </p:txBody>
      </p:sp>
    </p:spTree>
    <p:extLst>
      <p:ext uri="{BB962C8B-B14F-4D97-AF65-F5344CB8AC3E}">
        <p14:creationId xmlns:p14="http://schemas.microsoft.com/office/powerpoint/2010/main" val="14459031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97C0C-2442-4A0D-9F5A-19D67477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原子会跟随，也会在阱里振动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CA471-6FA1-4F91-A05E-2557063B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仓库一维放回示例：600 μs，初始温度 5 μK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EF2AC-4354-41DB-A227-858BD15E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f7cfa5382a4c5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3FA76-FD87-4444-87AE-4CCD1D6C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每一步：由势阱的坡度算力，再更新位置和速度</a:t>
            </a:r>
          </a:p>
        </p:txBody>
      </p:sp>
    </p:spTree>
    <p:extLst>
      <p:ext uri="{BB962C8B-B14F-4D97-AF65-F5344CB8AC3E}">
        <p14:creationId xmlns:p14="http://schemas.microsoft.com/office/powerpoint/2010/main" val="15652361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4C460-3FDC-4D72-B3B8-91E737CA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同样的操作，会遇到不同的初态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B5F28-0B54-4BA8-9D38-7B560ABD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按仓库束缚初态方法抽样，T = 19 μK，仅作分布示意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83958-D5C2-4BF5-A257-6DD7F8A0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943EF-4BDD-4CB2-B0E2-B1B09862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859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位置相同，速度也可能不同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C52DD-8734-42A9-ADFD-5FAAF1A1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6859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沿光轴的分布更宽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04825" y="2181225"/>
          <a:ext xmlns:a="http://schemas.openxmlformats.org/drawingml/2006/main" cx="5505450" cy="3467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316871ce144bb3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67450" y="2181225"/>
          <a:ext xmlns:a="http://schemas.openxmlformats.org/drawingml/2006/main" cx="5381625" cy="3467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6dbfee79384c57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06CD2-EEEB-432B-AFED-8EC537FA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Monte Carlo 把这些初态差异逐颗保留下来</a:t>
            </a:r>
          </a:p>
        </p:txBody>
      </p:sp>
    </p:spTree>
    <p:extLst>
      <p:ext uri="{BB962C8B-B14F-4D97-AF65-F5344CB8AC3E}">
        <p14:creationId xmlns:p14="http://schemas.microsoft.com/office/powerpoint/2010/main" val="1987685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0EDB7-6A7B-4870-B534-01C51A79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随机噪声让原子的能量走向不同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9AB74-3D42-4D55-AF0D-3720F33E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谐振近似中的教学示例，不是本次标定轨迹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6DDD9-7571-4A9A-8941-008ABFE2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b83ae866b8483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46C93-70C1-485E-B93D-898BBC7D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57375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36E2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D36E2B"/>
                </a:solidFill>
                <a:latin typeface="Hiragino Sans GB"/>
                <a:ea typeface="Hiragino Sans GB"/>
                <a:cs typeface="Hiragino Sans GB"/>
              </a:rPr>
              <a:t>粗橙线：平均能量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7B33D-F581-4801-85E6-25F53565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光强和指向的涨落，像不断给原子小的随机推力</a:t>
            </a:r>
          </a:p>
        </p:txBody>
      </p:sp>
    </p:spTree>
    <p:extLst>
      <p:ext uri="{BB962C8B-B14F-4D97-AF65-F5344CB8AC3E}">
        <p14:creationId xmlns:p14="http://schemas.microsoft.com/office/powerpoint/2010/main" val="15439610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6ADC1-6A5C-4CBE-B0E8-D596469C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平均能量一样，损失也可以不同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55EB2-721D-4085-A5AB-84EC67BD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两组构造分布：每组 100 颗，平均能量均为 80 μK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ECE29-2F87-4429-A0C9-110CC5B0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3470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e174f46a04456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6D3AF-E080-4EB0-9AA4-0C58CCAB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4578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高于阱底的能量（μK）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F476D-F8E1-4449-B653-7CD8E77F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达到 140 μK 的原子：较集中 0 颗，较分散 20 颗</a:t>
            </a:r>
          </a:p>
        </p:txBody>
      </p:sp>
    </p:spTree>
    <p:extLst>
      <p:ext uri="{BB962C8B-B14F-4D97-AF65-F5344CB8AC3E}">
        <p14:creationId xmlns:p14="http://schemas.microsoft.com/office/powerpoint/2010/main" val="12217806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89486-08F5-4174-BBBB-364946A5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在指定时刻，判断原子是否仍被束缚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4B317-3FF2-457B-B178-E84B017E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等待结束查移动阱，送回结束查静止阱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542AA-7E4B-44C1-AC00-90128AA9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5D28D-7194-4FAB-8472-1C8C1EE9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859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等待结束：移动阱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AA01E-33CA-401E-90AE-25350B73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859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送回结束：静止阱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2228850"/>
          <a:ext xmlns:a="http://schemas.openxmlformats.org/drawingml/2006/main" cx="5353050" cy="3305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eae584219345c9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334125" y="2228850"/>
          <a:ext xmlns:a="http://schemas.openxmlformats.org/drawingml/2006/main" cx="5353050" cy="3305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a253245838457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C05BA-AC32-43BB-8BD3-B0B0FD2B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总能量 E &lt; 0：留下；E ≥ 0：记为丢失</a:t>
            </a:r>
          </a:p>
        </p:txBody>
      </p:sp>
    </p:spTree>
    <p:extLst>
      <p:ext uri="{BB962C8B-B14F-4D97-AF65-F5344CB8AC3E}">
        <p14:creationId xmlns:p14="http://schemas.microsoft.com/office/powerpoint/2010/main" val="14154220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F2F3B-54D0-4CB5-8D89-FF878989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反复交接时，同一批原子一路往下走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AFAB6-A4DD-4D36-99BC-D93E54B1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手工 400 μs，最终共同模型，初始 8192 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834FF-B858-4DE1-866B-58FB9F45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5530df7cd74ab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3DDE1-5EA5-4115-94B5-81F193A1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第 60 次：4260 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B98CC-B635-4000-A04D-9D7CB2F2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保留每颗原子的历史，丢失后不补充新原子</a:t>
            </a:r>
          </a:p>
        </p:txBody>
      </p:sp>
    </p:spTree>
    <p:extLst>
      <p:ext uri="{BB962C8B-B14F-4D97-AF65-F5344CB8AC3E}">
        <p14:creationId xmlns:p14="http://schemas.microsoft.com/office/powerpoint/2010/main" val="14335054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D14FE-6B43-43B1-A25E-ACB00C2D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计数以后，得到存活概率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C3CBF-5F08-4A45-8D53-92746503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手工 400 μs 的第 60 次转移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96ABA-608E-4AB5-B3FC-37B9000A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2047875"/>
          <a:ext xmlns:a="http://schemas.openxmlformats.org/drawingml/2006/main" cx="5962650" cy="3543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eac32adcbc4f2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0037A-9E31-4855-9909-B65D74F9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62200"/>
            <a:ext cx="4295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4260 / 8192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FE911-5EFA-433C-B7EE-D9EA1792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62325"/>
            <a:ext cx="4295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5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52.0%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3C36F-8D93-41D0-B6B2-BC309AF4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样本更多，比例更稳定；物理假设仍需要单独验证</a:t>
            </a:r>
          </a:p>
        </p:txBody>
      </p:sp>
    </p:spTree>
    <p:extLst>
      <p:ext uri="{BB962C8B-B14F-4D97-AF65-F5344CB8AC3E}">
        <p14:creationId xmlns:p14="http://schemas.microsoft.com/office/powerpoint/2010/main" val="10729575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17802-5985-4B7B-8F55-24D9BA56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四种操作的差别，放在同一套物理条件下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7A62B-AF79-4747-AA3F-5393695D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400 μs 手工与优化波形的直接比较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357CC-5828-43F9-9735-0CA3041B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DE018-FF11-4FBF-9B11-7186E6B9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移动到哪里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8C153-07E3-41A4-ABE4-2CE84B9E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954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势阱有多深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2190750"/>
          <a:ext xmlns:a="http://schemas.openxmlformats.org/drawingml/2006/main" cx="5400675" cy="3409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67f9151ddf4b1a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76975" y="2190750"/>
          <a:ext xmlns:a="http://schemas.openxmlformats.org/drawingml/2006/main" cx="5381625" cy="3409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504e55cc864ee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24B3E-E603-4A21-B893-5544F9AC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共用初温、束腰和噪声，只改变操作时长与波形</a:t>
            </a:r>
          </a:p>
        </p:txBody>
      </p:sp>
    </p:spTree>
    <p:extLst>
      <p:ext uri="{BB962C8B-B14F-4D97-AF65-F5344CB8AC3E}">
        <p14:creationId xmlns:p14="http://schemas.microsoft.com/office/powerpoint/2010/main" val="16988221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ABD70-EAB4-4185-80A0-C5A0537A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快速交接的曲线明显接近实验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34F52-95FD-4FDF-856B-D6B58BAA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手工 200 μs，比较范围只到第 30 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352B1-4443-4819-8666-373599DB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3950e1bef644b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0FBD5-AA49-4DB0-AACA-404857E9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曲线误差从 19.11 降到 2.76 个百分点</a:t>
            </a:r>
          </a:p>
        </p:txBody>
      </p:sp>
    </p:spTree>
    <p:extLst>
      <p:ext uri="{BB962C8B-B14F-4D97-AF65-F5344CB8AC3E}">
        <p14:creationId xmlns:p14="http://schemas.microsoft.com/office/powerpoint/2010/main" val="13958366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14E32-AA75-4BC3-947B-52343464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400 μs 的后期损失仍然不足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2FDAC-8986-4AB5-B29D-13C96E1B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手工 400 μs，模型后期高估存活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91B0B-D5D3-4831-9F1C-408732EE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1b0733bd27475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DE4A0-5D19-4924-9ABB-5F57B2AB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4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B44147"/>
                </a:solidFill>
                <a:latin typeface="Hiragino Sans GB"/>
                <a:ea typeface="Hiragino Sans GB"/>
                <a:cs typeface="Hiragino Sans GB"/>
              </a:rPr>
              <a:t>后期平均高估约 10 个百分点</a:t>
            </a:r>
          </a:p>
        </p:txBody>
      </p:sp>
    </p:spTree>
    <p:extLst>
      <p:ext uri="{BB962C8B-B14F-4D97-AF65-F5344CB8AC3E}">
        <p14:creationId xmlns:p14="http://schemas.microsoft.com/office/powerpoint/2010/main" val="7315960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38820-FD84-4074-92A1-ED005932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600 μs 与优化波形也更接近实验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55D45-C71C-496B-A709-D7E19854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两组仍有一些存活率偏低的点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910B8-A74E-4544-B34F-7E821E1E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3B2D8-6906-4698-83A1-2D64F128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6573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手工 600 μs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E4D27-A172-43FB-8ABC-C715A93E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6573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优化 400 μs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33400" y="2190750"/>
          <a:ext xmlns:a="http://schemas.openxmlformats.org/drawingml/2006/main" cx="536257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397667e8a54662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86500" y="2190750"/>
          <a:ext xmlns:a="http://schemas.openxmlformats.org/drawingml/2006/main" cx="536257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873d55ae2e434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A3CAA-D4CB-445E-8672-899EA84E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曲线误差分别为 3.44 和 3.19 个百分点</a:t>
            </a:r>
          </a:p>
        </p:txBody>
      </p:sp>
    </p:spTree>
    <p:extLst>
      <p:ext uri="{BB962C8B-B14F-4D97-AF65-F5344CB8AC3E}">
        <p14:creationId xmlns:p14="http://schemas.microsoft.com/office/powerpoint/2010/main" val="8613386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2B3B8-A418-4D1B-A79C-8B015EEC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三条曲线改善，400 μs 仍有缺口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D39D3-2337-4AEA-AB44-587866D9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与全部对应实验散点比较，误差越小越接近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36139-251D-4C75-87F9-719A6138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3470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5e5841ac69493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45786-5E01-4391-8CAD-82EAB79D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4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B44147"/>
                </a:solidFill>
                <a:latin typeface="Hiragino Sans GB"/>
                <a:ea typeface="Hiragino Sans GB"/>
                <a:cs typeface="Hiragino Sans GB"/>
              </a:rPr>
              <a:t>共同模型有进展，但四条曲线尚未全部解释到目标范围</a:t>
            </a:r>
          </a:p>
        </p:txBody>
      </p:sp>
    </p:spTree>
    <p:extLst>
      <p:ext uri="{BB962C8B-B14F-4D97-AF65-F5344CB8AC3E}">
        <p14:creationId xmlns:p14="http://schemas.microsoft.com/office/powerpoint/2010/main" val="10915662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E3E7F-DD19-4104-9DB4-BCC5D6B5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400 与 600 μs 的实验差别未被模型复现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FEB8F-58C0-4936-BD9E-551FD84A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第 60 次转移，模型给出几乎相同的存活率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3EA23-8A1A-4957-B0BC-63AB6334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3470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3c9db934014c6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54719-11EB-4410-9D51-30FC8412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实验有明显差别，模型还没有把这个差别算出来</a:t>
            </a:r>
          </a:p>
        </p:txBody>
      </p:sp>
    </p:spTree>
    <p:extLst>
      <p:ext uri="{BB962C8B-B14F-4D97-AF65-F5344CB8AC3E}">
        <p14:creationId xmlns:p14="http://schemas.microsoft.com/office/powerpoint/2010/main" val="9739529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7457D-7D8F-42B4-ACA7-BC71E285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同样的噪声变化，对三种操作的影响不同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63F93-8B97-4223-A0F1-4A652E1A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归档中的共同参数对照，三组使用同一批初态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AA613-0AE3-46C2-89A0-516D62BF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ceb2dd9848462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79E97-B81C-4D2C-B362-9DA7C2B2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400 μs 更接近了，另外两组却偏得更多</a:t>
            </a:r>
          </a:p>
        </p:txBody>
      </p:sp>
    </p:spTree>
    <p:extLst>
      <p:ext uri="{BB962C8B-B14F-4D97-AF65-F5344CB8AC3E}">
        <p14:creationId xmlns:p14="http://schemas.microsoft.com/office/powerpoint/2010/main" val="11652253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87305-665A-4638-9FAC-E10D897F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存活与相位分散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CBBEA-65CE-4174-B26C-7D3DCA04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相位示意：轨迹差异带来不同的相位积累，橙线表示平均值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C38D2-4DD1-49C8-B396-165E59C3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F29BB-6726-4EF8-8F77-11614E92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相位对齐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62000" y="2238375"/>
          <a:ext xmlns:a="http://schemas.openxmlformats.org/drawingml/2006/main" cx="300037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78d2a585dd475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50B1B-7A81-4BD9-A003-51DB34F9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38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相干度 C =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88929-E12D-450F-B1AE-9F517C65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335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一起转过 90°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657725" y="2238375"/>
          <a:ext xmlns:a="http://schemas.openxmlformats.org/drawingml/2006/main" cx="300037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375412e5a4441d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7C76B-3E46-49B0-ACE3-E297A943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238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相干度 C =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D1301-714B-4650-8705-D082F6BA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335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相位散开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8553450" y="2238375"/>
          <a:ext xmlns:a="http://schemas.openxmlformats.org/drawingml/2006/main" cx="300037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4888acf9854e7b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7F4DB-B753-436F-8D0B-DC1E3219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38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相干度 C =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C0356-9E60-4429-9E21-9C55D5CD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存活率高，不代表内部状态的相位仍然一致</a:t>
            </a:r>
          </a:p>
        </p:txBody>
      </p:sp>
    </p:spTree>
    <p:extLst>
      <p:ext uri="{BB962C8B-B14F-4D97-AF65-F5344CB8AC3E}">
        <p14:creationId xmlns:p14="http://schemas.microsoft.com/office/powerpoint/2010/main" val="6677375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4C895-3AA6-4468-8511-AAFB7185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回波可以抵消一部分相位差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BE827-4340-4E7E-A03C-FAD47EB7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示例：三条线代表三种稳定的相位转速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EB8BC-8552-4A7F-8950-026A2040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70885-A849-4964-8762-37042A5B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704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不加回波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F3713-9B6E-41B4-863B-BAA73021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0497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中间加一次理想回波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33400" y="2209800"/>
          <a:ext xmlns:a="http://schemas.openxmlformats.org/drawingml/2006/main" cx="5381625" cy="3448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d68c7154c145da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324600" y="2209800"/>
          <a:ext xmlns:a="http://schemas.openxmlformats.org/drawingml/2006/main" cx="5381625" cy="3448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230eb13cf8447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FA183-22DB-495C-821B-96B6A94B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前后两段的相位误差能抵消多少，取决于它们是否相似</a:t>
            </a:r>
          </a:p>
        </p:txBody>
      </p:sp>
    </p:spTree>
    <p:extLst>
      <p:ext uri="{BB962C8B-B14F-4D97-AF65-F5344CB8AC3E}">
        <p14:creationId xmlns:p14="http://schemas.microsoft.com/office/powerpoint/2010/main" val="6928613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9C3E3-C30C-495E-9392-356BFC9F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本次计算的范围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AAEE7-2302-4BE0-A42B-023952AF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存活率和相干性分开说明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103E4-29C3-4FB4-BB16-BABC36BF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76875"/>
                <a:gridCol w="5476875"/>
              </a:tblGrid>
              <a:tr h="6934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本次存活标定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仓库中的相干性扩展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</a:tr>
              <a:tr h="6934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三维运动与随机扰动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沿轨迹累积差分光移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统计留下和丢失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统计相位分散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与四条实验曲线比较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比较回波与有限脉冲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400 μs 后期存活偏高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与本次存活标定分开计算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F3F3B-DCCE-4113-9BC1-B5360E8E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存活统计与相干性计算分别对应不同的观测量</a:t>
            </a:r>
          </a:p>
        </p:txBody>
      </p:sp>
    </p:spTree>
    <p:extLst>
      <p:ext uri="{BB962C8B-B14F-4D97-AF65-F5344CB8AC3E}">
        <p14:creationId xmlns:p14="http://schemas.microsoft.com/office/powerpoint/2010/main" val="124466778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99305-3194-4597-966A-53FF6085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汇总结论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CDB69-86B5-400A-9E98-A9A44B89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三条曲线明显改善，400 μs 后期仍高估存活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91CDC-6675-4538-87DE-0298FCCA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42464-E6FA-493F-B3AC-E4783DA2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逐颗算运动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E95F6-6A9E-4254-ABF3-1F51EDB8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汇总成概率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3B604-5B25-41EA-ABC9-34E1C9FA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对照实验结果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543550" y="2047875"/>
          <a:ext xmlns:a="http://schemas.openxmlformats.org/drawingml/2006/main" cx="6105525" cy="3609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1f4bb490f8421c"/>
          </a:graphicData>
        </a:graphic>
      </p:graphicFrame>
    </p:spTree>
    <p:extLst>
      <p:ext uri="{BB962C8B-B14F-4D97-AF65-F5344CB8AC3E}">
        <p14:creationId xmlns:p14="http://schemas.microsoft.com/office/powerpoint/2010/main" val="19803658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2F8D9-AD65-4A81-86D2-39835A6D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附录：共同模型参数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1E500-451A-4268-85BE-A135A879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四条曲线共用，同一组参数不能视为唯一测量结果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34F08-53C0-4D14-BD40-64F29692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附录 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34279"/>
                <a:gridCol w="6319471"/>
              </a:tblGrid>
              <a:tr h="61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量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共同取值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</a:tr>
              <a:tr h="61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初温 / 名义束腰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19 μK / 1.11 μm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静止阱 / 移动阱深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140 / 280 μK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AOD 强度噪声谱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5.75 × 10⁻⁹ /Hz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机械步长 / 噪声间隔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0.0125 / 0.05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最终验证样本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4096 × 2 = 8192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5DF4A-442F-4C72-B767-A2EFA7DC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SLM 在短时间内近似安静，短途比较关闭声透镜</a:t>
            </a:r>
          </a:p>
        </p:txBody>
      </p:sp>
    </p:spTree>
    <p:extLst>
      <p:ext uri="{BB962C8B-B14F-4D97-AF65-F5344CB8AC3E}">
        <p14:creationId xmlns:p14="http://schemas.microsoft.com/office/powerpoint/2010/main" val="133648330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6251F-4034-4620-90B8-81FF2818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附录：为什么使用三维势阱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4E8AC-1C59-4F50-BC0F-2D2C42B0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同一束光，横向和光轴方向的约束不同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FE2A8-5E39-41BA-B38D-18A61617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附录 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73eb316ed249c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20418-8FDB-4E50-9546-3939C340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初始位置与速度、受力和逃逸判断都在三个方向上计算</a:t>
            </a:r>
          </a:p>
        </p:txBody>
      </p:sp>
    </p:spTree>
    <p:extLst>
      <p:ext uri="{BB962C8B-B14F-4D97-AF65-F5344CB8AC3E}">
        <p14:creationId xmlns:p14="http://schemas.microsoft.com/office/powerpoint/2010/main" val="116975794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C8C7A-93B1-4D96-BDC6-BEA56DE6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附录：四个公式对应四个步骤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B6CBF-CEF5-4C8B-9B39-C79BB6AB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公式只补充物理含义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DF706-BAA2-4BAF-9040-F6C921C7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附录 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6572250"/>
              </a:tblGrid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物理步骤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表达式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</a:tr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势阱给出力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 = −∇U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力改变运动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 dv/dt = F，dr/dt = 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检查目标阱中的能量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 = ½m|v|² + U目标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统计存活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Sn = N留下 / N初始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726A6-887E-4E53-8E1E-56075BC8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随机性来自初态、位点条件和有物理含义的噪声</a:t>
            </a:r>
          </a:p>
        </p:txBody>
      </p:sp>
    </p:spTree>
    <p:extLst>
      <p:ext uri="{BB962C8B-B14F-4D97-AF65-F5344CB8AC3E}">
        <p14:creationId xmlns:p14="http://schemas.microsoft.com/office/powerpoint/2010/main" val="188072113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6E02E-CB77-4F85-8713-2C95BA28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附录：样本误差与时间步误差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E0950-2664-4D80-840D-493F3A93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最终结果的精度来自两类不同的检查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CE414-04C2-4377-ADF8-833C3EFF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附录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173AF-8BB6-4169-BF5B-3270D1CC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71450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增加样本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45DC4-1203-42F6-BBDD-59AA81EC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145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噪声间隔减半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2190750"/>
          <a:ext xmlns:a="http://schemas.openxmlformats.org/drawingml/2006/main" cx="538162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cd449083934683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67450" y="2190750"/>
          <a:ext xmlns:a="http://schemas.openxmlformats.org/drawingml/2006/main" cx="53721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a5d5b93d6a481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C41A6-3791-4832-B30E-D3AD45BF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增加样本不能消除时间步误差，更不能消除模型误差</a:t>
            </a:r>
          </a:p>
        </p:txBody>
      </p:sp>
    </p:spTree>
    <p:extLst>
      <p:ext uri="{BB962C8B-B14F-4D97-AF65-F5344CB8AC3E}">
        <p14:creationId xmlns:p14="http://schemas.microsoft.com/office/powerpoint/2010/main" val="88355865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89B1B-C65E-48A1-8604-2EDB4599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附录：长距离运输中的声透镜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A418A-086E-42A5-B2F3-112E9415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光束形状变化会改变轴向束缚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EA323-7BB1-4A47-848A-D5286641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附录 5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f7ecce7dd5490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CA73C-8E8B-4C6F-B3D4-C100C116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短交接与长距离运输，应分别确认对应的光束形状</a:t>
            </a:r>
          </a:p>
        </p:txBody>
      </p:sp>
    </p:spTree>
    <p:extLst>
      <p:ext uri="{BB962C8B-B14F-4D97-AF65-F5344CB8AC3E}">
        <p14:creationId xmlns:p14="http://schemas.microsoft.com/office/powerpoint/2010/main" val="111831834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07FFB-3201-43C4-8F74-71192893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附录：来源与数据范围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C6386-89CE-429C-A507-D2D10148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讲解备注保留逐页出处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E5A9F-4879-44D5-A560-43E0C8E4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附录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91C6E-FAAD-4F9C-80DD-5829BFB5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思路参考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2B3FD-D2E1-4D84-B1DE-87395EA9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仓库《蒙特卡洛模拟·大白话完整说明》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32D54-95E2-4D21-A20F-5D576741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定量证据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4EB30-0B35-4CF8-A418-CCBF4B69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2026-09-16 共同标定归档与原始散点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4F76E-3CA8-4E22-AF41-71B7F2A7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物理依据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5A15B-9E0D-4F35-B7FC-6E3251B6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Manetsch 等的光镊阵列论文；Savard 等的噪声加热理论</a:t>
            </a:r>
          </a:p>
        </p:txBody>
      </p:sp>
    </p:spTree>
    <p:extLst>
      <p:ext uri="{BB962C8B-B14F-4D97-AF65-F5344CB8AC3E}">
        <p14:creationId xmlns:p14="http://schemas.microsoft.com/office/powerpoint/2010/main" val="1334787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="http://schemas.openxmlformats.org/package/2006/metadata/core-properties" xmlns:dc="http://purl.org/dc/elements/1.1/" xmlns:dcterms="http://purl.org/dc/terms/" xmlns:xsi="http://www.w3.org/2001/XMLSchema-instance">
  <dc:creator/>
  <lastModifiedBy/>
  <dc:title>光镊原子转移的 Monte Carlo 模拟：方法与结果汇总</dc:title>
  <dcterms:created xsi:type="dcterms:W3CDTF">2026-09-23T02:45:44.6010000Z</dcterms:created>
  <dcterms:modified xsi:type="dcterms:W3CDTF">2026-09-23T02:45:44.6010000Z</dcterms:modified>
</coreProperties>
</file>